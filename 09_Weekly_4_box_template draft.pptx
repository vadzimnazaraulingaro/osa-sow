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ppt/theme/themeOverride7.xml" ContentType="application/vnd.openxmlformats-officedocument.themeOverride+xml"/>
  <Override PartName="/ppt/theme/themeOverride8.xml" ContentType="application/vnd.openxmlformats-officedocument.themeOverride+xml"/>
  <Override PartName="/ppt/theme/themeOverride9.xml" ContentType="application/vnd.openxmlformats-officedocument.themeOverride+xml"/>
  <Override PartName="/ppt/theme/themeOverride10.xml" ContentType="application/vnd.openxmlformats-officedocument.themeOverride+xml"/>
  <Override PartName="/ppt/theme/themeOverride11.xml" ContentType="application/vnd.openxmlformats-officedocument.themeOverride+xml"/>
  <Override PartName="/ppt/theme/themeOverride12.xml" ContentType="application/vnd.openxmlformats-officedocument.themeOverride+xml"/>
  <Override PartName="/ppt/theme/themeOverride13.xml" ContentType="application/vnd.openxmlformats-officedocument.themeOverrid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2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5"/>
    <p:sldMasterId id="2147483714" r:id="rId6"/>
    <p:sldMasterId id="2147483875" r:id="rId7"/>
  </p:sldMasterIdLst>
  <p:notesMasterIdLst>
    <p:notesMasterId r:id="rId31"/>
  </p:notesMasterIdLst>
  <p:sldIdLst>
    <p:sldId id="260" r:id="rId8"/>
    <p:sldId id="329" r:id="rId9"/>
    <p:sldId id="2147482735" r:id="rId10"/>
    <p:sldId id="2147482736" r:id="rId11"/>
    <p:sldId id="2147482738" r:id="rId12"/>
    <p:sldId id="301" r:id="rId13"/>
    <p:sldId id="2147482726" r:id="rId14"/>
    <p:sldId id="2147482750" r:id="rId15"/>
    <p:sldId id="2147482751" r:id="rId16"/>
    <p:sldId id="2147482755" r:id="rId17"/>
    <p:sldId id="2147482746" r:id="rId18"/>
    <p:sldId id="2147482747" r:id="rId19"/>
    <p:sldId id="2147482748" r:id="rId20"/>
    <p:sldId id="2147482749" r:id="rId21"/>
    <p:sldId id="336" r:id="rId22"/>
    <p:sldId id="277" r:id="rId23"/>
    <p:sldId id="2147482763" r:id="rId24"/>
    <p:sldId id="2147482764" r:id="rId25"/>
    <p:sldId id="2147482765" r:id="rId26"/>
    <p:sldId id="2147482766" r:id="rId27"/>
    <p:sldId id="2147482767" r:id="rId28"/>
    <p:sldId id="2147482770" r:id="rId29"/>
    <p:sldId id="2147482768" r:id="rId3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255C3955-874D-314B-2EE9-8C3A6CA7BF1A}" name="Romero, Gabriel" initials="GR" userId="S::Gabriel.Romero@mdlz.com::86ec55dd-9304-4e51-9657-644dab65172a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7EAED"/>
    <a:srgbClr val="CCD2D8"/>
    <a:srgbClr val="287819"/>
    <a:srgbClr val="156082"/>
    <a:srgbClr val="666666"/>
    <a:srgbClr val="A52323"/>
    <a:srgbClr val="2D6EAA"/>
    <a:srgbClr val="E1871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A95D3DF-CA05-43B3-AF2F-6108F55ED69C}" v="14" dt="2026-10-28T15:19:53.577"/>
    <p1510:client id="{C10278F8-31DA-4FF0-8C9D-1491612D1BFF}" v="96" dt="2026-10-27T19:31:30.48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90" d="100"/>
          <a:sy n="90" d="100"/>
        </p:scale>
        <p:origin x="72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21" Type="http://schemas.openxmlformats.org/officeDocument/2006/relationships/slide" Target="slides/slide14.xml"/><Relationship Id="rId34" Type="http://schemas.openxmlformats.org/officeDocument/2006/relationships/theme" Target="theme/theme1.xml"/><Relationship Id="rId7" Type="http://schemas.openxmlformats.org/officeDocument/2006/relationships/slideMaster" Target="slideMasters/slideMaster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slide" Target="slides/slide22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2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presProps" Target="presProps.xml"/><Relationship Id="rId37" Type="http://schemas.microsoft.com/office/2018/10/relationships/authors" Target="authors.xml"/><Relationship Id="rId5" Type="http://schemas.openxmlformats.org/officeDocument/2006/relationships/slideMaster" Target="slideMasters/slideMaster1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microsoft.com/office/2015/10/relationships/revisionInfo" Target="revisionInfo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notesMaster" Target="notesMasters/notesMaster1.xml"/><Relationship Id="rId4" Type="http://schemas.openxmlformats.org/officeDocument/2006/relationships/customXml" Target="../customXml/item4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tableStyles" Target="tableStyles.xml"/><Relationship Id="rId8" Type="http://schemas.openxmlformats.org/officeDocument/2006/relationships/slide" Target="slides/slide1.xml"/><Relationship Id="rId3" Type="http://schemas.openxmlformats.org/officeDocument/2006/relationships/customXml" Target="../customXml/item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628CE67-2298-4A71-A220-A3D48FFA8438}" type="datetimeFigureOut">
              <a:rPr lang="en-US" smtClean="0"/>
              <a:t>10/29/2026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C9D9BA6-8AA8-4A3C-BC9E-7EE2E91AB7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4275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B54309-1E79-1BB4-F105-902860043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BB3A053-4CC5-6811-3B9E-03C415F280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27525DE-7AEA-A71F-99BB-AB5A0E4F57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8B341F-91D0-5CE0-DA48-A86570FCFC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7A3F923-54DD-4AEB-93CD-CAB6BA4BFA8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04089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575014-938E-ED45-5314-732FAFD6D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7864620-74E6-0290-0797-041808D822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F74A3C4-7AA6-4E4A-C530-9BF69EED0F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live/hypercare/T2S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SteerCo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live/hypercare/T2S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SteerCo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971C20-75C1-B46A-F9DA-AE819A84C2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822363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E9689-DFBD-1DAF-BFAE-B17A300ACF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D77D803-1976-FC4F-1F7C-C35ED8142E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B9C51CD-2681-5E72-1328-819E4CAFEC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FB6AA5-1914-E217-CC6F-1DE49C545A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937986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C84CF6-8568-B602-CDFD-08075740B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F41C0AC-ED9A-CC78-A857-7A5F490544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7BF6E8E-3CAC-8D31-D06D-7E9EA5E531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3815BA-32D6-E066-97B3-B4AF02245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41735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4B3CA4-3B1B-B7ED-6D0C-F90144FAA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0F7485-CE8B-7458-1AF9-D89F0E0A26F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B09ADB-61D7-60CA-E66C-1BA6D4119A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3A2EF4-FAF6-090A-08DD-E9F4A5BB93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15091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CC7EA1-8E84-A9A6-9265-3CBB0D4AC0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1A19775-F942-4354-49DA-57B48AA2AC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10F0C5C-21BB-0FFC-13D9-28C5816785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07F6E02-FB32-6E1E-DA77-7C29C4757F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14501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E09B9-1AA9-0DA9-0BB4-4B22E72FA9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2DF2EE5-FA3D-C557-FE33-32150789B0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719AF1-1C8B-4A40-0DA4-B16F9B6AD4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B2B227-E038-4B94-DA53-424FE3B448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97981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22D747-C069-F1C5-2C93-9B0C73ED3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8820C74-902B-EFCB-024C-775DE7750F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0FBFC6-EAFD-F916-0CB5-CA790A44BF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5B9170-BDA1-299C-8715-ED18F9133D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41299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FA063F-4279-BB53-0C9B-11F527156B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A76DA5-1B9C-3425-BEA8-6E1C19A700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F7F3FE8-B559-CC33-7AEA-976AA7AD4B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3D5EAB-BCFB-8C4A-9C61-A99C3EE6BC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171186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4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5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0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1.png"/><Relationship Id="rId4" Type="http://schemas.openxmlformats.org/officeDocument/2006/relationships/image" Target="../media/image1.sv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9.png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6.xml"/><Relationship Id="rId4" Type="http://schemas.openxmlformats.org/officeDocument/2006/relationships/image" Target="../media/image33.jpeg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7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sv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8.xml"/><Relationship Id="rId4" Type="http://schemas.openxmlformats.org/officeDocument/2006/relationships/image" Target="../media/image36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9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9.xml"/><Relationship Id="rId4" Type="http://schemas.openxmlformats.org/officeDocument/2006/relationships/image" Target="../media/image3.png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0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3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sv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6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5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sv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6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sv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3.svg"/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Master" Target="../slideMasters/slideMaster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openxmlformats.org/officeDocument/2006/relationships/tags" Target="../tags/tag4.xml"/><Relationship Id="rId7" Type="http://schemas.openxmlformats.org/officeDocument/2006/relationships/oleObject" Target="../embeddings/oleObject2.bin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slideMaster" Target="../slideMasters/slideMaster3.xml"/><Relationship Id="rId11" Type="http://schemas.microsoft.com/office/2007/relationships/hdphoto" Target="../media/hdphoto2.wdp"/><Relationship Id="rId5" Type="http://schemas.openxmlformats.org/officeDocument/2006/relationships/tags" Target="../tags/tag6.xml"/><Relationship Id="rId10" Type="http://schemas.openxmlformats.org/officeDocument/2006/relationships/image" Target="../media/image58.png"/><Relationship Id="rId4" Type="http://schemas.openxmlformats.org/officeDocument/2006/relationships/tags" Target="../tags/tag5.xml"/><Relationship Id="rId9" Type="http://schemas.openxmlformats.org/officeDocument/2006/relationships/image" Target="../media/image57.jpeg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820602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9437982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96157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8303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895E56E1-5F48-FAA2-A127-9F3060B7E835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5538788" cy="6858000"/>
          </a:xfrm>
          <a:custGeom>
            <a:avLst/>
            <a:gdLst>
              <a:gd name="T0" fmla="*/ 0 w 5538665"/>
              <a:gd name="T1" fmla="*/ 0 h 6853445"/>
              <a:gd name="T2" fmla="*/ 3789661 w 5538665"/>
              <a:gd name="T3" fmla="*/ 0 h 6853445"/>
              <a:gd name="T4" fmla="*/ 3864039 w 5538665"/>
              <a:gd name="T5" fmla="*/ 48948 h 6853445"/>
              <a:gd name="T6" fmla="*/ 5522925 w 5538665"/>
              <a:gd name="T7" fmla="*/ 3898366 h 6853445"/>
              <a:gd name="T8" fmla="*/ 3442584 w 5538665"/>
              <a:gd name="T9" fmla="*/ 6857408 h 6853445"/>
              <a:gd name="T10" fmla="*/ 3441243 w 5538665"/>
              <a:gd name="T11" fmla="*/ 6858000 h 6853445"/>
              <a:gd name="T12" fmla="*/ 0 w 5538665"/>
              <a:gd name="T13" fmla="*/ 6858000 h 68534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lnTo>
                  <a:pt x="0" y="0"/>
                </a:lnTo>
                <a:close/>
              </a:path>
            </a:pathLst>
          </a:custGeom>
          <a:solidFill>
            <a:srgbClr val="2D6E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195340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Arrow">
    <p:bg>
      <p:bgPr>
        <a:solidFill>
          <a:srgbClr val="28781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277D97E-34C6-5DEB-5EFA-B181F618A705}"/>
              </a:ext>
            </a:extLst>
          </p:cNvPr>
          <p:cNvSpPr/>
          <p:nvPr/>
        </p:nvSpPr>
        <p:spPr bwMode="white">
          <a:xfrm>
            <a:off x="0" y="271463"/>
            <a:ext cx="5589588" cy="6586537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503082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D8B28828-A2AB-B55F-AB32-C88686F279EF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6003925" cy="6105525"/>
          </a:xfrm>
          <a:custGeom>
            <a:avLst/>
            <a:gdLst>
              <a:gd name="T0" fmla="*/ 0 w 6003366"/>
              <a:gd name="T1" fmla="*/ 0 h 6105046"/>
              <a:gd name="T2" fmla="*/ 4639238 w 6003366"/>
              <a:gd name="T3" fmla="*/ 0 h 6105046"/>
              <a:gd name="T4" fmla="*/ 4663657 w 6003366"/>
              <a:gd name="T5" fmla="*/ 38495 h 6105046"/>
              <a:gd name="T6" fmla="*/ 5718321 w 6003366"/>
              <a:gd name="T7" fmla="*/ 1734501 h 6105046"/>
              <a:gd name="T8" fmla="*/ 6003366 w 6003366"/>
              <a:gd name="T9" fmla="*/ 2432867 h 6105046"/>
              <a:gd name="T10" fmla="*/ 5775330 w 6003366"/>
              <a:gd name="T11" fmla="*/ 3131218 h 6105046"/>
              <a:gd name="T12" fmla="*/ 4449866 w 6003366"/>
              <a:gd name="T13" fmla="*/ 5696617 h 6105046"/>
              <a:gd name="T14" fmla="*/ 4250335 w 6003366"/>
              <a:gd name="T15" fmla="*/ 5981661 h 6105046"/>
              <a:gd name="T16" fmla="*/ 3780019 w 6003366"/>
              <a:gd name="T17" fmla="*/ 6095679 h 6105046"/>
              <a:gd name="T18" fmla="*/ 1171855 w 6003366"/>
              <a:gd name="T19" fmla="*/ 6081434 h 6105046"/>
              <a:gd name="T20" fmla="*/ 459244 w 6003366"/>
              <a:gd name="T21" fmla="*/ 5967416 h 6105046"/>
              <a:gd name="T22" fmla="*/ 58904 w 6003366"/>
              <a:gd name="T23" fmla="*/ 5687075 h 6105046"/>
              <a:gd name="T24" fmla="*/ 0 w 6003366"/>
              <a:gd name="T25" fmla="*/ 5620135 h 61050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504849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35396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Slide Circle Picture D&amp;A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D78A725-D3D7-80EC-9531-679410A73DD5}"/>
              </a:ext>
            </a:extLst>
          </p:cNvPr>
          <p:cNvGrpSpPr/>
          <p:nvPr userDrawn="1"/>
        </p:nvGrpSpPr>
        <p:grpSpPr>
          <a:xfrm>
            <a:off x="6099426" y="5410200"/>
            <a:ext cx="4934333" cy="1175831"/>
            <a:chOff x="6407183" y="5505584"/>
            <a:chExt cx="577529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F5DF01D3-33FE-7625-1D5B-1870895B840F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5C2AE88E-B4BD-B6CE-1B41-C2FD08B40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>
              <a:extLst>
                <a:ext uri="{FF2B5EF4-FFF2-40B4-BE49-F238E27FC236}">
                  <a16:creationId xmlns:a16="http://schemas.microsoft.com/office/drawing/2014/main" id="{A88E953D-C612-3818-FC09-550ADF12C58A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3844997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Section Header Text Right D&amp;A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DC74A2-ACD3-C4B2-76A4-AFE29AB6A2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FC2A15C4-0F4A-0E72-777D-E9CE6F311C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5775055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orang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1"/>
            <a:ext cx="3731986" cy="889317"/>
            <a:chOff x="6407183" y="5505584"/>
            <a:chExt cx="5775291" cy="1376228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7" y="5784704"/>
              <a:ext cx="2819397" cy="842047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FB096D5-7185-EE1A-FB99-36B978D550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1800" y="4227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0BF803E-2D26-1EF9-6A1F-C700A15178B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81799" y="41565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30502071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ction Header Text Right D&amp;A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3999" y="5863110"/>
            <a:ext cx="3734577" cy="889316"/>
            <a:chOff x="6403173" y="5505584"/>
            <a:chExt cx="577930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06238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4865519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5857292"/>
            <a:ext cx="12211743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6"/>
              <a:ext cx="2819399" cy="842047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27172795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5857292"/>
            <a:ext cx="12211743" cy="100807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641914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749310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48C76BE0-D920-1929-18A8-FC4C3F0BDDC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0" y="2390"/>
            <a:ext cx="12192000" cy="6853219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DE896498-3088-FB95-8E96-3A0FDEE474F7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5" name="Graphic 11">
              <a:extLst>
                <a:ext uri="{FF2B5EF4-FFF2-40B4-BE49-F238E27FC236}">
                  <a16:creationId xmlns:a16="http://schemas.microsoft.com/office/drawing/2014/main" id="{9B5CB3EC-0E82-3F12-9465-537E3789CF49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6" name="Graphic 5">
              <a:extLst>
                <a:ext uri="{FF2B5EF4-FFF2-40B4-BE49-F238E27FC236}">
                  <a16:creationId xmlns:a16="http://schemas.microsoft.com/office/drawing/2014/main" id="{37A45990-7C9C-B873-D0A5-26854CB448D3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DCFB6D84-3AB9-8E5F-4E56-AFD2583A47E1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8310808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 Text Right D&amp;A_style-2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750460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_orang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3"/>
              <a:ext cx="2819399" cy="842049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7359555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Content Slide with Footer D&amp;A Data 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9591"/>
            <a:ext cx="12192001" cy="101228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24010752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 Data 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5862511"/>
            <a:ext cx="12192001" cy="100644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9165214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 Data 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5862511"/>
            <a:ext cx="12192001" cy="100644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7147"/>
              <a:ext cx="2819398" cy="83716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84945610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_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5E7888BD-7954-6DBE-BDFA-E691B16B5D0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5730086"/>
            <a:ext cx="12192000" cy="112791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040"/>
            <a:ext cx="3054096" cy="731520"/>
            <a:chOff x="6403173" y="5505584"/>
            <a:chExt cx="5779301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382241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2466CB0D-B74F-4BAF-284E-C04F6EAD934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7DF9F0D-0E7D-4C59-880D-BAE0F66AF04C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1E5DECD8-DA59-536E-58D6-492F7CB105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B072D3E7-C0B6-7F36-AD48-BAE5B532F1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CCB7FFF-5CCA-480F-BB4A-B79030EB69C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2313188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0017191-55CB-43F1-133C-40E26586E495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0" y="925094"/>
            <a:ext cx="4038600" cy="5094706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2DE7349-2E36-146B-FA6D-F9BB267CC129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80B0AC-3F4F-46E9-B234-6EAF2153E5DE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05285B2-DD6F-295D-E3CC-0B4B389E4F52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F4A1CB3-E2ED-9A40-FFB8-3B659A0E5348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D4CF1B1-AB6C-4740-B408-56F9E88254D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4465327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_PICTURE-Righ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BC845B7-38F7-AA55-8BE9-CC0B96B885AA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1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3"/>
          </p:nvPr>
        </p:nvSpPr>
        <p:spPr>
          <a:xfrm flipH="1">
            <a:off x="8142464" y="914400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71A482-8073-3EF8-882F-4E4EE2ED6915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5CF2ECA-44E0-424A-A078-818398E664D8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FC9167-5CAE-7086-A1D2-DAD7F8903DE2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CF5DC31-ABCB-5573-224E-86E753A3FF5B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536CC9-3414-4DF6-97B1-B6F7C11FF22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29109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_LightGray_Full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AB1A5E6-A545-08C8-2D38-CD91CD706D90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1" y="914400"/>
            <a:ext cx="11430000" cy="5105400"/>
          </a:xfrm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779D74-4AB6-A853-E9B9-2E04B3869B5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66B2FF4-5892-405B-A8AB-72D8FC442278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1D08B1-0646-309F-CA62-B909AE92A3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438A8FE-981C-2782-E877-550091B9A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033B8F-23BD-4F53-8FBA-EABA81EB235B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184590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9523C8A-F1FE-044C-5F60-B568102449F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57AD6B-DB5E-47A4-8C3E-1236BFEA7C79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3FF006F-A422-7110-436E-FA351AADD1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9402028-0EA0-FAF0-6F62-37E9FAE12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41D38B8-0B57-4F1D-B4A7-3D0AB667BB2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15546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Content Placeholder 6"/>
          <p:cNvSpPr>
            <a:spLocks noGrp="1"/>
          </p:cNvSpPr>
          <p:nvPr>
            <p:ph sz="quarter" idx="14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1046A47-B74F-CBD0-5835-1E2E1B6DC15B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CCB98E6-A011-4AD7-AB3A-B8F5B30A33F0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C7C3467-A359-C9F3-8196-2CF92B24C31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C3B6291-0BDD-698C-747C-B93B84427780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752173-1A15-4889-9755-2C0491B464FF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6820392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I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D164853-CD00-FA93-8467-F462D20A78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C51ECC-6936-4B89-83B8-AC23D861AAD5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0890E3-AC24-1C75-3B0D-CB86C42624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CECAD73-91BE-1BE8-AF2D-4DD5914035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B739BF-370F-4FC8-9537-B4FF1FB6264C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8605960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2ADE564-7BC3-1722-C265-910005AB15A5}"/>
              </a:ext>
            </a:extLst>
          </p:cNvPr>
          <p:cNvSpPr>
            <a:spLocks noGrp="1"/>
          </p:cNvSpPr>
          <p:nvPr>
            <p:ph type="dt" sz="half" idx="15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08748D-72F4-4225-BDE8-8A4A20CEC8A5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F826FB-2534-D6ED-86EE-3834F7C7BD9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452E13E-876F-6E47-6674-881381191AE8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52E592-A013-46DD-8589-D37498380948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7189639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I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C5EA857-8B49-FE84-00E9-21133FBD273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CBD341-CE7D-48FD-8EFD-BA8D564F4B56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6AB303E-055B-7B83-469A-1F7260AA7F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5D6C81-4501-7696-7A16-29CD16822E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62A4B6F-D342-42A2-AF18-B29DCDB2F0C7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394188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52">
            <a:extLst>
              <a:ext uri="{FF2B5EF4-FFF2-40B4-BE49-F238E27FC236}">
                <a16:creationId xmlns:a16="http://schemas.microsoft.com/office/drawing/2014/main" id="{E4DBD6F6-7281-468A-2A01-0FD430E6AF93}"/>
              </a:ext>
            </a:extLst>
          </p:cNvPr>
          <p:cNvGrpSpPr>
            <a:grpSpLocks/>
          </p:cNvGrpSpPr>
          <p:nvPr/>
        </p:nvGrpSpPr>
        <p:grpSpPr bwMode="auto">
          <a:xfrm>
            <a:off x="9593263" y="6126163"/>
            <a:ext cx="2216150" cy="639762"/>
            <a:chOff x="7052978" y="5240354"/>
            <a:chExt cx="4681822" cy="1348711"/>
          </a:xfrm>
        </p:grpSpPr>
        <p:grpSp>
          <p:nvGrpSpPr>
            <p:cNvPr id="4" name="Group 53">
              <a:extLst>
                <a:ext uri="{FF2B5EF4-FFF2-40B4-BE49-F238E27FC236}">
                  <a16:creationId xmlns:a16="http://schemas.microsoft.com/office/drawing/2014/main" id="{32CB5307-E803-2A96-C795-19B66CE1F7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0FA9996A-2408-237E-F299-881F00FF2C2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2B632278-98C2-7622-7285-7180F1EA68C4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026D63A4-04D3-FE13-F2C1-40CB19926F80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6E4BA186-70DA-AF2C-1F85-0F8884187C2D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9C4109CC-FFB7-E465-4BA8-4DFB940B8093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687BC44D-C919-46EC-1389-3D89D0A4CEFE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0FAAF1C1-C4BE-6E22-65A0-6117DA0EA87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E65599FE-D2DF-CEE8-0A5B-141DA2624915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B92E140-6FDB-8962-ACBA-0EA619716A80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C3BF44A3-023D-3A7B-038F-69EE5014FA27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60D02420-277B-D4AC-AE5F-109E472263B8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7E23BC2-68A2-226E-9729-40688C09DAA6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68E02744-4729-1808-0482-51EFFCC4E1F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CF1FBE3-4B06-297F-DC9A-D96308644383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4480D1F0-2E14-0A1E-4BB7-75318F1E3A2F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C67C0668-6F1F-E6FF-0471-F62824E4FE2D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4C473AC7-668D-34A1-E009-16F6B979AB1F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9FFCE7B9-1E0D-F913-9676-76791D3ADA7A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A005EFBF-C95D-A5F0-1C46-4BC2EFF3C81B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13A4848A-5959-1FC0-5859-828DD5759E94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16FF6A9A-2903-BD6F-BF28-43757A707296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A00273F-0EFC-A2BF-6E09-0B59B62F4398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46E7761-8F35-DD46-91F4-FD593F0A9D5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BB1B11FE-124B-BE1C-0B1C-E4283E131637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FF1582D-A222-375C-5427-1014FBD1E6BF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95FE2CB3-64C6-CF3C-F8E5-B2C23567521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19217F1-8121-9D04-BD58-D607499234E7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2071621D-9BE7-A1E3-5F79-FFBF3412D218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B170F18A-BF3D-1CDB-523E-4E6C8B649842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AF925333-84B3-2517-1D44-139C5DAC0E75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6443697F-4CCF-19C2-0FEF-226B52B57BA3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37694EAD-678A-6411-BAFC-2F211B167B32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2C91E236-501B-B6B3-64A5-ACE8DFF986DA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9E569F4A-69C0-695A-46F9-522713B39069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A672DB52-4DA5-2AF6-50DB-4536C1C19E14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9B9701C0-9317-9992-AB7E-F5BE58EF637D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2594F60D-75A4-8D17-0B8B-A5595834B0B2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36B55246-7D66-3AD0-45E2-BF7827664401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8E61B0D1-F4EF-BA55-2981-83A4F128B828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F69993AB-3C68-5B72-1D04-54C56828D00C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F2611E61-807A-A9BB-9CA7-23C4D11C987F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91CABEA1-4A25-1A27-B3D2-75D7C01E8EE5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FAEF8B46-692A-FC4D-4070-34C2C81197CB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9" name="Graphic 56">
                <a:extLst>
                  <a:ext uri="{FF2B5EF4-FFF2-40B4-BE49-F238E27FC236}">
                    <a16:creationId xmlns:a16="http://schemas.microsoft.com/office/drawing/2014/main" id="{F77B1547-F557-1AE4-BCBA-90B51C00E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9661B5D4-F78B-AC7D-FFB0-A2F934451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" name="Picture Placeholder 17"/>
          <p:cNvSpPr>
            <a:spLocks noGrp="1"/>
          </p:cNvSpPr>
          <p:nvPr>
            <p:ph type="pic" sz="quarter" idx="17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109728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4229098" y="1447800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5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36576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6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73152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55" name="Date Placeholder 2">
            <a:extLst>
              <a:ext uri="{FF2B5EF4-FFF2-40B4-BE49-F238E27FC236}">
                <a16:creationId xmlns:a16="http://schemas.microsoft.com/office/drawing/2014/main" id="{21C6D00A-4DB3-19F0-D538-C39B5069A487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8077200" y="630078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FABB0D-7779-4257-9771-3B3D3A0A4A8B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6" name="Footer Placeholder 3">
            <a:extLst>
              <a:ext uri="{FF2B5EF4-FFF2-40B4-BE49-F238E27FC236}">
                <a16:creationId xmlns:a16="http://schemas.microsoft.com/office/drawing/2014/main" id="{FB912AF7-B2B7-3749-6771-9E16A4B23B3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4840288" y="6307138"/>
            <a:ext cx="3124200" cy="15398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7" name="Slide Number Placeholder 4">
            <a:extLst>
              <a:ext uri="{FF2B5EF4-FFF2-40B4-BE49-F238E27FC236}">
                <a16:creationId xmlns:a16="http://schemas.microsoft.com/office/drawing/2014/main" id="{D0C0B45A-6823-5DBE-180D-3004E6BFF998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4421188" y="6302375"/>
            <a:ext cx="306387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D3CFE4D-26E1-4061-A7EF-2953C1C44CA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4221978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52">
            <a:extLst>
              <a:ext uri="{FF2B5EF4-FFF2-40B4-BE49-F238E27FC236}">
                <a16:creationId xmlns:a16="http://schemas.microsoft.com/office/drawing/2014/main" id="{63118874-DE37-D7F1-2376-3A5E83057FC6}"/>
              </a:ext>
            </a:extLst>
          </p:cNvPr>
          <p:cNvGrpSpPr>
            <a:grpSpLocks/>
          </p:cNvGrpSpPr>
          <p:nvPr/>
        </p:nvGrpSpPr>
        <p:grpSpPr bwMode="auto">
          <a:xfrm>
            <a:off x="9593263" y="6126163"/>
            <a:ext cx="2216150" cy="639762"/>
            <a:chOff x="7052978" y="5240354"/>
            <a:chExt cx="4681822" cy="1348711"/>
          </a:xfrm>
        </p:grpSpPr>
        <p:grpSp>
          <p:nvGrpSpPr>
            <p:cNvPr id="4" name="Group 53">
              <a:extLst>
                <a:ext uri="{FF2B5EF4-FFF2-40B4-BE49-F238E27FC236}">
                  <a16:creationId xmlns:a16="http://schemas.microsoft.com/office/drawing/2014/main" id="{24504D7C-2DF4-3F54-AD6A-0D5888431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FEC4B448-ADBD-20D0-9373-ECEB4D3F44C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1FA5D951-F553-7C6F-B0D6-C470E9069BA3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2691F3AE-F85B-5573-D976-1F19377C1FF1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984665A9-E050-48A0-932C-505CD7F894F2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96B40DA-7260-F15A-7103-BA8837109384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A3EE22D5-04FA-A651-2CE8-E4028D922E83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A8D6D652-2E95-7711-54B4-F668F89B4613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BBEE1092-9AAC-364E-E196-3EABA0DDE9E9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34F2C99E-BA21-435E-14FA-F026BD7BCEF0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6A5CF074-90AB-03E5-C998-1CAE7D429F38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A51707D-D045-C610-23AD-3E9F4B252706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25FD08D5-FA49-B50E-35BA-6F9EC21727FB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E590467F-B709-050A-C33F-BECE05D996DB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D8F2A173-0CC2-7A67-B9B0-7AFB30482FDA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3D5DB14C-82BB-E475-721A-11C3930B90D2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2E6A7AD1-694E-5673-05FB-2E7621673DC9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2CF0283A-DB62-2E5F-F905-5B8F323A2302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A239F014-1F69-3167-0C37-2E3D824DF85C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78FBC329-2F15-E5A6-2F82-E87695BFBDF8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5214E3DD-6660-223E-45EC-8F1C16F699BA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CDEFC459-56AA-6FBD-C660-DEAF63A9A3F5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576679E0-239C-F5AC-44EC-12662FA088AD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77E08C0-6AB7-3923-4B79-E522CB2A233D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0DB45CCB-E4B1-E5B4-AF9F-BC5DE5B9E2E6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AC13C01A-DD4F-FB06-061D-CAAA96845F09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46AC5BA7-0271-E623-B826-9199680BCBCD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0FD72E5-F4C3-ABC8-552D-35AFD79AF744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81705337-CE31-AD9D-276F-ED0F1DEE4E7C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E9877939-A8BF-C040-D687-F6055A1D515B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79D2D839-1725-0A42-162B-CEF9B699FA77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F1CF5C93-01A0-10B2-C326-9BAFF1877FC0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D30E7D9B-CD73-F618-3538-0F8D4106015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3563732B-A0CF-168B-95D8-EC97B748B86B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89F80EA9-82E7-BC2F-D926-B087A8A579FB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E5D9D34-B2D3-6392-881A-DAEDDB786B41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AB83BECE-5786-14A2-05AE-04AF445AE268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455E9C5-7D67-C08E-7BA9-429ECFB64EF1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0EE83F47-0B99-A850-8D99-1CB4B7C60048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87ED902A-9402-4174-E5E6-0089DA19E7F1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1C0273DC-EC1E-9D72-4921-08E5A4D908B5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151A20BA-FA1C-94B6-2C2E-27DDE72872A8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0ED8D3A8-FE4E-96DC-8293-BC783758856D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ADA2EA53-740F-E7F2-EABD-D714F72ACE4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9" name="Graphic 56">
                <a:extLst>
                  <a:ext uri="{FF2B5EF4-FFF2-40B4-BE49-F238E27FC236}">
                    <a16:creationId xmlns:a16="http://schemas.microsoft.com/office/drawing/2014/main" id="{B2287B59-851E-DB66-DD56-A95D11E2DF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4CF42CE9-140C-E01E-749E-826087FA44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" name="Content Placeholder 7"/>
          <p:cNvSpPr>
            <a:spLocks noGrp="1"/>
          </p:cNvSpPr>
          <p:nvPr>
            <p:ph sz="quarter" idx="14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2" name="Date Placeholder 2">
            <a:extLst>
              <a:ext uri="{FF2B5EF4-FFF2-40B4-BE49-F238E27FC236}">
                <a16:creationId xmlns:a16="http://schemas.microsoft.com/office/drawing/2014/main" id="{1F5A1CD9-4899-CC7A-AE9B-7B77D3C63748}"/>
              </a:ext>
            </a:extLst>
          </p:cNvPr>
          <p:cNvSpPr>
            <a:spLocks noGrp="1"/>
          </p:cNvSpPr>
          <p:nvPr>
            <p:ph type="dt" sz="half" idx="15"/>
          </p:nvPr>
        </p:nvSpPr>
        <p:spPr>
          <a:xfrm>
            <a:off x="8077200" y="630078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514468-F527-43B2-8B9E-C8FCF253974E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3" name="Footer Placeholder 3">
            <a:extLst>
              <a:ext uri="{FF2B5EF4-FFF2-40B4-BE49-F238E27FC236}">
                <a16:creationId xmlns:a16="http://schemas.microsoft.com/office/drawing/2014/main" id="{9750D8F1-C746-0759-D1F5-693997988F96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>
          <a:xfrm>
            <a:off x="4840288" y="6307138"/>
            <a:ext cx="3124200" cy="15398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4" name="Slide Number Placeholder 4">
            <a:extLst>
              <a:ext uri="{FF2B5EF4-FFF2-40B4-BE49-F238E27FC236}">
                <a16:creationId xmlns:a16="http://schemas.microsoft.com/office/drawing/2014/main" id="{9A1EB6CB-8DAC-AACA-95FA-B592AE668E6C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>
          <a:xfrm>
            <a:off x="4421188" y="6302375"/>
            <a:ext cx="306387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E2E381-07DE-49FE-8605-63149BE96937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529343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5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155448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583F233-D39C-F54A-A05B-3345024866E2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10131C-B575-4FE3-BF44-33EE2DF8182E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3811998-4B2A-6359-2023-912C193540FC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AD67C13-03A0-C0A4-C564-E8BD34703A27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118387-532A-4A9E-BFC2-B14AF4EF6EEC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027077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e Statement Purp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52">
            <a:extLst>
              <a:ext uri="{FF2B5EF4-FFF2-40B4-BE49-F238E27FC236}">
                <a16:creationId xmlns:a16="http://schemas.microsoft.com/office/drawing/2014/main" id="{3CC4B027-929F-9CBC-3BFF-3BD564D89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3300" y="6242050"/>
            <a:ext cx="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endParaRPr lang="en-US" altLang="en-US"/>
          </a:p>
        </p:txBody>
      </p:sp>
      <p:grpSp>
        <p:nvGrpSpPr>
          <p:cNvPr id="4" name="Group 53">
            <a:extLst>
              <a:ext uri="{FF2B5EF4-FFF2-40B4-BE49-F238E27FC236}">
                <a16:creationId xmlns:a16="http://schemas.microsoft.com/office/drawing/2014/main" id="{3F42E1B9-0CC3-0A01-4C61-1B978D33914E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4719638"/>
            <a:ext cx="4530725" cy="1304925"/>
            <a:chOff x="7052978" y="5240354"/>
            <a:chExt cx="4681822" cy="1348711"/>
          </a:xfrm>
        </p:grpSpPr>
        <p:grpSp>
          <p:nvGrpSpPr>
            <p:cNvPr id="5" name="Group 54">
              <a:extLst>
                <a:ext uri="{FF2B5EF4-FFF2-40B4-BE49-F238E27FC236}">
                  <a16:creationId xmlns:a16="http://schemas.microsoft.com/office/drawing/2014/main" id="{82DAD930-8AFA-CB93-97D7-EF6892C0C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A24A9176-04C1-73DA-86BB-BA0670B58A5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1EFBE19A-4FA8-9A21-385D-21B8D9702138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4DE46ABF-5DCF-6D87-DF6C-7EE73B5309A7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C045F313-6181-E363-562C-A2894998376C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85238383-FF0F-769F-4E47-05B765E39EAF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2EBBAA32-99E9-DC98-C6E4-CA5CADE3BBD2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81F62314-8518-CA9B-ED8D-EDF2791D0E39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AB05A2D8-69C7-92B3-A28C-F45866B28243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A51A7434-A23A-269D-B2FF-F60053D3FDE1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807A4D25-2A23-6116-9897-9922A07F4A47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5D828A2-6B8B-900F-F0D4-B67F3D5D887D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50D4BD5-A906-1768-C10F-CD7F5FDAAA62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5235A5BE-85E6-5A2A-AC40-B22542F4BA03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7FD7F41-E81A-3F17-DA33-951FF9E0E64A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D59B4B26-5D82-D3D6-22A5-CE2CCBACE0B4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C88F8780-6AC1-76EB-086D-7BE4EF874526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82C1B7F1-0060-291E-2D37-87F46C7BFA03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4B0CE68A-376E-70F0-2E86-7B4D2D43D1D2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43E24047-77A7-0964-66E3-99E118F2D97C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2E5DBF5A-7D31-8241-97EF-E8936C8F871C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2ABE5DEC-CE4B-A863-2FEE-488460EDED79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8C129045-C942-0320-9B38-9533E9706F5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96BEBCFA-9D03-BB4B-30DF-12A3BC5C8BD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299D10FD-6AFE-1C7A-FB8D-C679F482099B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61B35AA3-DA0E-4960-3FB9-62DA94791B4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EA4A0A2E-F268-31BC-BA1B-9A87A4CD8036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E9BD43D-6314-623F-F00C-2DBE8368F4EF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D692EB93-A94C-C9CE-A8AA-69E89AD3B44E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847BC8D-E908-FEDB-6DE1-98C837F67060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7E4076A8-E835-16D8-EB62-091BF5E81AD0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62E9772A-CA98-BA09-5CB4-FE98BB4BAF95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7ACB0667-C5F7-E56C-E2C6-ECF5C37C7F84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76DDF7AF-2F77-76F9-E4D8-791BA34C0B7B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6A222357-4F80-2124-353F-B3BD10C3BBB4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3E42160D-3945-A713-3410-6B41F8507174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49F28B7-35E0-07DB-E6C5-447516694324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EEEB097C-16DC-733D-C03C-E8C267262CCD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42928BA7-28A9-1E46-1487-49831C5AC9D7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64BBB314-17C8-6168-DA9A-29EDAEB0DFD6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EF92D94F-2EEE-8E06-2345-A3CC2B50A4E7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B1168FE4-1439-B79E-1331-3FD98C592E23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3C019A7-839B-4997-6366-59F553010FB3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E9241BD-6C0F-3049-B8BA-8B7E7342437E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8" name="Graphic 57">
                <a:extLst>
                  <a:ext uri="{FF2B5EF4-FFF2-40B4-BE49-F238E27FC236}">
                    <a16:creationId xmlns:a16="http://schemas.microsoft.com/office/drawing/2014/main" id="{B2435D6A-AEC0-1BDF-CF90-3AEB14139F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6" name="Picture 55" descr="Diagram&#10;&#10;Description automatically generated">
              <a:extLst>
                <a:ext uri="{FF2B5EF4-FFF2-40B4-BE49-F238E27FC236}">
                  <a16:creationId xmlns:a16="http://schemas.microsoft.com/office/drawing/2014/main" id="{11E43C36-63E3-BFB6-9AE6-2769C41620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rgbClr val="4F2170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rgbClr val="4F2170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955638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0D56DBB-52C0-5686-6FE0-D481BE80DA98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-1" y="925094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E23671-D523-69C0-9FEF-3E57D3B7F20B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6050D6-72CF-4542-9851-C059DC48272F}" type="datetimeFigureOut">
              <a:rPr lang="en-US"/>
              <a:pPr>
                <a:defRPr/>
              </a:pPr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1FE49C0-D633-BCD4-F031-2947778B3BA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A7A71F-5524-2E61-03FE-BCD08E1A2D5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72B6F3F-D459-48BA-B699-0E8EA8F9933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56649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 Slide 2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702735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2D30B7-FEB2-DD7B-4B9B-43820811B0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3" y="274320"/>
            <a:ext cx="11430001" cy="457200"/>
          </a:xfrm>
        </p:spPr>
        <p:txBody>
          <a:bodyPr vert="horz" lIns="0" tIns="0" rIns="0" bIns="0" rtlCol="0" anchor="b">
            <a:noAutofit/>
          </a:bodyPr>
          <a:lstStyle>
            <a:lvl1pPr>
              <a:defRPr dirty="0"/>
            </a:lvl1pPr>
          </a:lstStyle>
          <a:p>
            <a:pPr lvl="0"/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42508993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808412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5592716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1370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2_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>
                <a:solidFill/>
              </a:rPr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00664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3180525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3857905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04717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>
                <a:solidFill/>
              </a:rPr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8042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895E56E1-5F48-FAA2-A127-9F3060B7E835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5538788" cy="6858000"/>
          </a:xfrm>
          <a:custGeom>
            <a:avLst/>
            <a:gdLst>
              <a:gd name="T0" fmla="*/ 0 w 5538665"/>
              <a:gd name="T1" fmla="*/ 0 h 6853445"/>
              <a:gd name="T2" fmla="*/ 3789661 w 5538665"/>
              <a:gd name="T3" fmla="*/ 0 h 6853445"/>
              <a:gd name="T4" fmla="*/ 3864039 w 5538665"/>
              <a:gd name="T5" fmla="*/ 48948 h 6853445"/>
              <a:gd name="T6" fmla="*/ 5522925 w 5538665"/>
              <a:gd name="T7" fmla="*/ 3898366 h 6853445"/>
              <a:gd name="T8" fmla="*/ 3442584 w 5538665"/>
              <a:gd name="T9" fmla="*/ 6857408 h 6853445"/>
              <a:gd name="T10" fmla="*/ 3441243 w 5538665"/>
              <a:gd name="T11" fmla="*/ 6858000 h 6853445"/>
              <a:gd name="T12" fmla="*/ 0 w 5538665"/>
              <a:gd name="T13" fmla="*/ 6858000 h 68534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lnTo>
                  <a:pt x="0" y="0"/>
                </a:lnTo>
                <a:close/>
              </a:path>
            </a:pathLst>
          </a:custGeom>
          <a:solidFill>
            <a:srgbClr val="2D6E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18407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Section Header Arrow">
    <p:bg>
      <p:bgPr>
        <a:solidFill>
          <a:srgbClr val="28781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277D97E-34C6-5DEB-5EFA-B181F618A705}"/>
              </a:ext>
            </a:extLst>
          </p:cNvPr>
          <p:cNvSpPr/>
          <p:nvPr/>
        </p:nvSpPr>
        <p:spPr bwMode="white">
          <a:xfrm>
            <a:off x="0" y="271463"/>
            <a:ext cx="5589588" cy="6586537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5364715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D8B28828-A2AB-B55F-AB32-C88686F279EF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6003925" cy="6105525"/>
          </a:xfrm>
          <a:custGeom>
            <a:avLst/>
            <a:gdLst>
              <a:gd name="T0" fmla="*/ 0 w 6003366"/>
              <a:gd name="T1" fmla="*/ 0 h 6105046"/>
              <a:gd name="T2" fmla="*/ 4639238 w 6003366"/>
              <a:gd name="T3" fmla="*/ 0 h 6105046"/>
              <a:gd name="T4" fmla="*/ 4663657 w 6003366"/>
              <a:gd name="T5" fmla="*/ 38495 h 6105046"/>
              <a:gd name="T6" fmla="*/ 5718321 w 6003366"/>
              <a:gd name="T7" fmla="*/ 1734501 h 6105046"/>
              <a:gd name="T8" fmla="*/ 6003366 w 6003366"/>
              <a:gd name="T9" fmla="*/ 2432867 h 6105046"/>
              <a:gd name="T10" fmla="*/ 5775330 w 6003366"/>
              <a:gd name="T11" fmla="*/ 3131218 h 6105046"/>
              <a:gd name="T12" fmla="*/ 4449866 w 6003366"/>
              <a:gd name="T13" fmla="*/ 5696617 h 6105046"/>
              <a:gd name="T14" fmla="*/ 4250335 w 6003366"/>
              <a:gd name="T15" fmla="*/ 5981661 h 6105046"/>
              <a:gd name="T16" fmla="*/ 3780019 w 6003366"/>
              <a:gd name="T17" fmla="*/ 6095679 h 6105046"/>
              <a:gd name="T18" fmla="*/ 1171855 w 6003366"/>
              <a:gd name="T19" fmla="*/ 6081434 h 6105046"/>
              <a:gd name="T20" fmla="*/ 459244 w 6003366"/>
              <a:gd name="T21" fmla="*/ 5967416 h 6105046"/>
              <a:gd name="T22" fmla="*/ 58904 w 6003366"/>
              <a:gd name="T23" fmla="*/ 5687075 h 6105046"/>
              <a:gd name="T24" fmla="*/ 0 w 6003366"/>
              <a:gd name="T25" fmla="*/ 5620135 h 61050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06543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>
  <p:cSld name="1_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310357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Section Header Text Right D&amp;A_orange">
    <p:bg>
      <p:bgPr>
        <a:blipFill dpi="0" rotWithShape="1">
          <a:blip r:embed="rId2">
            <a:lum/>
          </a:blip>
          <a:srcRect/>
          <a:stretch>
            <a:fillRect l="-14000" r="-1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1"/>
            <a:ext cx="3731986" cy="889317"/>
            <a:chOff x="6407183" y="5505584"/>
            <a:chExt cx="5775291" cy="1376228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7" y="5784704"/>
              <a:ext cx="2819397" cy="842047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3" y="5505584"/>
              <a:ext cx="2147589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FB096D5-7185-EE1A-FB99-36B978D550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1800" y="4227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0BF803E-2D26-1EF9-6A1F-C700A15178B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81799" y="41565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add name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205182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Section Header Text Right D&amp;A_blue">
    <p:bg>
      <p:bgPr>
        <a:blipFill dpi="0" rotWithShape="1">
          <a:blip r:embed="rId2">
            <a:lum/>
          </a:blip>
          <a:srcRect/>
          <a:stretch>
            <a:fillRect l="-14000" r="-1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3999" y="5863110"/>
            <a:ext cx="3734577" cy="889316"/>
            <a:chOff x="6403173" y="5505584"/>
            <a:chExt cx="577930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0977581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D&amp;A Content Slide with Footer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7" y="5857292"/>
            <a:ext cx="12211743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6"/>
              <a:ext cx="2819399" cy="842047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6840538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38441792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2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3407756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2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3407756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ircl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A3D9FA7-D2DB-46FB-BE00-B926A730276E}"/>
              </a:ext>
            </a:extLst>
          </p:cNvPr>
          <p:cNvGrpSpPr>
            <a:grpSpLocks noChangeAspect="1"/>
          </p:cNvGrpSpPr>
          <p:nvPr/>
        </p:nvGrpSpPr>
        <p:grpSpPr>
          <a:xfrm>
            <a:off x="9544152" y="5543531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58E2998-F3DA-4CEC-9A7D-6C088E1B4977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94CA604-4385-462E-97F5-497C4C504015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115F7ED-889E-4F9E-A1EC-B09712AAF8F4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F6E4E17-2397-4CA3-ABA9-61E3BD55940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13A5CD1-6182-4595-B8A8-D785063BF716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D0FE459-FDBA-4224-BF8C-7FB56F088B01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792F31E-ABF9-488A-BA83-294468B5A968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33162D5-7247-412F-A7EA-E2527FDDE86B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2A5EB49-78D9-47C5-8F4C-92D82FF96117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153BD94-FC6C-491C-87CC-FE707C871FD4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BC82946-E68D-4E5D-A508-7F6DEA27248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1FFC926-DCB2-4DFD-8921-31D3740A1576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7D561CC-A307-418B-BB5B-2E9F6029C1F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B41DF09-4DE2-4BA3-8850-42F1FE05A316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F743D14-4DD4-4BBF-9C77-D2CF60D0443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9390E2C-0C7D-4CE4-9EDE-DDC867E57F7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4A0F7AE-90E5-429D-94C7-CEF924483DC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75E2EAA-30F6-4FD9-AD9B-7853CD78081E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527C85E-1B82-4FE6-BBB7-5F2120F9A818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B55D4A9-FB64-4681-89C3-FE7FC1BA5D7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0CF25C3-5B20-4C65-97E6-2FCBDCF69FA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5C2C835-ACA7-4713-BA24-2EC3F725F54B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D839F09-6869-4782-997A-C1DB13D3FAFD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EAC811-8309-4A43-8AAB-7D47E24129FF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B8AA284-744C-4339-8893-D6368FD10AA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865B7A3-B595-43E8-9EBD-1FED225C9FCB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1848C6-7FFC-4763-9871-A8C7CE2CBD6C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97BA53C-5927-4890-95E0-16501B2A2A63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C9EF25D-B45E-483F-A696-70FB19DAB92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AC84430-0710-42C3-979B-215E8CEF9C69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42A3273-E3DC-4FAE-9AFF-EC913E562EE9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90D7267-1414-4CB3-9CEF-BEBE0366111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F39874A-9569-4901-8D42-9F6951FAB3F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56393A6-A398-46C6-84A8-A69133016DD7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C240AB8-C073-4DBB-B4F1-A7BAF3CDDD94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256CA01-A592-4EFF-B363-73DF3F9E94E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0841B5E-00CD-4F84-848E-6459D72CA08D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BA4167D-13BE-4368-9C93-86A0A7BA3944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CD57581-16D5-457C-AB8A-C39E91AF7848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A128766-36EC-4898-BC9F-3A0ED7FC0E84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894E878-CEB4-4E65-853B-05717F1F47A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4463117-BF45-4116-9B90-88E469EA87AD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647780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Full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2410F133-604A-4AC7-8A06-35B16808E83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683E8B-89CE-4EF5-BBB9-62368C3820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660503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99B91ED-E0FA-43C7-8B4E-31F9017845E6}"/>
              </a:ext>
            </a:extLst>
          </p:cNvPr>
          <p:cNvGrpSpPr>
            <a:grpSpLocks noChangeAspect="1"/>
          </p:cNvGrpSpPr>
          <p:nvPr/>
        </p:nvGrpSpPr>
        <p:grpSpPr bwMode="black">
          <a:xfrm>
            <a:off x="609630" y="457200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9AB0108-0379-4A18-900E-6A61DF3018CE}"/>
                </a:ext>
              </a:extLst>
            </p:cNvPr>
            <p:cNvSpPr/>
            <p:nvPr/>
          </p:nvSpPr>
          <p:spPr bwMode="black"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F2F77B2-9024-4ACC-A728-CA3AB71F5A8E}"/>
                </a:ext>
              </a:extLst>
            </p:cNvPr>
            <p:cNvSpPr/>
            <p:nvPr/>
          </p:nvSpPr>
          <p:spPr bwMode="black"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0BB7A39-4E40-4061-A76F-7B79D98B54EE}"/>
                </a:ext>
              </a:extLst>
            </p:cNvPr>
            <p:cNvSpPr/>
            <p:nvPr/>
          </p:nvSpPr>
          <p:spPr bwMode="black"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5441B9D-EA57-4F40-8DCE-CBEF348C3A0F}"/>
                </a:ext>
              </a:extLst>
            </p:cNvPr>
            <p:cNvSpPr/>
            <p:nvPr/>
          </p:nvSpPr>
          <p:spPr bwMode="black"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AE4E4D0-FF92-495C-9CD5-354ED8923672}"/>
                </a:ext>
              </a:extLst>
            </p:cNvPr>
            <p:cNvSpPr/>
            <p:nvPr/>
          </p:nvSpPr>
          <p:spPr bwMode="black"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D4AF130-6E23-4412-BC70-EE04DCC1545D}"/>
                </a:ext>
              </a:extLst>
            </p:cNvPr>
            <p:cNvSpPr/>
            <p:nvPr/>
          </p:nvSpPr>
          <p:spPr bwMode="black"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2ABE821-58B4-49BB-A652-52A61F3BD10D}"/>
                </a:ext>
              </a:extLst>
            </p:cNvPr>
            <p:cNvSpPr/>
            <p:nvPr/>
          </p:nvSpPr>
          <p:spPr bwMode="black"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0D66007-2868-471F-B969-3FB8E82DCC4E}"/>
                </a:ext>
              </a:extLst>
            </p:cNvPr>
            <p:cNvSpPr/>
            <p:nvPr/>
          </p:nvSpPr>
          <p:spPr bwMode="black"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6270846-6F4C-40AA-99D4-EF9934A7E399}"/>
                </a:ext>
              </a:extLst>
            </p:cNvPr>
            <p:cNvSpPr/>
            <p:nvPr/>
          </p:nvSpPr>
          <p:spPr bwMode="black"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703D0E3-2D30-4032-9E53-A7EB9F4BC9C3}"/>
                </a:ext>
              </a:extLst>
            </p:cNvPr>
            <p:cNvSpPr/>
            <p:nvPr/>
          </p:nvSpPr>
          <p:spPr bwMode="black"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FD40A0A-73C4-4955-9FF6-0EEB215FD392}"/>
                </a:ext>
              </a:extLst>
            </p:cNvPr>
            <p:cNvSpPr/>
            <p:nvPr/>
          </p:nvSpPr>
          <p:spPr bwMode="black"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904D811-319A-4186-8A59-457C07D35712}"/>
                </a:ext>
              </a:extLst>
            </p:cNvPr>
            <p:cNvSpPr/>
            <p:nvPr/>
          </p:nvSpPr>
          <p:spPr bwMode="black"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70FC748-AD59-44E9-9226-9F3F398D3C6A}"/>
                </a:ext>
              </a:extLst>
            </p:cNvPr>
            <p:cNvSpPr/>
            <p:nvPr/>
          </p:nvSpPr>
          <p:spPr bwMode="black"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7A6B2FE-A112-480D-A8E6-6ED513559C90}"/>
                </a:ext>
              </a:extLst>
            </p:cNvPr>
            <p:cNvSpPr/>
            <p:nvPr/>
          </p:nvSpPr>
          <p:spPr bwMode="black"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DBBC33B-5E76-47D0-9997-B175DC5CA88D}"/>
                </a:ext>
              </a:extLst>
            </p:cNvPr>
            <p:cNvSpPr/>
            <p:nvPr/>
          </p:nvSpPr>
          <p:spPr bwMode="black"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F5FE826-C991-4781-9C3E-F5243696119B}"/>
                </a:ext>
              </a:extLst>
            </p:cNvPr>
            <p:cNvSpPr/>
            <p:nvPr/>
          </p:nvSpPr>
          <p:spPr bwMode="black"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EFB7C3C-C9B9-4A7C-9802-BE61D791106C}"/>
                </a:ext>
              </a:extLst>
            </p:cNvPr>
            <p:cNvSpPr/>
            <p:nvPr/>
          </p:nvSpPr>
          <p:spPr bwMode="black"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E6058B8-6C4B-4DD3-9D56-2A32C09E480C}"/>
                </a:ext>
              </a:extLst>
            </p:cNvPr>
            <p:cNvSpPr/>
            <p:nvPr/>
          </p:nvSpPr>
          <p:spPr bwMode="black"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BDDCE3B-CBF0-46A0-95E3-BE2D1DB5CC39}"/>
                </a:ext>
              </a:extLst>
            </p:cNvPr>
            <p:cNvSpPr/>
            <p:nvPr/>
          </p:nvSpPr>
          <p:spPr bwMode="black"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A898F72-C445-4743-97BA-4379F1696CC7}"/>
                </a:ext>
              </a:extLst>
            </p:cNvPr>
            <p:cNvSpPr/>
            <p:nvPr/>
          </p:nvSpPr>
          <p:spPr bwMode="black"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C0A55B-CEB1-43A3-BD42-9118CCCC4997}"/>
                </a:ext>
              </a:extLst>
            </p:cNvPr>
            <p:cNvSpPr/>
            <p:nvPr/>
          </p:nvSpPr>
          <p:spPr bwMode="black"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B50D7FF-ABF7-48B0-B01A-BDAB3E56A59C}"/>
                </a:ext>
              </a:extLst>
            </p:cNvPr>
            <p:cNvSpPr/>
            <p:nvPr/>
          </p:nvSpPr>
          <p:spPr bwMode="black"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5498461-453E-4B01-AC09-28EB4FE30933}"/>
                </a:ext>
              </a:extLst>
            </p:cNvPr>
            <p:cNvSpPr/>
            <p:nvPr/>
          </p:nvSpPr>
          <p:spPr bwMode="black"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9CBDCEB-800E-4D28-B2C3-1A925BFB4697}"/>
                </a:ext>
              </a:extLst>
            </p:cNvPr>
            <p:cNvSpPr/>
            <p:nvPr/>
          </p:nvSpPr>
          <p:spPr bwMode="black"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C4C5D3-38A9-48A3-A737-2E1782DEC6C3}"/>
                </a:ext>
              </a:extLst>
            </p:cNvPr>
            <p:cNvSpPr/>
            <p:nvPr/>
          </p:nvSpPr>
          <p:spPr bwMode="black"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67A3C2-5E36-485E-BD0C-74020928665D}"/>
                </a:ext>
              </a:extLst>
            </p:cNvPr>
            <p:cNvSpPr/>
            <p:nvPr/>
          </p:nvSpPr>
          <p:spPr bwMode="black"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ED642CE-A789-4786-8A92-D88EC62AC133}"/>
                </a:ext>
              </a:extLst>
            </p:cNvPr>
            <p:cNvSpPr/>
            <p:nvPr/>
          </p:nvSpPr>
          <p:spPr bwMode="black"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4386D89-2FDC-4706-8B37-36CF6ABF07FB}"/>
                </a:ext>
              </a:extLst>
            </p:cNvPr>
            <p:cNvSpPr/>
            <p:nvPr/>
          </p:nvSpPr>
          <p:spPr bwMode="black"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FE86223-C5DA-4CB7-B13B-0B51B75F54C4}"/>
                </a:ext>
              </a:extLst>
            </p:cNvPr>
            <p:cNvSpPr/>
            <p:nvPr/>
          </p:nvSpPr>
          <p:spPr bwMode="black"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23558B8-06E0-4621-852F-9D8F09A23F14}"/>
                </a:ext>
              </a:extLst>
            </p:cNvPr>
            <p:cNvSpPr/>
            <p:nvPr/>
          </p:nvSpPr>
          <p:spPr bwMode="black"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96A1217-0C47-4B68-B46A-6D7E7E1D3BBD}"/>
                </a:ext>
              </a:extLst>
            </p:cNvPr>
            <p:cNvSpPr/>
            <p:nvPr/>
          </p:nvSpPr>
          <p:spPr bwMode="black"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CAD3D5E-D368-4C1C-96EE-A63B27AC18E9}"/>
                </a:ext>
              </a:extLst>
            </p:cNvPr>
            <p:cNvSpPr/>
            <p:nvPr/>
          </p:nvSpPr>
          <p:spPr bwMode="black"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8589BCD-A0C1-497B-8D9B-7071336DC859}"/>
                </a:ext>
              </a:extLst>
            </p:cNvPr>
            <p:cNvSpPr/>
            <p:nvPr/>
          </p:nvSpPr>
          <p:spPr bwMode="black"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DFF6291-0096-416B-8932-CFAEE8C24CC3}"/>
                </a:ext>
              </a:extLst>
            </p:cNvPr>
            <p:cNvSpPr/>
            <p:nvPr/>
          </p:nvSpPr>
          <p:spPr bwMode="black"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0A9BCD-4E63-42B7-9992-63F009834CC8}"/>
                </a:ext>
              </a:extLst>
            </p:cNvPr>
            <p:cNvSpPr/>
            <p:nvPr/>
          </p:nvSpPr>
          <p:spPr bwMode="black"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45F9331-6EB0-4EF1-AF1B-D8101C2D5B8D}"/>
                </a:ext>
              </a:extLst>
            </p:cNvPr>
            <p:cNvSpPr/>
            <p:nvPr/>
          </p:nvSpPr>
          <p:spPr bwMode="black"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E7CE7BB-5D54-49B3-B53E-541559A726B8}"/>
                </a:ext>
              </a:extLst>
            </p:cNvPr>
            <p:cNvSpPr/>
            <p:nvPr/>
          </p:nvSpPr>
          <p:spPr bwMode="black"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0134D3C-A529-412E-B918-F35B50DB4607}"/>
                </a:ext>
              </a:extLst>
            </p:cNvPr>
            <p:cNvSpPr/>
            <p:nvPr/>
          </p:nvSpPr>
          <p:spPr bwMode="black"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06216BF-A380-4FA9-9B4A-C9DC258CCF12}"/>
                </a:ext>
              </a:extLst>
            </p:cNvPr>
            <p:cNvSpPr/>
            <p:nvPr/>
          </p:nvSpPr>
          <p:spPr bwMode="black"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3FA18A3-B765-448E-A96D-70ECA09B74C4}"/>
                </a:ext>
              </a:extLst>
            </p:cNvPr>
            <p:cNvSpPr/>
            <p:nvPr/>
          </p:nvSpPr>
          <p:spPr bwMode="black"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909F6E8-DEAA-40C5-A466-3C2C305FF26A}"/>
                </a:ext>
              </a:extLst>
            </p:cNvPr>
            <p:cNvSpPr/>
            <p:nvPr/>
          </p:nvSpPr>
          <p:spPr bwMode="black"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C730DF2-B7B8-470D-B166-19B7C7F51A75}"/>
                </a:ext>
              </a:extLst>
            </p:cNvPr>
            <p:cNvSpPr/>
            <p:nvPr/>
          </p:nvSpPr>
          <p:spPr bwMode="black"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5" name="Text Placeholder 53">
            <a:extLst>
              <a:ext uri="{FF2B5EF4-FFF2-40B4-BE49-F238E27FC236}">
                <a16:creationId xmlns:a16="http://schemas.microsoft.com/office/drawing/2014/main" id="{6C6F15D6-83AC-4099-9946-CE8B5A1B72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1333" y="4370504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or Presenter Name</a:t>
            </a:r>
          </a:p>
          <a:p>
            <a:pPr lvl="1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96839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A6D84BC-9F4C-46D1-BCFD-02C11A706D43}"/>
              </a:ext>
            </a:extLst>
          </p:cNvPr>
          <p:cNvGrpSpPr>
            <a:grpSpLocks noChangeAspect="1"/>
          </p:cNvGrpSpPr>
          <p:nvPr/>
        </p:nvGrpSpPr>
        <p:grpSpPr>
          <a:xfrm>
            <a:off x="9544152" y="5543531"/>
            <a:ext cx="2286000" cy="880288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272DA5A-B0A1-4433-AF19-58D29499701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0AB75D-54FA-4127-838D-A2CDC911B648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73C4E44-0B9D-4D7D-A72A-E10AA3E25788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17AEE1-933D-430A-938B-044F9EEF7E0F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A198EB9-1147-497F-9629-D20241548224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489DA5D-3FDF-41B6-8FEC-3BAA766E6DD2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AA4C2C-CCD9-4698-B061-F47DE3A46C8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99E50A-6EE7-43FA-8BC5-A3FC97DE7DC4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B6D96F-3061-42BC-92D0-1BF63F8246F4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E90DD0-D326-4354-B19D-6B25CA8E122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C8EBEE1-EF8C-4C52-8690-44C2ACEA5D7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406D85-B240-4DDD-A872-237D9A7B604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4692158-F77E-4CC1-B129-4C7D59571AE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0135833-3309-460C-8E4A-15D74B05AF6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215576-30F2-4AAD-8485-216D0761A724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97F4014-0506-40C3-9D6E-9D29B34F6404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ECD138-51CC-425A-86A7-D780954B759C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672872F-0F50-4B3B-9CEE-35C229AA0CF9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4A581DD-06BD-44EA-9E2D-8FB253851F9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E29341-2391-4754-93F4-DE7EF2D3370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5B7127F-7A53-40C2-B41D-3D96503E3C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4B5140-BD02-4841-AF70-6D377E4DF2E9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6C21D7B-C520-4401-BFFD-43EA75B9B3F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9B60B4-35FC-49B0-906A-7C704B6B94BA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50272F-F181-4670-9AB4-62C5CF01BC3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128CAF-7E33-41B3-941E-1DA081A62D0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35D844-DD99-4858-9C8F-7E64319ECEC1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B50CFE-2A9A-43B6-BAED-D4D319AF496E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A3220ED-525E-42D0-945D-DABC984A9613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F9C0273-E1F4-49D7-992B-B560253BF39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93ECA97-B97C-4583-903C-CA4913633E3F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E45CBE-6678-447C-B516-5E394D02935C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91440AF-BE0A-4FCF-8580-12C0D6978EDB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24A636-A433-4E44-BCE1-4D747AEE8B2B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C039864-996D-45FB-8953-B06D02EC1B41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252413E-95D4-436B-9CDD-1C43CDFDF645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88C5136-65D1-40F1-A383-12AEB2FDD611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724F851-AB55-47D5-B0E8-62214C52C678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00ABB2F-82B3-4313-9667-9D4CAE736D8E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F1535FC-5A93-427B-B4B5-A62EC2FC69C2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88832EF-632C-43A0-AFE1-06D043A20CAF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72BE12F-3FBC-4635-99C7-4788DC937AE2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5934641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Fun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A6D84BC-9F4C-46D1-BCFD-02C11A706D43}"/>
              </a:ext>
            </a:extLst>
          </p:cNvPr>
          <p:cNvGrpSpPr>
            <a:grpSpLocks noChangeAspect="1"/>
          </p:cNvGrpSpPr>
          <p:nvPr/>
        </p:nvGrpSpPr>
        <p:grpSpPr>
          <a:xfrm>
            <a:off x="7025923" y="5543531"/>
            <a:ext cx="2286000" cy="880288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272DA5A-B0A1-4433-AF19-58D29499701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0AB75D-54FA-4127-838D-A2CDC911B648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73C4E44-0B9D-4D7D-A72A-E10AA3E25788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17AEE1-933D-430A-938B-044F9EEF7E0F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A198EB9-1147-497F-9629-D20241548224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489DA5D-3FDF-41B6-8FEC-3BAA766E6DD2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AA4C2C-CCD9-4698-B061-F47DE3A46C8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99E50A-6EE7-43FA-8BC5-A3FC97DE7DC4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B6D96F-3061-42BC-92D0-1BF63F8246F4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E90DD0-D326-4354-B19D-6B25CA8E122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C8EBEE1-EF8C-4C52-8690-44C2ACEA5D7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406D85-B240-4DDD-A872-237D9A7B604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4692158-F77E-4CC1-B129-4C7D59571AE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0135833-3309-460C-8E4A-15D74B05AF6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215576-30F2-4AAD-8485-216D0761A724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97F4014-0506-40C3-9D6E-9D29B34F6404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ECD138-51CC-425A-86A7-D780954B759C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672872F-0F50-4B3B-9CEE-35C229AA0CF9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4A581DD-06BD-44EA-9E2D-8FB253851F9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E29341-2391-4754-93F4-DE7EF2D3370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5B7127F-7A53-40C2-B41D-3D96503E3C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4B5140-BD02-4841-AF70-6D377E4DF2E9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6C21D7B-C520-4401-BFFD-43EA75B9B3F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9B60B4-35FC-49B0-906A-7C704B6B94BA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50272F-F181-4670-9AB4-62C5CF01BC3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128CAF-7E33-41B3-941E-1DA081A62D0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35D844-DD99-4858-9C8F-7E64319ECEC1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B50CFE-2A9A-43B6-BAED-D4D319AF496E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A3220ED-525E-42D0-945D-DABC984A9613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F9C0273-E1F4-49D7-992B-B560253BF39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93ECA97-B97C-4583-903C-CA4913633E3F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E45CBE-6678-447C-B516-5E394D02935C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91440AF-BE0A-4FCF-8580-12C0D6978EDB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24A636-A433-4E44-BCE1-4D747AEE8B2B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C039864-996D-45FB-8953-B06D02EC1B41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252413E-95D4-436B-9CDD-1C43CDFDF645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88C5136-65D1-40F1-A383-12AEB2FDD611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724F851-AB55-47D5-B0E8-62214C52C678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00ABB2F-82B3-4313-9667-9D4CAE736D8E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F1535FC-5A93-427B-B4B5-A62EC2FC69C2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88832EF-632C-43A0-AFE1-06D043A20CAF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72BE12F-3FBC-4635-99C7-4788DC937AE2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4" name="Graphic 53">
            <a:extLst>
              <a:ext uri="{FF2B5EF4-FFF2-40B4-BE49-F238E27FC236}">
                <a16:creationId xmlns:a16="http://schemas.microsoft.com/office/drawing/2014/main" id="{7044E344-4143-45A0-BB19-DE4ABD736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716080" y="5240354"/>
            <a:ext cx="45719" cy="1348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500323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CA58538C-6DCE-48AB-8A34-6553092FE476}"/>
              </a:ext>
            </a:extLst>
          </p:cNvPr>
          <p:cNvGrpSpPr/>
          <p:nvPr/>
        </p:nvGrpSpPr>
        <p:grpSpPr bwMode="ltGray">
          <a:xfrm>
            <a:off x="0" y="1"/>
            <a:ext cx="5266036" cy="6858000"/>
            <a:chOff x="0" y="1"/>
            <a:chExt cx="5266036" cy="6858000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84F7992-9D3F-4C17-B64D-6183DCA4456E}"/>
                </a:ext>
              </a:extLst>
            </p:cNvPr>
            <p:cNvSpPr/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connsiteX0" fmla="*/ 0 w 5266036"/>
                <a:gd name="connsiteY0" fmla="*/ 0 h 6858000"/>
                <a:gd name="connsiteX1" fmla="*/ 3014696 w 5266036"/>
                <a:gd name="connsiteY1" fmla="*/ 0 h 6858000"/>
                <a:gd name="connsiteX2" fmla="*/ 3040982 w 5266036"/>
                <a:gd name="connsiteY2" fmla="*/ 11408 h 6858000"/>
                <a:gd name="connsiteX3" fmla="*/ 5250901 w 5266036"/>
                <a:gd name="connsiteY3" fmla="*/ 4085922 h 6858000"/>
                <a:gd name="connsiteX4" fmla="*/ 3435696 w 5266036"/>
                <a:gd name="connsiteY4" fmla="*/ 6839477 h 6858000"/>
                <a:gd name="connsiteX5" fmla="*/ 3398836 w 5266036"/>
                <a:gd name="connsiteY5" fmla="*/ 6858000 h 6858000"/>
                <a:gd name="connsiteX6" fmla="*/ 0 w 5266036"/>
                <a:gd name="connsiteY6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rgbClr val="4F217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68B0534-2EEE-4824-8F44-ACC22A3132AF}"/>
                </a:ext>
              </a:extLst>
            </p:cNvPr>
            <p:cNvSpPr/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connsiteX0" fmla="*/ 94635 w 287275"/>
                <a:gd name="connsiteY0" fmla="*/ 646457 h 1443098"/>
                <a:gd name="connsiteX1" fmla="*/ 110030 w 287275"/>
                <a:gd name="connsiteY1" fmla="*/ 646457 h 1443098"/>
                <a:gd name="connsiteX2" fmla="*/ 176725 w 287275"/>
                <a:gd name="connsiteY2" fmla="*/ 1205691 h 1443098"/>
                <a:gd name="connsiteX3" fmla="*/ 17148 w 287275"/>
                <a:gd name="connsiteY3" fmla="*/ 1435626 h 1443098"/>
                <a:gd name="connsiteX4" fmla="*/ 0 w 287275"/>
                <a:gd name="connsiteY4" fmla="*/ 1443098 h 1443098"/>
                <a:gd name="connsiteX5" fmla="*/ 0 w 287275"/>
                <a:gd name="connsiteY5" fmla="*/ 675806 h 1443098"/>
                <a:gd name="connsiteX6" fmla="*/ 79246 w 287275"/>
                <a:gd name="connsiteY6" fmla="*/ 0 h 1443098"/>
                <a:gd name="connsiteX7" fmla="*/ 161336 w 287275"/>
                <a:gd name="connsiteY7" fmla="*/ 10261 h 1443098"/>
                <a:gd name="connsiteX8" fmla="*/ 145941 w 287275"/>
                <a:gd name="connsiteY8" fmla="*/ 287314 h 1443098"/>
                <a:gd name="connsiteX9" fmla="*/ 62169 w 287275"/>
                <a:gd name="connsiteY9" fmla="*/ 305030 h 1443098"/>
                <a:gd name="connsiteX10" fmla="*/ 0 w 287275"/>
                <a:gd name="connsiteY10" fmla="*/ 311825 h 1443098"/>
                <a:gd name="connsiteX11" fmla="*/ 0 w 287275"/>
                <a:gd name="connsiteY11" fmla="*/ 20391 h 144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9E5AB32-14B9-4441-BD18-CA3B7FA72F4A}"/>
                </a:ext>
              </a:extLst>
            </p:cNvPr>
            <p:cNvSpPr/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309186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000131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16" fmla="*/ 0 w 911379"/>
                <a:gd name="connsiteY16" fmla="*/ 0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0 w 911379"/>
                <a:gd name="connsiteY3" fmla="*/ 3000131 h 3315846"/>
                <a:gd name="connsiteX4" fmla="*/ 0 w 911379"/>
                <a:gd name="connsiteY4" fmla="*/ 0 h 3315846"/>
                <a:gd name="connsiteX5" fmla="*/ 63852 w 911379"/>
                <a:gd name="connsiteY5" fmla="*/ 32258 h 3315846"/>
                <a:gd name="connsiteX6" fmla="*/ 253681 w 911379"/>
                <a:gd name="connsiteY6" fmla="*/ 140003 h 3315846"/>
                <a:gd name="connsiteX7" fmla="*/ 376816 w 911379"/>
                <a:gd name="connsiteY7" fmla="*/ 432445 h 3315846"/>
                <a:gd name="connsiteX8" fmla="*/ 587173 w 911379"/>
                <a:gd name="connsiteY8" fmla="*/ 545318 h 3315846"/>
                <a:gd name="connsiteX9" fmla="*/ 900137 w 911379"/>
                <a:gd name="connsiteY9" fmla="*/ 919855 h 3315846"/>
                <a:gd name="connsiteX10" fmla="*/ 664129 w 911379"/>
                <a:gd name="connsiteY10" fmla="*/ 1284126 h 3315846"/>
                <a:gd name="connsiteX11" fmla="*/ 566651 w 911379"/>
                <a:gd name="connsiteY11" fmla="*/ 1684313 h 3315846"/>
                <a:gd name="connsiteX12" fmla="*/ 304987 w 911379"/>
                <a:gd name="connsiteY12" fmla="*/ 2002411 h 3315846"/>
                <a:gd name="connsiteX13" fmla="*/ 63852 w 911379"/>
                <a:gd name="connsiteY13" fmla="*/ 2489821 h 3315846"/>
                <a:gd name="connsiteX14" fmla="*/ 0 w 911379"/>
                <a:gd name="connsiteY14" fmla="*/ 2599608 h 3315846"/>
                <a:gd name="connsiteX15" fmla="*/ 0 w 911379"/>
                <a:gd name="connsiteY15" fmla="*/ 0 h 3315846"/>
                <a:gd name="connsiteX0" fmla="*/ 0 w 911379"/>
                <a:gd name="connsiteY0" fmla="*/ 3000131 h 3027252"/>
                <a:gd name="connsiteX1" fmla="*/ 9176 w 911379"/>
                <a:gd name="connsiteY1" fmla="*/ 3027252 h 3027252"/>
                <a:gd name="connsiteX2" fmla="*/ 0 w 911379"/>
                <a:gd name="connsiteY2" fmla="*/ 3000131 h 3027252"/>
                <a:gd name="connsiteX3" fmla="*/ 0 w 911379"/>
                <a:gd name="connsiteY3" fmla="*/ 0 h 3027252"/>
                <a:gd name="connsiteX4" fmla="*/ 63852 w 911379"/>
                <a:gd name="connsiteY4" fmla="*/ 32258 h 3027252"/>
                <a:gd name="connsiteX5" fmla="*/ 253681 w 911379"/>
                <a:gd name="connsiteY5" fmla="*/ 140003 h 3027252"/>
                <a:gd name="connsiteX6" fmla="*/ 376816 w 911379"/>
                <a:gd name="connsiteY6" fmla="*/ 432445 h 3027252"/>
                <a:gd name="connsiteX7" fmla="*/ 587173 w 911379"/>
                <a:gd name="connsiteY7" fmla="*/ 545318 h 3027252"/>
                <a:gd name="connsiteX8" fmla="*/ 900137 w 911379"/>
                <a:gd name="connsiteY8" fmla="*/ 919855 h 3027252"/>
                <a:gd name="connsiteX9" fmla="*/ 664129 w 911379"/>
                <a:gd name="connsiteY9" fmla="*/ 1284126 h 3027252"/>
                <a:gd name="connsiteX10" fmla="*/ 566651 w 911379"/>
                <a:gd name="connsiteY10" fmla="*/ 1684313 h 3027252"/>
                <a:gd name="connsiteX11" fmla="*/ 304987 w 911379"/>
                <a:gd name="connsiteY11" fmla="*/ 2002411 h 3027252"/>
                <a:gd name="connsiteX12" fmla="*/ 63852 w 911379"/>
                <a:gd name="connsiteY12" fmla="*/ 2489821 h 3027252"/>
                <a:gd name="connsiteX13" fmla="*/ 0 w 911379"/>
                <a:gd name="connsiteY13" fmla="*/ 2599608 h 3027252"/>
                <a:gd name="connsiteX14" fmla="*/ 0 w 911379"/>
                <a:gd name="connsiteY14" fmla="*/ 0 h 3027252"/>
                <a:gd name="connsiteX0" fmla="*/ 0 w 911379"/>
                <a:gd name="connsiteY0" fmla="*/ 0 h 2599608"/>
                <a:gd name="connsiteX1" fmla="*/ 63852 w 911379"/>
                <a:gd name="connsiteY1" fmla="*/ 32258 h 2599608"/>
                <a:gd name="connsiteX2" fmla="*/ 253681 w 911379"/>
                <a:gd name="connsiteY2" fmla="*/ 140003 h 2599608"/>
                <a:gd name="connsiteX3" fmla="*/ 376816 w 911379"/>
                <a:gd name="connsiteY3" fmla="*/ 432445 h 2599608"/>
                <a:gd name="connsiteX4" fmla="*/ 587173 w 911379"/>
                <a:gd name="connsiteY4" fmla="*/ 545318 h 2599608"/>
                <a:gd name="connsiteX5" fmla="*/ 900137 w 911379"/>
                <a:gd name="connsiteY5" fmla="*/ 919855 h 2599608"/>
                <a:gd name="connsiteX6" fmla="*/ 664129 w 911379"/>
                <a:gd name="connsiteY6" fmla="*/ 1284126 h 2599608"/>
                <a:gd name="connsiteX7" fmla="*/ 566651 w 911379"/>
                <a:gd name="connsiteY7" fmla="*/ 1684313 h 2599608"/>
                <a:gd name="connsiteX8" fmla="*/ 304987 w 911379"/>
                <a:gd name="connsiteY8" fmla="*/ 2002411 h 2599608"/>
                <a:gd name="connsiteX9" fmla="*/ 63852 w 911379"/>
                <a:gd name="connsiteY9" fmla="*/ 2489821 h 2599608"/>
                <a:gd name="connsiteX10" fmla="*/ 0 w 911379"/>
                <a:gd name="connsiteY10" fmla="*/ 2599608 h 2599608"/>
                <a:gd name="connsiteX11" fmla="*/ 0 w 911379"/>
                <a:gd name="connsiteY11" fmla="*/ 0 h 259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D488622-94FE-4C3B-93ED-066BAA75BF59}"/>
                </a:ext>
              </a:extLst>
            </p:cNvPr>
            <p:cNvSpPr/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connsiteX0" fmla="*/ 92869 w 209550"/>
                <a:gd name="connsiteY0" fmla="*/ 7144 h 209550"/>
                <a:gd name="connsiteX1" fmla="*/ 92869 w 209550"/>
                <a:gd name="connsiteY1" fmla="*/ 7144 h 209550"/>
                <a:gd name="connsiteX2" fmla="*/ 7144 w 209550"/>
                <a:gd name="connsiteY2" fmla="*/ 29051 h 209550"/>
                <a:gd name="connsiteX3" fmla="*/ 7144 w 209550"/>
                <a:gd name="connsiteY3" fmla="*/ 30004 h 209550"/>
                <a:gd name="connsiteX4" fmla="*/ 16669 w 209550"/>
                <a:gd name="connsiteY4" fmla="*/ 42386 h 209550"/>
                <a:gd name="connsiteX5" fmla="*/ 25241 w 209550"/>
                <a:gd name="connsiteY5" fmla="*/ 41434 h 209550"/>
                <a:gd name="connsiteX6" fmla="*/ 63341 w 209550"/>
                <a:gd name="connsiteY6" fmla="*/ 165259 h 209550"/>
                <a:gd name="connsiteX7" fmla="*/ 88106 w 209550"/>
                <a:gd name="connsiteY7" fmla="*/ 202406 h 209550"/>
                <a:gd name="connsiteX8" fmla="*/ 105251 w 209550"/>
                <a:gd name="connsiteY8" fmla="*/ 193834 h 209550"/>
                <a:gd name="connsiteX9" fmla="*/ 128111 w 209550"/>
                <a:gd name="connsiteY9" fmla="*/ 149066 h 209550"/>
                <a:gd name="connsiteX10" fmla="*/ 165259 w 209550"/>
                <a:gd name="connsiteY10" fmla="*/ 120491 h 209550"/>
                <a:gd name="connsiteX11" fmla="*/ 92869 w 209550"/>
                <a:gd name="connsiteY11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C0FA815-C9EC-4D30-BDA4-05095D08506E}"/>
                </a:ext>
              </a:extLst>
            </p:cNvPr>
            <p:cNvSpPr/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connsiteX0" fmla="*/ 227806 w 600075"/>
                <a:gd name="connsiteY0" fmla="*/ 7144 h 1085850"/>
                <a:gd name="connsiteX1" fmla="*/ 219234 w 600075"/>
                <a:gd name="connsiteY1" fmla="*/ 18574 h 1085850"/>
                <a:gd name="connsiteX2" fmla="*/ 183039 w 600075"/>
                <a:gd name="connsiteY2" fmla="*/ 66199 h 1085850"/>
                <a:gd name="connsiteX3" fmla="*/ 161131 w 600075"/>
                <a:gd name="connsiteY3" fmla="*/ 73819 h 1085850"/>
                <a:gd name="connsiteX4" fmla="*/ 130651 w 600075"/>
                <a:gd name="connsiteY4" fmla="*/ 63341 h 1085850"/>
                <a:gd name="connsiteX5" fmla="*/ 105886 w 600075"/>
                <a:gd name="connsiteY5" fmla="*/ 57626 h 1085850"/>
                <a:gd name="connsiteX6" fmla="*/ 83979 w 600075"/>
                <a:gd name="connsiteY6" fmla="*/ 113824 h 1085850"/>
                <a:gd name="connsiteX7" fmla="*/ 104934 w 600075"/>
                <a:gd name="connsiteY7" fmla="*/ 173831 h 1085850"/>
                <a:gd name="connsiteX8" fmla="*/ 124936 w 600075"/>
                <a:gd name="connsiteY8" fmla="*/ 167164 h 1085850"/>
                <a:gd name="connsiteX9" fmla="*/ 156369 w 600075"/>
                <a:gd name="connsiteY9" fmla="*/ 135731 h 1085850"/>
                <a:gd name="connsiteX10" fmla="*/ 172561 w 600075"/>
                <a:gd name="connsiteY10" fmla="*/ 151924 h 1085850"/>
                <a:gd name="connsiteX11" fmla="*/ 157321 w 600075"/>
                <a:gd name="connsiteY11" fmla="*/ 202406 h 1085850"/>
                <a:gd name="connsiteX12" fmla="*/ 71596 w 600075"/>
                <a:gd name="connsiteY12" fmla="*/ 252889 h 1085850"/>
                <a:gd name="connsiteX13" fmla="*/ 68739 w 600075"/>
                <a:gd name="connsiteY13" fmla="*/ 294799 h 1085850"/>
                <a:gd name="connsiteX14" fmla="*/ 43021 w 600075"/>
                <a:gd name="connsiteY14" fmla="*/ 356711 h 1085850"/>
                <a:gd name="connsiteX15" fmla="*/ 62071 w 600075"/>
                <a:gd name="connsiteY15" fmla="*/ 370999 h 1085850"/>
                <a:gd name="connsiteX16" fmla="*/ 131604 w 600075"/>
                <a:gd name="connsiteY16" fmla="*/ 313849 h 1085850"/>
                <a:gd name="connsiteX17" fmla="*/ 167799 w 600075"/>
                <a:gd name="connsiteY17" fmla="*/ 295751 h 1085850"/>
                <a:gd name="connsiteX18" fmla="*/ 199231 w 600075"/>
                <a:gd name="connsiteY18" fmla="*/ 308134 h 1085850"/>
                <a:gd name="connsiteX19" fmla="*/ 237331 w 600075"/>
                <a:gd name="connsiteY19" fmla="*/ 320516 h 1085850"/>
                <a:gd name="connsiteX20" fmla="*/ 242094 w 600075"/>
                <a:gd name="connsiteY20" fmla="*/ 320516 h 1085850"/>
                <a:gd name="connsiteX21" fmla="*/ 270669 w 600075"/>
                <a:gd name="connsiteY21" fmla="*/ 291941 h 1085850"/>
                <a:gd name="connsiteX22" fmla="*/ 287814 w 600075"/>
                <a:gd name="connsiteY22" fmla="*/ 270034 h 1085850"/>
                <a:gd name="connsiteX23" fmla="*/ 290671 w 600075"/>
                <a:gd name="connsiteY23" fmla="*/ 270034 h 1085850"/>
                <a:gd name="connsiteX24" fmla="*/ 321151 w 600075"/>
                <a:gd name="connsiteY24" fmla="*/ 304324 h 1085850"/>
                <a:gd name="connsiteX25" fmla="*/ 292576 w 600075"/>
                <a:gd name="connsiteY25" fmla="*/ 355759 h 1085850"/>
                <a:gd name="connsiteX26" fmla="*/ 326866 w 600075"/>
                <a:gd name="connsiteY26" fmla="*/ 416719 h 1085850"/>
                <a:gd name="connsiteX27" fmla="*/ 291624 w 600075"/>
                <a:gd name="connsiteY27" fmla="*/ 428149 h 1085850"/>
                <a:gd name="connsiteX28" fmla="*/ 232569 w 600075"/>
                <a:gd name="connsiteY28" fmla="*/ 418624 h 1085850"/>
                <a:gd name="connsiteX29" fmla="*/ 225901 w 600075"/>
                <a:gd name="connsiteY29" fmla="*/ 418624 h 1085850"/>
                <a:gd name="connsiteX30" fmla="*/ 217329 w 600075"/>
                <a:gd name="connsiteY30" fmla="*/ 418624 h 1085850"/>
                <a:gd name="connsiteX31" fmla="*/ 208756 w 600075"/>
                <a:gd name="connsiteY31" fmla="*/ 418624 h 1085850"/>
                <a:gd name="connsiteX32" fmla="*/ 191611 w 600075"/>
                <a:gd name="connsiteY32" fmla="*/ 415766 h 1085850"/>
                <a:gd name="connsiteX33" fmla="*/ 156369 w 600075"/>
                <a:gd name="connsiteY33" fmla="*/ 390049 h 1085850"/>
                <a:gd name="connsiteX34" fmla="*/ 151606 w 600075"/>
                <a:gd name="connsiteY34" fmla="*/ 390049 h 1085850"/>
                <a:gd name="connsiteX35" fmla="*/ 68739 w 600075"/>
                <a:gd name="connsiteY35" fmla="*/ 433864 h 1085850"/>
                <a:gd name="connsiteX36" fmla="*/ 18256 w 600075"/>
                <a:gd name="connsiteY36" fmla="*/ 501491 h 1085850"/>
                <a:gd name="connsiteX37" fmla="*/ 35401 w 600075"/>
                <a:gd name="connsiteY37" fmla="*/ 668179 h 1085850"/>
                <a:gd name="connsiteX38" fmla="*/ 82074 w 600075"/>
                <a:gd name="connsiteY38" fmla="*/ 683419 h 1085850"/>
                <a:gd name="connsiteX39" fmla="*/ 130651 w 600075"/>
                <a:gd name="connsiteY39" fmla="*/ 678656 h 1085850"/>
                <a:gd name="connsiteX40" fmla="*/ 162084 w 600075"/>
                <a:gd name="connsiteY40" fmla="*/ 676751 h 1085850"/>
                <a:gd name="connsiteX41" fmla="*/ 207804 w 600075"/>
                <a:gd name="connsiteY41" fmla="*/ 731044 h 1085850"/>
                <a:gd name="connsiteX42" fmla="*/ 214471 w 600075"/>
                <a:gd name="connsiteY42" fmla="*/ 812006 h 1085850"/>
                <a:gd name="connsiteX43" fmla="*/ 233521 w 600075"/>
                <a:gd name="connsiteY43" fmla="*/ 892016 h 1085850"/>
                <a:gd name="connsiteX44" fmla="*/ 202089 w 600075"/>
                <a:gd name="connsiteY44" fmla="*/ 1046321 h 1085850"/>
                <a:gd name="connsiteX45" fmla="*/ 223044 w 600075"/>
                <a:gd name="connsiteY45" fmla="*/ 1084421 h 1085850"/>
                <a:gd name="connsiteX46" fmla="*/ 256381 w 600075"/>
                <a:gd name="connsiteY46" fmla="*/ 1060609 h 1085850"/>
                <a:gd name="connsiteX47" fmla="*/ 335439 w 600075"/>
                <a:gd name="connsiteY47" fmla="*/ 977741 h 1085850"/>
                <a:gd name="connsiteX48" fmla="*/ 402114 w 600075"/>
                <a:gd name="connsiteY48" fmla="*/ 823436 h 1085850"/>
                <a:gd name="connsiteX49" fmla="*/ 404971 w 600075"/>
                <a:gd name="connsiteY49" fmla="*/ 746284 h 1085850"/>
                <a:gd name="connsiteX50" fmla="*/ 446881 w 600075"/>
                <a:gd name="connsiteY50" fmla="*/ 645319 h 1085850"/>
                <a:gd name="connsiteX51" fmla="*/ 434499 w 600075"/>
                <a:gd name="connsiteY51" fmla="*/ 600551 h 1085850"/>
                <a:gd name="connsiteX52" fmla="*/ 444024 w 600075"/>
                <a:gd name="connsiteY52" fmla="*/ 549116 h 1085850"/>
                <a:gd name="connsiteX53" fmla="*/ 466884 w 600075"/>
                <a:gd name="connsiteY53" fmla="*/ 499586 h 1085850"/>
                <a:gd name="connsiteX54" fmla="*/ 431641 w 600075"/>
                <a:gd name="connsiteY54" fmla="*/ 443389 h 1085850"/>
                <a:gd name="connsiteX55" fmla="*/ 446881 w 600075"/>
                <a:gd name="connsiteY55" fmla="*/ 440531 h 1085850"/>
                <a:gd name="connsiteX56" fmla="*/ 528796 w 600075"/>
                <a:gd name="connsiteY56" fmla="*/ 591979 h 1085850"/>
                <a:gd name="connsiteX57" fmla="*/ 551656 w 600075"/>
                <a:gd name="connsiteY57" fmla="*/ 634841 h 1085850"/>
                <a:gd name="connsiteX58" fmla="*/ 570706 w 600075"/>
                <a:gd name="connsiteY58" fmla="*/ 602456 h 1085850"/>
                <a:gd name="connsiteX59" fmla="*/ 592614 w 600075"/>
                <a:gd name="connsiteY59" fmla="*/ 519589 h 1085850"/>
                <a:gd name="connsiteX60" fmla="*/ 563086 w 600075"/>
                <a:gd name="connsiteY60" fmla="*/ 356711 h 1085850"/>
                <a:gd name="connsiteX61" fmla="*/ 450691 w 600075"/>
                <a:gd name="connsiteY61" fmla="*/ 161449 h 1085850"/>
                <a:gd name="connsiteX62" fmla="*/ 227806 w 600075"/>
                <a:gd name="connsiteY62" fmla="*/ 7144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F4D19D0-5A2E-4607-8554-BC7B192680F6}"/>
                </a:ext>
              </a:extLst>
            </p:cNvPr>
            <p:cNvSpPr/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connsiteX0" fmla="*/ 192849 w 209550"/>
                <a:gd name="connsiteY0" fmla="*/ 7144 h 409575"/>
                <a:gd name="connsiteX1" fmla="*/ 161417 w 209550"/>
                <a:gd name="connsiteY1" fmla="*/ 45244 h 409575"/>
                <a:gd name="connsiteX2" fmla="*/ 154749 w 209550"/>
                <a:gd name="connsiteY2" fmla="*/ 99536 h 409575"/>
                <a:gd name="connsiteX3" fmla="*/ 120459 w 209550"/>
                <a:gd name="connsiteY3" fmla="*/ 171926 h 409575"/>
                <a:gd name="connsiteX4" fmla="*/ 74739 w 209550"/>
                <a:gd name="connsiteY4" fmla="*/ 258604 h 409575"/>
                <a:gd name="connsiteX5" fmla="*/ 10921 w 209550"/>
                <a:gd name="connsiteY5" fmla="*/ 329089 h 409575"/>
                <a:gd name="connsiteX6" fmla="*/ 9969 w 209550"/>
                <a:gd name="connsiteY6" fmla="*/ 395764 h 409575"/>
                <a:gd name="connsiteX7" fmla="*/ 22351 w 209550"/>
                <a:gd name="connsiteY7" fmla="*/ 407194 h 409575"/>
                <a:gd name="connsiteX8" fmla="*/ 28066 w 209550"/>
                <a:gd name="connsiteY8" fmla="*/ 405289 h 409575"/>
                <a:gd name="connsiteX9" fmla="*/ 42354 w 209550"/>
                <a:gd name="connsiteY9" fmla="*/ 391954 h 409575"/>
                <a:gd name="connsiteX10" fmla="*/ 69976 w 209550"/>
                <a:gd name="connsiteY10" fmla="*/ 351949 h 409575"/>
                <a:gd name="connsiteX11" fmla="*/ 163321 w 209550"/>
                <a:gd name="connsiteY11" fmla="*/ 190024 h 409575"/>
                <a:gd name="connsiteX12" fmla="*/ 199517 w 209550"/>
                <a:gd name="connsiteY12" fmla="*/ 19526 h 409575"/>
                <a:gd name="connsiteX13" fmla="*/ 192849 w 209550"/>
                <a:gd name="connsiteY13" fmla="*/ 7144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7B06B57-87F2-4999-9051-9130D4219140}"/>
                </a:ext>
              </a:extLst>
            </p:cNvPr>
            <p:cNvSpPr/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connsiteX0" fmla="*/ 68197 w 66675"/>
                <a:gd name="connsiteY0" fmla="*/ 7144 h 133350"/>
                <a:gd name="connsiteX1" fmla="*/ 55814 w 66675"/>
                <a:gd name="connsiteY1" fmla="*/ 26194 h 133350"/>
                <a:gd name="connsiteX2" fmla="*/ 8189 w 66675"/>
                <a:gd name="connsiteY2" fmla="*/ 133826 h 133350"/>
                <a:gd name="connsiteX3" fmla="*/ 68197 w 66675"/>
                <a:gd name="connsiteY3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6E1C2E2-BB89-4D6F-9E26-4819552D2F46}"/>
              </a:ext>
            </a:extLst>
          </p:cNvPr>
          <p:cNvGrpSpPr>
            <a:grpSpLocks noChangeAspect="1"/>
          </p:cNvGrpSpPr>
          <p:nvPr/>
        </p:nvGrpSpPr>
        <p:grpSpPr>
          <a:xfrm>
            <a:off x="1075883" y="5227486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51AEA87-C235-450A-AFCD-D7D7402D584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5CE8A05-C7FA-4C3B-8336-544EA5285D5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BA579D5-98DD-4625-9DD5-1FCE1B6ABB39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511275-1C6B-4F4E-8A9B-E40DF8FAEF2B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38331E1-8771-498E-825A-8979204BF675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E0F7623-F722-46A3-8DCD-E4C303E014A0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92D88A5-EFC5-4878-92A8-90872B618E80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2C98FC1-954B-4A65-A246-E2EB71113B59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E73EAB4-BAF9-4B68-B129-BC041994C622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9538EBC-4DC7-4383-9295-D6A8D0233665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DA212C6-92C7-4E68-89C9-A94713A119D9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52029A9-C9A8-49B6-B3B4-DDB77AA1AAB4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9F85ABB-A50C-40B7-AC49-BB3E72D927CF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2DD841B-152A-4831-B1D2-6E495BE1B1B6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F594510-C333-4EE6-9A81-F5B5D6794F1E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809C24-BB35-4731-AFC5-357428D0ACB1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A77C51A-62BE-45E9-AE30-EEEE66586901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BDEFB69-A427-4EE9-9048-F231BA101167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6719ABB-E490-4463-9FFA-AE200A2AD7A1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79D5D20-EE89-4A8B-9699-D9683301D220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D26498-FDBF-440C-8464-BDE4887B9840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8BDF441-371D-4336-BFE3-6AB3A6129E3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8BAD5CD-434F-4D77-8BD2-26C750766026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02F9BDB-7819-4E53-AED0-AEFFFB5D36A6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FE22129-481A-4C11-B764-0A44426B8CB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6673DCB-4EF6-4931-8C51-40ABA4BC6E4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AE53901-D870-4D3D-ABDA-84C6C826D55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70687E-1688-4C6E-AD4E-6AF6091422E5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91D8D8-0C05-411F-B7B8-8CA246B7B42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C9E9740-267B-494C-8D33-85F618C926FA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4A535C0-EFC9-4E88-9ED6-FA4561E43589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CA09B03-C6FB-46E6-AB89-1A6C42A51B4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36A51AB-A18D-4440-9151-7933E6130ED3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4BC48AB-7E8A-4959-9518-594EE8ED2EBA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F7B36F4-4E99-4CE6-BA86-BFDECD3FB1EA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BF9BE4F-4C44-4FF7-A214-ED9C63856F18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7F22B60-EF17-465C-8727-A1F0ACE58BA8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1B18E76-E2CA-4B40-93A3-5CA062AC31EB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4815080-B3AE-49B7-AE41-2545F7485078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F114B3A-7B5E-4A7A-BD2A-B116B303AE1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536130B-73EE-4E3D-9780-9C55A1656313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FD41130-7459-4A04-89E6-B467E7827050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0129EEC-9B42-496F-A2D1-85996ED46E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 anchor="b"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C3C0E5-30C1-434C-9ECA-434F7A55C49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or Presenter Name</a:t>
            </a:r>
          </a:p>
        </p:txBody>
      </p:sp>
    </p:spTree>
    <p:extLst>
      <p:ext uri="{BB962C8B-B14F-4D97-AF65-F5344CB8AC3E}">
        <p14:creationId xmlns:p14="http://schemas.microsoft.com/office/powerpoint/2010/main" val="8763710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71D965E-4C58-47A3-8D87-9119AC8962E8}"/>
              </a:ext>
            </a:extLst>
          </p:cNvPr>
          <p:cNvSpPr/>
          <p:nvPr/>
        </p:nvSpPr>
        <p:spPr bwMode="white">
          <a:xfrm>
            <a:off x="1" y="0"/>
            <a:ext cx="5538665" cy="6858000"/>
          </a:xfrm>
          <a:custGeom>
            <a:avLst/>
            <a:gdLst>
              <a:gd name="connsiteX0" fmla="*/ 0 w 5538665"/>
              <a:gd name="connsiteY0" fmla="*/ 0 h 6853445"/>
              <a:gd name="connsiteX1" fmla="*/ 3789661 w 5538665"/>
              <a:gd name="connsiteY1" fmla="*/ 0 h 6853445"/>
              <a:gd name="connsiteX2" fmla="*/ 3864039 w 5538665"/>
              <a:gd name="connsiteY2" fmla="*/ 48915 h 6853445"/>
              <a:gd name="connsiteX3" fmla="*/ 5522925 w 5538665"/>
              <a:gd name="connsiteY3" fmla="*/ 3895777 h 6853445"/>
              <a:gd name="connsiteX4" fmla="*/ 3442584 w 5538665"/>
              <a:gd name="connsiteY4" fmla="*/ 6852853 h 6853445"/>
              <a:gd name="connsiteX5" fmla="*/ 3441243 w 5538665"/>
              <a:gd name="connsiteY5" fmla="*/ 6853445 h 6853445"/>
              <a:gd name="connsiteX6" fmla="*/ 0 w 5538665"/>
              <a:gd name="connsiteY6" fmla="*/ 6853445 h 6853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0008707-373C-4868-B058-05072F020C5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r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38896218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Arr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30312BD-1466-44B1-91B9-A5BC6B67C99E}"/>
              </a:ext>
            </a:extLst>
          </p:cNvPr>
          <p:cNvSpPr/>
          <p:nvPr/>
        </p:nvSpPr>
        <p:spPr bwMode="white">
          <a:xfrm>
            <a:off x="0" y="271458"/>
            <a:ext cx="5590219" cy="6586542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DC7C04E-5ED8-4EA9-8321-1C3F398CE0C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4455496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Hexag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F4730513-B885-49F0-9C17-F45E71DFE844}"/>
              </a:ext>
            </a:extLst>
          </p:cNvPr>
          <p:cNvSpPr/>
          <p:nvPr/>
        </p:nvSpPr>
        <p:spPr bwMode="white">
          <a:xfrm>
            <a:off x="0" y="0"/>
            <a:ext cx="6003366" cy="6105046"/>
          </a:xfrm>
          <a:custGeom>
            <a:avLst/>
            <a:gdLst>
              <a:gd name="connsiteX0" fmla="*/ 0 w 6003366"/>
              <a:gd name="connsiteY0" fmla="*/ 0 h 6105046"/>
              <a:gd name="connsiteX1" fmla="*/ 4639238 w 6003366"/>
              <a:gd name="connsiteY1" fmla="*/ 0 h 6105046"/>
              <a:gd name="connsiteX2" fmla="*/ 4663657 w 6003366"/>
              <a:gd name="connsiteY2" fmla="*/ 38495 h 6105046"/>
              <a:gd name="connsiteX3" fmla="*/ 5718321 w 6003366"/>
              <a:gd name="connsiteY3" fmla="*/ 1734501 h 6105046"/>
              <a:gd name="connsiteX4" fmla="*/ 6003366 w 6003366"/>
              <a:gd name="connsiteY4" fmla="*/ 2432867 h 6105046"/>
              <a:gd name="connsiteX5" fmla="*/ 5775330 w 6003366"/>
              <a:gd name="connsiteY5" fmla="*/ 3131218 h 6105046"/>
              <a:gd name="connsiteX6" fmla="*/ 4449866 w 6003366"/>
              <a:gd name="connsiteY6" fmla="*/ 5696617 h 6105046"/>
              <a:gd name="connsiteX7" fmla="*/ 4250335 w 6003366"/>
              <a:gd name="connsiteY7" fmla="*/ 5981661 h 6105046"/>
              <a:gd name="connsiteX8" fmla="*/ 3780019 w 6003366"/>
              <a:gd name="connsiteY8" fmla="*/ 6095679 h 6105046"/>
              <a:gd name="connsiteX9" fmla="*/ 1171855 w 6003366"/>
              <a:gd name="connsiteY9" fmla="*/ 6081434 h 6105046"/>
              <a:gd name="connsiteX10" fmla="*/ 459244 w 6003366"/>
              <a:gd name="connsiteY10" fmla="*/ 5967416 h 6105046"/>
              <a:gd name="connsiteX11" fmla="*/ 58904 w 6003366"/>
              <a:gd name="connsiteY11" fmla="*/ 5687075 h 6105046"/>
              <a:gd name="connsiteX12" fmla="*/ 0 w 6003366"/>
              <a:gd name="connsiteY12" fmla="*/ 5620135 h 610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C95E134-4758-4A15-97D4-E85BCD1919D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21377407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A6159-B06A-4786-B440-2BBF2AD8C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 anchor="b"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1094D5-7DA6-4745-8DC9-C1C7B6A3584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3226113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rcle Number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429212D-B00C-4BBB-BB9D-1666236C692B}"/>
              </a:ext>
            </a:extLst>
          </p:cNvPr>
          <p:cNvSpPr/>
          <p:nvPr/>
        </p:nvSpPr>
        <p:spPr bwMode="ltGray"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  <a:gd name="connsiteX4" fmla="*/ 0 w 12192000"/>
              <a:gd name="connsiteY4" fmla="*/ 5990842 h 6858000"/>
              <a:gd name="connsiteX5" fmla="*/ 150975 w 12192000"/>
              <a:gd name="connsiteY5" fmla="*/ 5998474 h 6858000"/>
              <a:gd name="connsiteX6" fmla="*/ 5193108 w 12192000"/>
              <a:gd name="connsiteY6" fmla="*/ 6001978 h 6858000"/>
              <a:gd name="connsiteX7" fmla="*/ 8558788 w 12192000"/>
              <a:gd name="connsiteY7" fmla="*/ 6014203 h 6858000"/>
              <a:gd name="connsiteX8" fmla="*/ 11288459 w 12192000"/>
              <a:gd name="connsiteY8" fmla="*/ 6050854 h 6858000"/>
              <a:gd name="connsiteX9" fmla="*/ 11871493 w 12192000"/>
              <a:gd name="connsiteY9" fmla="*/ 5281048 h 6858000"/>
              <a:gd name="connsiteX10" fmla="*/ 11897981 w 12192000"/>
              <a:gd name="connsiteY10" fmla="*/ 3643667 h 6858000"/>
              <a:gd name="connsiteX11" fmla="*/ 11924496 w 12192000"/>
              <a:gd name="connsiteY11" fmla="*/ 2409516 h 6858000"/>
              <a:gd name="connsiteX12" fmla="*/ 11924496 w 12192000"/>
              <a:gd name="connsiteY12" fmla="*/ 1554168 h 6858000"/>
              <a:gd name="connsiteX13" fmla="*/ 11844978 w 12192000"/>
              <a:gd name="connsiteY13" fmla="*/ 491099 h 6858000"/>
              <a:gd name="connsiteX14" fmla="*/ 10943926 w 12192000"/>
              <a:gd name="connsiteY14" fmla="*/ 295591 h 6858000"/>
              <a:gd name="connsiteX15" fmla="*/ 10016386 w 12192000"/>
              <a:gd name="connsiteY15" fmla="*/ 283365 h 6858000"/>
              <a:gd name="connsiteX16" fmla="*/ 9062331 w 12192000"/>
              <a:gd name="connsiteY16" fmla="*/ 222275 h 6858000"/>
              <a:gd name="connsiteX17" fmla="*/ 1906918 w 12192000"/>
              <a:gd name="connsiteY17" fmla="*/ 271152 h 6858000"/>
              <a:gd name="connsiteX18" fmla="*/ 581842 w 12192000"/>
              <a:gd name="connsiteY18" fmla="*/ 332242 h 6858000"/>
              <a:gd name="connsiteX19" fmla="*/ 39127 w 12192000"/>
              <a:gd name="connsiteY19" fmla="*/ 367898 h 6858000"/>
              <a:gd name="connsiteX20" fmla="*/ 0 w 12192000"/>
              <a:gd name="connsiteY20" fmla="*/ 37256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5990842"/>
                </a:lnTo>
                <a:lnTo>
                  <a:pt x="150975" y="5998474"/>
                </a:lnTo>
                <a:cubicBezTo>
                  <a:pt x="1703185" y="6058110"/>
                  <a:pt x="3407556" y="6001978"/>
                  <a:pt x="5193108" y="6001978"/>
                </a:cubicBezTo>
                <a:cubicBezTo>
                  <a:pt x="6226654" y="6001978"/>
                  <a:pt x="7551730" y="6026417"/>
                  <a:pt x="8558788" y="6014203"/>
                </a:cubicBezTo>
                <a:cubicBezTo>
                  <a:pt x="8876806" y="6001978"/>
                  <a:pt x="10970441" y="6050854"/>
                  <a:pt x="11288459" y="6050854"/>
                </a:cubicBezTo>
                <a:cubicBezTo>
                  <a:pt x="11977499" y="6050854"/>
                  <a:pt x="11871493" y="5659839"/>
                  <a:pt x="11871493" y="5281048"/>
                </a:cubicBezTo>
                <a:cubicBezTo>
                  <a:pt x="11844978" y="4731174"/>
                  <a:pt x="11950984" y="4193527"/>
                  <a:pt x="11897981" y="3643667"/>
                </a:cubicBezTo>
                <a:cubicBezTo>
                  <a:pt x="11871493" y="3240426"/>
                  <a:pt x="11950984" y="2812758"/>
                  <a:pt x="11924496" y="2409516"/>
                </a:cubicBezTo>
                <a:cubicBezTo>
                  <a:pt x="11897981" y="2128479"/>
                  <a:pt x="11950984" y="1835217"/>
                  <a:pt x="11924496" y="1554168"/>
                </a:cubicBezTo>
                <a:cubicBezTo>
                  <a:pt x="11897981" y="1273131"/>
                  <a:pt x="11950984" y="857677"/>
                  <a:pt x="11844978" y="491099"/>
                </a:cubicBezTo>
                <a:cubicBezTo>
                  <a:pt x="11791974" y="344467"/>
                  <a:pt x="11314947" y="320030"/>
                  <a:pt x="10943926" y="295591"/>
                </a:cubicBezTo>
                <a:cubicBezTo>
                  <a:pt x="10731913" y="283365"/>
                  <a:pt x="10334404" y="307804"/>
                  <a:pt x="10016386" y="283365"/>
                </a:cubicBezTo>
                <a:cubicBezTo>
                  <a:pt x="9777858" y="258927"/>
                  <a:pt x="9327346" y="222275"/>
                  <a:pt x="9062331" y="222275"/>
                </a:cubicBezTo>
                <a:cubicBezTo>
                  <a:pt x="6359175" y="185611"/>
                  <a:pt x="5034099" y="258927"/>
                  <a:pt x="1906918" y="271152"/>
                </a:cubicBezTo>
                <a:cubicBezTo>
                  <a:pt x="1615388" y="271152"/>
                  <a:pt x="1217879" y="271152"/>
                  <a:pt x="581842" y="332242"/>
                </a:cubicBezTo>
                <a:cubicBezTo>
                  <a:pt x="363204" y="350571"/>
                  <a:pt x="185559" y="355153"/>
                  <a:pt x="39127" y="367898"/>
                </a:cubicBezTo>
                <a:lnTo>
                  <a:pt x="0" y="37256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4F0FFF-5D36-4549-8268-45CFD81894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2" y="429065"/>
            <a:ext cx="11294180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2CAF28-BA8C-48BC-AC7B-67ED87054B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FDD4960-69A7-4E3C-9AD4-21496392E0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F74DF74-F5E9-4644-AFC4-45DD819ED1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FD305FA-3E8C-4125-9A77-5EC36A2132EA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155931C-326F-4267-9BC5-89EB4D2E96F6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72C407B-D3EF-4996-A77D-4376FAEF30F9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75D4722-DDE2-4E36-ADA4-6B4FF78954BA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BE1D7AF-956D-4A32-B45C-0B84DA0E4E1A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E905069-5A9F-4256-9865-26C748322AAC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21AE7A8-58AC-45E5-8868-AE57A64019A6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4DFD2FB-510C-4156-98D8-02939396C287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A471C0-6209-4B7B-901C-48CCE2BC7D5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31BB416-75D8-47BF-9E4E-9027F57E85DD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B78440-7F62-4D79-9483-861B628F32D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C9D7D0A-4F73-4194-9757-8A00A890A672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5246292-11FA-4726-9072-DDDA78218BFC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ACEC316-BA5C-440C-89BF-6FE143520B34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35751A7-0636-4A94-82A5-061081DF9E1F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B40D30E-3FD1-4BB4-B9AC-09DA2F2D5CE1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B44342E-62F3-4A6E-9AEC-F34D3436B671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9857CCB-8FF9-4139-8A9B-3C59A36A0348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C1A0A4-BD0A-43E3-AA8C-35E9A0DA95ED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DC71C56-C4F6-45F5-9717-6FFB05DFB38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669EF73-3FE0-4CA9-8956-AE8D9E8EF522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566FE17-6DFB-4B41-9F21-2F7F40BFEFC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296D45-E00F-46CB-8C2E-441F3F4EEBB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D99CC68-D3E2-4B92-ADB7-0C09AF4A4A84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D9F3B7D-3D0E-46E7-8821-91592A37E87D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6789F94-77D1-419E-9CB0-17B67011192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E33C35F-2A47-43BD-A69C-C7EEB1924394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F2F4E1C-4B0E-4041-AFAD-37EBA7110ECE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BD4128C-C42F-4336-BDBD-E914A28EFC6F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6CA1296-E56E-4964-A66F-3EB3E89A123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92FBFDE-3137-468A-8F8D-05A481D5D8C8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C916629-4CAD-4AF4-9647-09F37B1F9C13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634B62B-26FD-4099-9C72-DED3E7F20DC3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5DE5C31-EDDF-4BF1-8681-14E1D78A16D0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A123048-4C12-46AC-9243-BF2263C43BE6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D2174A2-CA7D-446C-AD8A-8C4DE990DD26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A074F1E-F61E-4BB1-A6F8-4B878375C02B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7E978CE-B7FC-4134-A0E0-BB1C5A9FD98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D2DE57F-1699-43AB-8646-668F794713B2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8E0DB68-7257-4198-9DF3-32DE34D75DC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7C41A0D-C2E3-4D53-84BE-98D0A1FDB835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0CBCB5D-8273-445A-953A-CC3C6A32C121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3B3252F-B372-453C-853F-96C6D6241684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53" name="Text Placeholder 53">
            <a:extLst>
              <a:ext uri="{FF2B5EF4-FFF2-40B4-BE49-F238E27FC236}">
                <a16:creationId xmlns:a16="http://schemas.microsoft.com/office/drawing/2014/main" id="{A06BB12E-B6C0-430E-92B2-14BF001693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71551" y="144471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first item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669D2195-8E5A-403C-9846-2544DFFAF2B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141837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59" name="Text Placeholder 53">
            <a:extLst>
              <a:ext uri="{FF2B5EF4-FFF2-40B4-BE49-F238E27FC236}">
                <a16:creationId xmlns:a16="http://schemas.microsoft.com/office/drawing/2014/main" id="{A7B5E7A9-B9DF-45F8-A739-FC8A9096C72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71551" y="21071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0" name="Text Placeholder 59">
            <a:extLst>
              <a:ext uri="{FF2B5EF4-FFF2-40B4-BE49-F238E27FC236}">
                <a16:creationId xmlns:a16="http://schemas.microsoft.com/office/drawing/2014/main" id="{A21D3DEF-A031-45FE-89E2-41EF0AF9C96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1001" y="20808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1" name="Text Placeholder 53">
            <a:extLst>
              <a:ext uri="{FF2B5EF4-FFF2-40B4-BE49-F238E27FC236}">
                <a16:creationId xmlns:a16="http://schemas.microsoft.com/office/drawing/2014/main" id="{843991E2-821D-4ADE-B4B2-D73D36D98A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71551" y="27749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2" name="Text Placeholder 61">
            <a:extLst>
              <a:ext uri="{FF2B5EF4-FFF2-40B4-BE49-F238E27FC236}">
                <a16:creationId xmlns:a16="http://schemas.microsoft.com/office/drawing/2014/main" id="{CCF9AAF0-8A4F-48C4-AC54-27C04E2014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81001" y="27486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3" name="Text Placeholder 53">
            <a:extLst>
              <a:ext uri="{FF2B5EF4-FFF2-40B4-BE49-F238E27FC236}">
                <a16:creationId xmlns:a16="http://schemas.microsoft.com/office/drawing/2014/main" id="{5235ED59-3C41-47EE-B906-51D1E578E39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1551" y="34691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4" name="Text Placeholder 63">
            <a:extLst>
              <a:ext uri="{FF2B5EF4-FFF2-40B4-BE49-F238E27FC236}">
                <a16:creationId xmlns:a16="http://schemas.microsoft.com/office/drawing/2014/main" id="{4280E422-A0A9-40DF-9122-00AD1444FB5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81001" y="34428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5" name="Text Placeholder 53">
            <a:extLst>
              <a:ext uri="{FF2B5EF4-FFF2-40B4-BE49-F238E27FC236}">
                <a16:creationId xmlns:a16="http://schemas.microsoft.com/office/drawing/2014/main" id="{AECA80CA-9F74-4096-9C45-C057913B588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71551" y="41264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6" name="Text Placeholder 65">
            <a:extLst>
              <a:ext uri="{FF2B5EF4-FFF2-40B4-BE49-F238E27FC236}">
                <a16:creationId xmlns:a16="http://schemas.microsoft.com/office/drawing/2014/main" id="{B6CAD1F9-5950-4D84-A97B-25108B1277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81001" y="41001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7" name="Text Placeholder 53">
            <a:extLst>
              <a:ext uri="{FF2B5EF4-FFF2-40B4-BE49-F238E27FC236}">
                <a16:creationId xmlns:a16="http://schemas.microsoft.com/office/drawing/2014/main" id="{A4C226B7-27E7-48B6-9ACD-14E208CD447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71551" y="479226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8" name="Text Placeholder 67">
            <a:extLst>
              <a:ext uri="{FF2B5EF4-FFF2-40B4-BE49-F238E27FC236}">
                <a16:creationId xmlns:a16="http://schemas.microsoft.com/office/drawing/2014/main" id="{D0EA1119-3409-4D86-8187-1CFFEF0DF14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81001" y="476592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9" name="Text Placeholder 53">
            <a:extLst>
              <a:ext uri="{FF2B5EF4-FFF2-40B4-BE49-F238E27FC236}">
                <a16:creationId xmlns:a16="http://schemas.microsoft.com/office/drawing/2014/main" id="{DF220140-A17A-47FD-96A9-63441622845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45301" y="144471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0" name="Text Placeholder 69">
            <a:extLst>
              <a:ext uri="{FF2B5EF4-FFF2-40B4-BE49-F238E27FC236}">
                <a16:creationId xmlns:a16="http://schemas.microsoft.com/office/drawing/2014/main" id="{D5C5A157-E82E-413B-BB5A-5BB8F6F13C7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254751" y="141837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1" name="Text Placeholder 53">
            <a:extLst>
              <a:ext uri="{FF2B5EF4-FFF2-40B4-BE49-F238E27FC236}">
                <a16:creationId xmlns:a16="http://schemas.microsoft.com/office/drawing/2014/main" id="{BD21E496-D37E-4761-8172-822F85DCF01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45301" y="21071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2" name="Text Placeholder 71">
            <a:extLst>
              <a:ext uri="{FF2B5EF4-FFF2-40B4-BE49-F238E27FC236}">
                <a16:creationId xmlns:a16="http://schemas.microsoft.com/office/drawing/2014/main" id="{E0EF41A7-D380-4CC9-9EC8-D362F1F0B13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254751" y="20808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3" name="Text Placeholder 53">
            <a:extLst>
              <a:ext uri="{FF2B5EF4-FFF2-40B4-BE49-F238E27FC236}">
                <a16:creationId xmlns:a16="http://schemas.microsoft.com/office/drawing/2014/main" id="{4F469721-F9C8-4264-985A-69119F52CAC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45301" y="27749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4" name="Text Placeholder 73">
            <a:extLst>
              <a:ext uri="{FF2B5EF4-FFF2-40B4-BE49-F238E27FC236}">
                <a16:creationId xmlns:a16="http://schemas.microsoft.com/office/drawing/2014/main" id="{FECC6C45-1A8B-4F2F-B1E3-9FE603D3F2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254751" y="27486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5" name="Text Placeholder 53">
            <a:extLst>
              <a:ext uri="{FF2B5EF4-FFF2-40B4-BE49-F238E27FC236}">
                <a16:creationId xmlns:a16="http://schemas.microsoft.com/office/drawing/2014/main" id="{9C294EA6-0710-4E2B-9FE5-E2AA43EB745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45301" y="34691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76" name="Text Placeholder 75">
            <a:extLst>
              <a:ext uri="{FF2B5EF4-FFF2-40B4-BE49-F238E27FC236}">
                <a16:creationId xmlns:a16="http://schemas.microsoft.com/office/drawing/2014/main" id="{C167E3BD-01BA-46B0-8C56-C2139417F9BA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54751" y="34428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7" name="Text Placeholder 53">
            <a:extLst>
              <a:ext uri="{FF2B5EF4-FFF2-40B4-BE49-F238E27FC236}">
                <a16:creationId xmlns:a16="http://schemas.microsoft.com/office/drawing/2014/main" id="{CC08D11D-1C9F-4E62-B3A8-39C8892D767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45301" y="41264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78" name="Text Placeholder 77">
            <a:extLst>
              <a:ext uri="{FF2B5EF4-FFF2-40B4-BE49-F238E27FC236}">
                <a16:creationId xmlns:a16="http://schemas.microsoft.com/office/drawing/2014/main" id="{E99AB11B-9D32-4DF8-80A4-930B735446C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254751" y="41001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9" name="Text Placeholder 53">
            <a:extLst>
              <a:ext uri="{FF2B5EF4-FFF2-40B4-BE49-F238E27FC236}">
                <a16:creationId xmlns:a16="http://schemas.microsoft.com/office/drawing/2014/main" id="{F8CCC2D7-D1BC-4EB8-BB66-1CCA97A45B63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45301" y="479226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80" name="Text Placeholder 79">
            <a:extLst>
              <a:ext uri="{FF2B5EF4-FFF2-40B4-BE49-F238E27FC236}">
                <a16:creationId xmlns:a16="http://schemas.microsoft.com/office/drawing/2014/main" id="{8C487161-30FF-4175-B33D-D4EFB0DD4EAE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54751" y="476592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</p:spTree>
    <p:extLst>
      <p:ext uri="{BB962C8B-B14F-4D97-AF65-F5344CB8AC3E}">
        <p14:creationId xmlns:p14="http://schemas.microsoft.com/office/powerpoint/2010/main" val="274796139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rrow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67A9474-DCF8-444C-9F9E-D4D5FF840D78}"/>
              </a:ext>
            </a:extLst>
          </p:cNvPr>
          <p:cNvSpPr/>
          <p:nvPr/>
        </p:nvSpPr>
        <p:spPr>
          <a:xfrm>
            <a:off x="0" y="308486"/>
            <a:ext cx="4118657" cy="3661435"/>
          </a:xfrm>
          <a:custGeom>
            <a:avLst/>
            <a:gdLst>
              <a:gd name="connsiteX0" fmla="*/ 2315158 w 4118657"/>
              <a:gd name="connsiteY0" fmla="*/ 0 h 3661435"/>
              <a:gd name="connsiteX1" fmla="*/ 2321167 w 4118657"/>
              <a:gd name="connsiteY1" fmla="*/ 0 h 3661435"/>
              <a:gd name="connsiteX2" fmla="*/ 3782138 w 4118657"/>
              <a:gd name="connsiteY2" fmla="*/ 1376794 h 3661435"/>
              <a:gd name="connsiteX3" fmla="*/ 4106797 w 4118657"/>
              <a:gd name="connsiteY3" fmla="*/ 2026113 h 3661435"/>
              <a:gd name="connsiteX4" fmla="*/ 3896366 w 4118657"/>
              <a:gd name="connsiteY4" fmla="*/ 2338748 h 3661435"/>
              <a:gd name="connsiteX5" fmla="*/ 2567671 w 4118657"/>
              <a:gd name="connsiteY5" fmla="*/ 3438986 h 3661435"/>
              <a:gd name="connsiteX6" fmla="*/ 2321167 w 4118657"/>
              <a:gd name="connsiteY6" fmla="*/ 3619352 h 3661435"/>
              <a:gd name="connsiteX7" fmla="*/ 2255036 w 4118657"/>
              <a:gd name="connsiteY7" fmla="*/ 3661435 h 3661435"/>
              <a:gd name="connsiteX8" fmla="*/ 2243012 w 4118657"/>
              <a:gd name="connsiteY8" fmla="*/ 3661435 h 3661435"/>
              <a:gd name="connsiteX9" fmla="*/ 2146817 w 4118657"/>
              <a:gd name="connsiteY9" fmla="*/ 3475059 h 3661435"/>
              <a:gd name="connsiteX10" fmla="*/ 2140801 w 4118657"/>
              <a:gd name="connsiteY10" fmla="*/ 3270644 h 3661435"/>
              <a:gd name="connsiteX11" fmla="*/ 2146817 w 4118657"/>
              <a:gd name="connsiteY11" fmla="*/ 2909911 h 3661435"/>
              <a:gd name="connsiteX12" fmla="*/ 2146817 w 4118657"/>
              <a:gd name="connsiteY12" fmla="*/ 2765618 h 3661435"/>
              <a:gd name="connsiteX13" fmla="*/ 0 w 4118657"/>
              <a:gd name="connsiteY13" fmla="*/ 2765618 h 3661435"/>
              <a:gd name="connsiteX14" fmla="*/ 0 w 4118657"/>
              <a:gd name="connsiteY14" fmla="*/ 893100 h 3661435"/>
              <a:gd name="connsiteX15" fmla="*/ 36528 w 4118657"/>
              <a:gd name="connsiteY15" fmla="*/ 889808 h 3661435"/>
              <a:gd name="connsiteX16" fmla="*/ 2212948 w 4118657"/>
              <a:gd name="connsiteY16" fmla="*/ 889808 h 3661435"/>
              <a:gd name="connsiteX17" fmla="*/ 2297119 w 4118657"/>
              <a:gd name="connsiteY17" fmla="*/ 12025 h 3661435"/>
              <a:gd name="connsiteX18" fmla="*/ 2303134 w 4118657"/>
              <a:gd name="connsiteY18" fmla="*/ 6009 h 3661435"/>
              <a:gd name="connsiteX19" fmla="*/ 2315158 w 4118657"/>
              <a:gd name="connsiteY19" fmla="*/ 0 h 3661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118657" h="3661435">
                <a:moveTo>
                  <a:pt x="2315158" y="0"/>
                </a:moveTo>
                <a:lnTo>
                  <a:pt x="2321167" y="0"/>
                </a:lnTo>
                <a:cubicBezTo>
                  <a:pt x="2477485" y="0"/>
                  <a:pt x="3649869" y="1232501"/>
                  <a:pt x="3782138" y="1376794"/>
                </a:cubicBezTo>
                <a:cubicBezTo>
                  <a:pt x="3800171" y="1394834"/>
                  <a:pt x="4190968" y="1833722"/>
                  <a:pt x="4106797" y="2026113"/>
                </a:cubicBezTo>
                <a:cubicBezTo>
                  <a:pt x="4076733" y="2104275"/>
                  <a:pt x="3902382" y="2326724"/>
                  <a:pt x="3896366" y="2338748"/>
                </a:cubicBezTo>
                <a:cubicBezTo>
                  <a:pt x="3493551" y="2801692"/>
                  <a:pt x="2892331" y="3216531"/>
                  <a:pt x="2567671" y="3438986"/>
                </a:cubicBezTo>
                <a:cubicBezTo>
                  <a:pt x="2435403" y="3529166"/>
                  <a:pt x="2345216" y="3595304"/>
                  <a:pt x="2321167" y="3619352"/>
                </a:cubicBezTo>
                <a:cubicBezTo>
                  <a:pt x="2297119" y="3649410"/>
                  <a:pt x="2273070" y="3661435"/>
                  <a:pt x="2255036" y="3661435"/>
                </a:cubicBezTo>
                <a:cubicBezTo>
                  <a:pt x="2249021" y="3661435"/>
                  <a:pt x="2249021" y="3661435"/>
                  <a:pt x="2243012" y="3661435"/>
                </a:cubicBezTo>
                <a:cubicBezTo>
                  <a:pt x="2194914" y="3649410"/>
                  <a:pt x="2164850" y="3559230"/>
                  <a:pt x="2146817" y="3475059"/>
                </a:cubicBezTo>
                <a:cubicBezTo>
                  <a:pt x="2128777" y="3408922"/>
                  <a:pt x="2134792" y="3354815"/>
                  <a:pt x="2140801" y="3270644"/>
                </a:cubicBezTo>
                <a:cubicBezTo>
                  <a:pt x="2146817" y="3186473"/>
                  <a:pt x="2152826" y="3078253"/>
                  <a:pt x="2146817" y="2909911"/>
                </a:cubicBezTo>
                <a:cubicBezTo>
                  <a:pt x="2146817" y="2867823"/>
                  <a:pt x="2146817" y="2819725"/>
                  <a:pt x="2146817" y="2765618"/>
                </a:cubicBezTo>
                <a:lnTo>
                  <a:pt x="0" y="2765618"/>
                </a:lnTo>
                <a:lnTo>
                  <a:pt x="0" y="893100"/>
                </a:lnTo>
                <a:lnTo>
                  <a:pt x="36528" y="889808"/>
                </a:lnTo>
                <a:lnTo>
                  <a:pt x="2212948" y="889808"/>
                </a:lnTo>
                <a:cubicBezTo>
                  <a:pt x="2212948" y="162327"/>
                  <a:pt x="2273070" y="30058"/>
                  <a:pt x="2297119" y="12025"/>
                </a:cubicBezTo>
                <a:lnTo>
                  <a:pt x="2303134" y="6009"/>
                </a:lnTo>
                <a:cubicBezTo>
                  <a:pt x="2303134" y="6009"/>
                  <a:pt x="2309143" y="0"/>
                  <a:pt x="2315158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117BFFA-728A-45B4-855F-C65538E196D8}"/>
              </a:ext>
            </a:extLst>
          </p:cNvPr>
          <p:cNvSpPr/>
          <p:nvPr/>
        </p:nvSpPr>
        <p:spPr bwMode="ltGray">
          <a:xfrm>
            <a:off x="4252974" y="0"/>
            <a:ext cx="7564605" cy="6019800"/>
          </a:xfrm>
          <a:custGeom>
            <a:avLst/>
            <a:gdLst>
              <a:gd name="connsiteX0" fmla="*/ 49779 w 7564605"/>
              <a:gd name="connsiteY0" fmla="*/ 0 h 5823600"/>
              <a:gd name="connsiteX1" fmla="*/ 7531204 w 7564605"/>
              <a:gd name="connsiteY1" fmla="*/ 0 h 5823600"/>
              <a:gd name="connsiteX2" fmla="*/ 7531733 w 7564605"/>
              <a:gd name="connsiteY2" fmla="*/ 14515 h 5823600"/>
              <a:gd name="connsiteX3" fmla="*/ 7528259 w 7564605"/>
              <a:gd name="connsiteY3" fmla="*/ 318689 h 5823600"/>
              <a:gd name="connsiteX4" fmla="*/ 7544134 w 7564605"/>
              <a:gd name="connsiteY4" fmla="*/ 2096896 h 5823600"/>
              <a:gd name="connsiteX5" fmla="*/ 7560025 w 7564605"/>
              <a:gd name="connsiteY5" fmla="*/ 3437194 h 5823600"/>
              <a:gd name="connsiteX6" fmla="*/ 7560025 w 7564605"/>
              <a:gd name="connsiteY6" fmla="*/ 4366108 h 5823600"/>
              <a:gd name="connsiteX7" fmla="*/ 7512369 w 7564605"/>
              <a:gd name="connsiteY7" fmla="*/ 5520609 h 5823600"/>
              <a:gd name="connsiteX8" fmla="*/ 6972367 w 7564605"/>
              <a:gd name="connsiteY8" fmla="*/ 5732932 h 5823600"/>
              <a:gd name="connsiteX9" fmla="*/ 6416491 w 7564605"/>
              <a:gd name="connsiteY9" fmla="*/ 5746210 h 5823600"/>
              <a:gd name="connsiteX10" fmla="*/ 5844725 w 7564605"/>
              <a:gd name="connsiteY10" fmla="*/ 5812554 h 5823600"/>
              <a:gd name="connsiteX11" fmla="*/ 1556476 w 7564605"/>
              <a:gd name="connsiteY11" fmla="*/ 5759473 h 5823600"/>
              <a:gd name="connsiteX12" fmla="*/ 762356 w 7564605"/>
              <a:gd name="connsiteY12" fmla="*/ 5693129 h 5823600"/>
              <a:gd name="connsiteX13" fmla="*/ 127060 w 7564605"/>
              <a:gd name="connsiteY13" fmla="*/ 5401184 h 5823600"/>
              <a:gd name="connsiteX14" fmla="*/ 63530 w 7564605"/>
              <a:gd name="connsiteY14" fmla="*/ 4074164 h 5823600"/>
              <a:gd name="connsiteX15" fmla="*/ 31766 w 7564605"/>
              <a:gd name="connsiteY15" fmla="*/ 2083633 h 5823600"/>
              <a:gd name="connsiteX16" fmla="*/ 0 w 7564605"/>
              <a:gd name="connsiteY16" fmla="*/ 1420123 h 5823600"/>
              <a:gd name="connsiteX17" fmla="*/ 31766 w 7564605"/>
              <a:gd name="connsiteY17" fmla="*/ 385047 h 5823600"/>
              <a:gd name="connsiteX18" fmla="*/ 47640 w 7564605"/>
              <a:gd name="connsiteY18" fmla="*/ 53285 h 5823600"/>
              <a:gd name="connsiteX19" fmla="*/ 49066 w 7564605"/>
              <a:gd name="connsiteY19" fmla="*/ 10986 h 582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564605" h="5823600">
                <a:moveTo>
                  <a:pt x="49779" y="0"/>
                </a:moveTo>
                <a:lnTo>
                  <a:pt x="7531204" y="0"/>
                </a:lnTo>
                <a:lnTo>
                  <a:pt x="7531733" y="14515"/>
                </a:lnTo>
                <a:cubicBezTo>
                  <a:pt x="7532230" y="112174"/>
                  <a:pt x="7528259" y="215847"/>
                  <a:pt x="7528259" y="318689"/>
                </a:cubicBezTo>
                <a:cubicBezTo>
                  <a:pt x="7512369" y="915855"/>
                  <a:pt x="7575899" y="1499744"/>
                  <a:pt x="7544134" y="2096896"/>
                </a:cubicBezTo>
                <a:cubicBezTo>
                  <a:pt x="7528259" y="2534820"/>
                  <a:pt x="7575899" y="2999270"/>
                  <a:pt x="7560025" y="3437194"/>
                </a:cubicBezTo>
                <a:cubicBezTo>
                  <a:pt x="7544134" y="3742402"/>
                  <a:pt x="7575899" y="4060887"/>
                  <a:pt x="7560025" y="4366108"/>
                </a:cubicBezTo>
                <a:cubicBezTo>
                  <a:pt x="7544134" y="4671316"/>
                  <a:pt x="7575899" y="5122503"/>
                  <a:pt x="7512369" y="5520609"/>
                </a:cubicBezTo>
                <a:cubicBezTo>
                  <a:pt x="7480604" y="5679852"/>
                  <a:pt x="7194721" y="5706392"/>
                  <a:pt x="6972367" y="5732932"/>
                </a:cubicBezTo>
                <a:cubicBezTo>
                  <a:pt x="6845308" y="5746210"/>
                  <a:pt x="6607081" y="5719669"/>
                  <a:pt x="6416491" y="5746210"/>
                </a:cubicBezTo>
                <a:cubicBezTo>
                  <a:pt x="6273541" y="5772750"/>
                  <a:pt x="6003549" y="5812554"/>
                  <a:pt x="5844725" y="5812554"/>
                </a:cubicBezTo>
                <a:cubicBezTo>
                  <a:pt x="4224719" y="5852371"/>
                  <a:pt x="3430600" y="5772750"/>
                  <a:pt x="1556476" y="5759473"/>
                </a:cubicBezTo>
                <a:cubicBezTo>
                  <a:pt x="1381761" y="5759473"/>
                  <a:pt x="1143534" y="5759473"/>
                  <a:pt x="762356" y="5693129"/>
                </a:cubicBezTo>
                <a:cubicBezTo>
                  <a:pt x="412943" y="5640048"/>
                  <a:pt x="238228" y="5693129"/>
                  <a:pt x="127060" y="5401184"/>
                </a:cubicBezTo>
                <a:cubicBezTo>
                  <a:pt x="31766" y="5162321"/>
                  <a:pt x="79404" y="4379372"/>
                  <a:pt x="63530" y="4074164"/>
                </a:cubicBezTo>
                <a:cubicBezTo>
                  <a:pt x="31766" y="3384113"/>
                  <a:pt x="31766" y="2906386"/>
                  <a:pt x="31766" y="2083633"/>
                </a:cubicBezTo>
                <a:lnTo>
                  <a:pt x="0" y="1420123"/>
                </a:lnTo>
                <a:cubicBezTo>
                  <a:pt x="79404" y="1048557"/>
                  <a:pt x="-47655" y="769876"/>
                  <a:pt x="31766" y="385047"/>
                </a:cubicBezTo>
                <a:cubicBezTo>
                  <a:pt x="47640" y="252345"/>
                  <a:pt x="47640" y="265608"/>
                  <a:pt x="47640" y="53285"/>
                </a:cubicBezTo>
                <a:cubicBezTo>
                  <a:pt x="47640" y="43332"/>
                  <a:pt x="48136" y="28818"/>
                  <a:pt x="49066" y="1098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EAB047-7709-4466-A961-418CD41D0E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1" y="1555130"/>
            <a:ext cx="3111499" cy="921370"/>
          </a:xfrm>
        </p:spPr>
        <p:txBody>
          <a:bodyPr/>
          <a:lstStyle>
            <a:lvl1pPr>
              <a:defRPr sz="660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109F1-DB54-40AC-9EFE-BD170DCF93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58632F8-B1D4-42C3-A25F-51F06753F5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CD40013-3360-45D5-A8EF-FE748E7120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BBCEFFE7-67B4-45E7-A42F-DB170DD4AE2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730750" y="914400"/>
            <a:ext cx="6705600" cy="4572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(change to numbered list on Home tab)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68441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0A67651-30FC-482C-8BD7-415FEAC5C2F3}"/>
              </a:ext>
            </a:extLst>
          </p:cNvPr>
          <p:cNvSpPr/>
          <p:nvPr/>
        </p:nvSpPr>
        <p:spPr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190329 h 6874379"/>
              <a:gd name="connsiteX3" fmla="*/ 12097817 w 12192000"/>
              <a:gd name="connsiteY3" fmla="*/ 160025 h 6874379"/>
              <a:gd name="connsiteX4" fmla="*/ 11807295 w 12192000"/>
              <a:gd name="connsiteY4" fmla="*/ 132559 h 6874379"/>
              <a:gd name="connsiteX5" fmla="*/ 11803273 w 12192000"/>
              <a:gd name="connsiteY5" fmla="*/ 132651 h 6874379"/>
              <a:gd name="connsiteX6" fmla="*/ 11801114 w 12192000"/>
              <a:gd name="connsiteY6" fmla="*/ 132559 h 6874379"/>
              <a:gd name="connsiteX7" fmla="*/ 9648247 w 12192000"/>
              <a:gd name="connsiteY7" fmla="*/ 283191 h 6874379"/>
              <a:gd name="connsiteX8" fmla="*/ 9289437 w 12192000"/>
              <a:gd name="connsiteY8" fmla="*/ 298139 h 6874379"/>
              <a:gd name="connsiteX9" fmla="*/ 8937897 w 12192000"/>
              <a:gd name="connsiteY9" fmla="*/ 297353 h 6874379"/>
              <a:gd name="connsiteX10" fmla="*/ 7958013 w 12192000"/>
              <a:gd name="connsiteY10" fmla="*/ 284263 h 6874379"/>
              <a:gd name="connsiteX11" fmla="*/ 7948375 w 12192000"/>
              <a:gd name="connsiteY11" fmla="*/ 284273 h 6874379"/>
              <a:gd name="connsiteX12" fmla="*/ 7947582 w 12192000"/>
              <a:gd name="connsiteY12" fmla="*/ 284263 h 6874379"/>
              <a:gd name="connsiteX13" fmla="*/ 5026488 w 12192000"/>
              <a:gd name="connsiteY13" fmla="*/ 324819 h 6874379"/>
              <a:gd name="connsiteX14" fmla="*/ 5003554 w 12192000"/>
              <a:gd name="connsiteY14" fmla="*/ 325295 h 6874379"/>
              <a:gd name="connsiteX15" fmla="*/ 4543566 w 12192000"/>
              <a:gd name="connsiteY15" fmla="*/ 331280 h 6874379"/>
              <a:gd name="connsiteX16" fmla="*/ 1280017 w 12192000"/>
              <a:gd name="connsiteY16" fmla="*/ 176856 h 6874379"/>
              <a:gd name="connsiteX17" fmla="*/ 405208 w 12192000"/>
              <a:gd name="connsiteY17" fmla="*/ 314184 h 6874379"/>
              <a:gd name="connsiteX18" fmla="*/ 282764 w 12192000"/>
              <a:gd name="connsiteY18" fmla="*/ 671391 h 6874379"/>
              <a:gd name="connsiteX19" fmla="*/ 248165 w 12192000"/>
              <a:gd name="connsiteY19" fmla="*/ 1871382 h 6874379"/>
              <a:gd name="connsiteX20" fmla="*/ 256012 w 12192000"/>
              <a:gd name="connsiteY20" fmla="*/ 2213101 h 6874379"/>
              <a:gd name="connsiteX21" fmla="*/ 252706 w 12192000"/>
              <a:gd name="connsiteY21" fmla="*/ 2453832 h 6874379"/>
              <a:gd name="connsiteX22" fmla="*/ 244400 w 12192000"/>
              <a:gd name="connsiteY22" fmla="*/ 3071384 h 6874379"/>
              <a:gd name="connsiteX23" fmla="*/ 177982 w 12192000"/>
              <a:gd name="connsiteY23" fmla="*/ 3854148 h 6874379"/>
              <a:gd name="connsiteX24" fmla="*/ 144773 w 12192000"/>
              <a:gd name="connsiteY24" fmla="*/ 6202469 h 6874379"/>
              <a:gd name="connsiteX25" fmla="*/ 676116 w 12192000"/>
              <a:gd name="connsiteY25" fmla="*/ 6710576 h 6874379"/>
              <a:gd name="connsiteX26" fmla="*/ 739810 w 12192000"/>
              <a:gd name="connsiteY26" fmla="*/ 6711571 h 6874379"/>
              <a:gd name="connsiteX27" fmla="*/ 742537 w 12192000"/>
              <a:gd name="connsiteY27" fmla="*/ 6711326 h 6874379"/>
              <a:gd name="connsiteX28" fmla="*/ 758188 w 12192000"/>
              <a:gd name="connsiteY28" fmla="*/ 6711571 h 6874379"/>
              <a:gd name="connsiteX29" fmla="*/ 1161699 w 12192000"/>
              <a:gd name="connsiteY29" fmla="*/ 6645433 h 6874379"/>
              <a:gd name="connsiteX30" fmla="*/ 1223129 w 12192000"/>
              <a:gd name="connsiteY30" fmla="*/ 6642040 h 6874379"/>
              <a:gd name="connsiteX31" fmla="*/ 1249749 w 12192000"/>
              <a:gd name="connsiteY31" fmla="*/ 6642246 h 6874379"/>
              <a:gd name="connsiteX32" fmla="*/ 2021087 w 12192000"/>
              <a:gd name="connsiteY32" fmla="*/ 6683110 h 6874379"/>
              <a:gd name="connsiteX33" fmla="*/ 7012994 w 12192000"/>
              <a:gd name="connsiteY33" fmla="*/ 6716069 h 6874379"/>
              <a:gd name="connsiteX34" fmla="*/ 7016698 w 12192000"/>
              <a:gd name="connsiteY34" fmla="*/ 6716018 h 6874379"/>
              <a:gd name="connsiteX35" fmla="*/ 7024455 w 12192000"/>
              <a:gd name="connsiteY35" fmla="*/ 6716069 h 6874379"/>
              <a:gd name="connsiteX36" fmla="*/ 7963164 w 12192000"/>
              <a:gd name="connsiteY36" fmla="*/ 6700185 h 6874379"/>
              <a:gd name="connsiteX37" fmla="*/ 8424990 w 12192000"/>
              <a:gd name="connsiteY37" fmla="*/ 6696610 h 6874379"/>
              <a:gd name="connsiteX38" fmla="*/ 8891818 w 12192000"/>
              <a:gd name="connsiteY38" fmla="*/ 6707289 h 6874379"/>
              <a:gd name="connsiteX39" fmla="*/ 11120508 w 12192000"/>
              <a:gd name="connsiteY39" fmla="*/ 6749147 h 6874379"/>
              <a:gd name="connsiteX40" fmla="*/ 11123244 w 12192000"/>
              <a:gd name="connsiteY40" fmla="*/ 6749138 h 6874379"/>
              <a:gd name="connsiteX41" fmla="*/ 11127440 w 12192000"/>
              <a:gd name="connsiteY41" fmla="*/ 6749147 h 6874379"/>
              <a:gd name="connsiteX42" fmla="*/ 11659021 w 12192000"/>
              <a:gd name="connsiteY42" fmla="*/ 6746289 h 6874379"/>
              <a:gd name="connsiteX43" fmla="*/ 12146815 w 12192000"/>
              <a:gd name="connsiteY43" fmla="*/ 6741361 h 6874379"/>
              <a:gd name="connsiteX44" fmla="*/ 12192000 w 12192000"/>
              <a:gd name="connsiteY44" fmla="*/ 6734754 h 6874379"/>
              <a:gd name="connsiteX45" fmla="*/ 12192000 w 12192000"/>
              <a:gd name="connsiteY45" fmla="*/ 6874379 h 6874379"/>
              <a:gd name="connsiteX46" fmla="*/ 0 w 12192000"/>
              <a:gd name="connsiteY46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190329"/>
                </a:lnTo>
                <a:lnTo>
                  <a:pt x="12097817" y="160025"/>
                </a:lnTo>
                <a:cubicBezTo>
                  <a:pt x="12015663" y="141142"/>
                  <a:pt x="11919254" y="132559"/>
                  <a:pt x="11807295" y="132559"/>
                </a:cubicBezTo>
                <a:lnTo>
                  <a:pt x="11803273" y="132651"/>
                </a:lnTo>
                <a:lnTo>
                  <a:pt x="11801114" y="132559"/>
                </a:lnTo>
                <a:cubicBezTo>
                  <a:pt x="11078819" y="132559"/>
                  <a:pt x="10365869" y="240705"/>
                  <a:pt x="9648247" y="283191"/>
                </a:cubicBezTo>
                <a:lnTo>
                  <a:pt x="9289437" y="298139"/>
                </a:lnTo>
                <a:lnTo>
                  <a:pt x="8937897" y="297353"/>
                </a:lnTo>
                <a:cubicBezTo>
                  <a:pt x="8610318" y="290487"/>
                  <a:pt x="8283777" y="286195"/>
                  <a:pt x="7958013" y="284263"/>
                </a:cubicBezTo>
                <a:lnTo>
                  <a:pt x="7948375" y="284273"/>
                </a:lnTo>
                <a:lnTo>
                  <a:pt x="7947582" y="284263"/>
                </a:lnTo>
                <a:cubicBezTo>
                  <a:pt x="6969212" y="278468"/>
                  <a:pt x="5997850" y="293915"/>
                  <a:pt x="5026488" y="324819"/>
                </a:cubicBezTo>
                <a:lnTo>
                  <a:pt x="5003554" y="325295"/>
                </a:lnTo>
                <a:lnTo>
                  <a:pt x="4543566" y="331280"/>
                </a:lnTo>
                <a:cubicBezTo>
                  <a:pt x="3349959" y="326969"/>
                  <a:pt x="1955605" y="198024"/>
                  <a:pt x="1280017" y="176856"/>
                </a:cubicBezTo>
                <a:cubicBezTo>
                  <a:pt x="615478" y="156034"/>
                  <a:pt x="571070" y="163116"/>
                  <a:pt x="405208" y="314184"/>
                </a:cubicBezTo>
                <a:cubicBezTo>
                  <a:pt x="322286" y="396581"/>
                  <a:pt x="299341" y="575254"/>
                  <a:pt x="282764" y="671391"/>
                </a:cubicBezTo>
                <a:cubicBezTo>
                  <a:pt x="241294" y="1090239"/>
                  <a:pt x="240583" y="1480809"/>
                  <a:pt x="248165" y="1871382"/>
                </a:cubicBezTo>
                <a:lnTo>
                  <a:pt x="256012" y="2213101"/>
                </a:lnTo>
                <a:lnTo>
                  <a:pt x="252706" y="2453832"/>
                </a:lnTo>
                <a:cubicBezTo>
                  <a:pt x="250630" y="2656821"/>
                  <a:pt x="248553" y="2861957"/>
                  <a:pt x="244400" y="3071384"/>
                </a:cubicBezTo>
                <a:cubicBezTo>
                  <a:pt x="244400" y="3277369"/>
                  <a:pt x="211191" y="3552026"/>
                  <a:pt x="177982" y="3854148"/>
                </a:cubicBezTo>
                <a:cubicBezTo>
                  <a:pt x="94968" y="4623186"/>
                  <a:pt x="177982" y="5419690"/>
                  <a:pt x="144773" y="6202469"/>
                </a:cubicBezTo>
                <a:cubicBezTo>
                  <a:pt x="128177" y="6477125"/>
                  <a:pt x="227804" y="6683110"/>
                  <a:pt x="676116" y="6710576"/>
                </a:cubicBezTo>
                <a:cubicBezTo>
                  <a:pt x="696872" y="6712294"/>
                  <a:pt x="718146" y="6712509"/>
                  <a:pt x="739810" y="6711571"/>
                </a:cubicBezTo>
                <a:lnTo>
                  <a:pt x="742537" y="6711326"/>
                </a:lnTo>
                <a:lnTo>
                  <a:pt x="758188" y="6711571"/>
                </a:lnTo>
                <a:cubicBezTo>
                  <a:pt x="888027" y="6705943"/>
                  <a:pt x="1031860" y="6658790"/>
                  <a:pt x="1161699" y="6645433"/>
                </a:cubicBezTo>
                <a:lnTo>
                  <a:pt x="1223129" y="6642040"/>
                </a:lnTo>
                <a:lnTo>
                  <a:pt x="1249749" y="6642246"/>
                </a:lnTo>
                <a:cubicBezTo>
                  <a:pt x="1426096" y="6645459"/>
                  <a:pt x="1113971" y="6671527"/>
                  <a:pt x="2021087" y="6683110"/>
                </a:cubicBezTo>
                <a:lnTo>
                  <a:pt x="7012994" y="6716069"/>
                </a:lnTo>
                <a:lnTo>
                  <a:pt x="7016698" y="6716018"/>
                </a:lnTo>
                <a:lnTo>
                  <a:pt x="7024455" y="6716069"/>
                </a:lnTo>
                <a:cubicBezTo>
                  <a:pt x="7337250" y="6714606"/>
                  <a:pt x="7650263" y="6705480"/>
                  <a:pt x="7963164" y="6700185"/>
                </a:cubicBezTo>
                <a:lnTo>
                  <a:pt x="8424990" y="6696610"/>
                </a:lnTo>
                <a:lnTo>
                  <a:pt x="8891818" y="6707289"/>
                </a:lnTo>
                <a:cubicBezTo>
                  <a:pt x="9645805" y="6740724"/>
                  <a:pt x="10498919" y="6749520"/>
                  <a:pt x="11120508" y="6749147"/>
                </a:cubicBezTo>
                <a:lnTo>
                  <a:pt x="11123244" y="6749138"/>
                </a:lnTo>
                <a:lnTo>
                  <a:pt x="11127440" y="6749147"/>
                </a:lnTo>
                <a:cubicBezTo>
                  <a:pt x="11334408" y="6749022"/>
                  <a:pt x="11515679" y="6747879"/>
                  <a:pt x="11659021" y="6746289"/>
                </a:cubicBezTo>
                <a:cubicBezTo>
                  <a:pt x="11945705" y="6743110"/>
                  <a:pt x="12070693" y="6747846"/>
                  <a:pt x="12146815" y="6741361"/>
                </a:cubicBezTo>
                <a:lnTo>
                  <a:pt x="12192000" y="6734754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8FEA80-7B9C-47B6-AB26-C483191299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F412722-E6BD-447B-8052-740133E9D4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5511FD4-F314-401C-A0EF-CB4185315A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440098E-180C-438C-85EA-F6F1FB1B52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609F077-D81F-4729-9AC7-9C5410D459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8651" y="1664702"/>
            <a:ext cx="1118235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Text Placeholder 53">
            <a:extLst>
              <a:ext uri="{FF2B5EF4-FFF2-40B4-BE49-F238E27FC236}">
                <a16:creationId xmlns:a16="http://schemas.microsoft.com/office/drawing/2014/main" id="{DCA8F8B7-60BD-4B53-A658-C77FA4FA67B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39321781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5318214A-2D20-42DC-9E1E-5FE8646C4D6C}"/>
              </a:ext>
            </a:extLst>
          </p:cNvPr>
          <p:cNvSpPr/>
          <p:nvPr/>
        </p:nvSpPr>
        <p:spPr bwMode="ltGray"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341392 h 6874379"/>
              <a:gd name="connsiteX3" fmla="*/ 12134257 w 12192000"/>
              <a:gd name="connsiteY3" fmla="*/ 320479 h 6874379"/>
              <a:gd name="connsiteX4" fmla="*/ 11462617 w 12192000"/>
              <a:gd name="connsiteY4" fmla="*/ 234532 h 6874379"/>
              <a:gd name="connsiteX5" fmla="*/ 10560397 w 12192000"/>
              <a:gd name="connsiteY5" fmla="*/ 220643 h 6874379"/>
              <a:gd name="connsiteX6" fmla="*/ 9632386 w 12192000"/>
              <a:gd name="connsiteY6" fmla="*/ 151243 h 6874379"/>
              <a:gd name="connsiteX7" fmla="*/ 8274354 w 12192000"/>
              <a:gd name="connsiteY7" fmla="*/ 139710 h 6874379"/>
              <a:gd name="connsiteX8" fmla="*/ 2672303 w 12192000"/>
              <a:gd name="connsiteY8" fmla="*/ 206769 h 6874379"/>
              <a:gd name="connsiteX9" fmla="*/ 1383398 w 12192000"/>
              <a:gd name="connsiteY9" fmla="*/ 276170 h 6874379"/>
              <a:gd name="connsiteX10" fmla="*/ 352275 w 12192000"/>
              <a:gd name="connsiteY10" fmla="*/ 581565 h 6874379"/>
              <a:gd name="connsiteX11" fmla="*/ 249163 w 12192000"/>
              <a:gd name="connsiteY11" fmla="*/ 1969723 h 6874379"/>
              <a:gd name="connsiteX12" fmla="*/ 197606 w 12192000"/>
              <a:gd name="connsiteY12" fmla="*/ 4051960 h 6874379"/>
              <a:gd name="connsiteX13" fmla="*/ 146050 w 12192000"/>
              <a:gd name="connsiteY13" fmla="*/ 4746040 h 6874379"/>
              <a:gd name="connsiteX14" fmla="*/ 197606 w 12192000"/>
              <a:gd name="connsiteY14" fmla="*/ 5828803 h 6874379"/>
              <a:gd name="connsiteX15" fmla="*/ 223371 w 12192000"/>
              <a:gd name="connsiteY15" fmla="*/ 6175850 h 6874379"/>
              <a:gd name="connsiteX16" fmla="*/ 452464 w 12192000"/>
              <a:gd name="connsiteY16" fmla="*/ 6511675 h 6874379"/>
              <a:gd name="connsiteX17" fmla="*/ 5891167 w 12192000"/>
              <a:gd name="connsiteY17" fmla="*/ 6680936 h 6874379"/>
              <a:gd name="connsiteX18" fmla="*/ 9142589 w 12192000"/>
              <a:gd name="connsiteY18" fmla="*/ 6731113 h 6874379"/>
              <a:gd name="connsiteX19" fmla="*/ 12192000 w 12192000"/>
              <a:gd name="connsiteY19" fmla="*/ 6743126 h 6874379"/>
              <a:gd name="connsiteX20" fmla="*/ 12192000 w 12192000"/>
              <a:gd name="connsiteY20" fmla="*/ 6874379 h 6874379"/>
              <a:gd name="connsiteX21" fmla="*/ 0 w 12192000"/>
              <a:gd name="connsiteY21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341392"/>
                </a:lnTo>
                <a:lnTo>
                  <a:pt x="12134257" y="320479"/>
                </a:lnTo>
                <a:cubicBezTo>
                  <a:pt x="11954012" y="269236"/>
                  <a:pt x="11688175" y="251884"/>
                  <a:pt x="11462617" y="234532"/>
                </a:cubicBezTo>
                <a:cubicBezTo>
                  <a:pt x="11256392" y="220643"/>
                  <a:pt x="10869734" y="248407"/>
                  <a:pt x="10560397" y="220643"/>
                </a:cubicBezTo>
                <a:cubicBezTo>
                  <a:pt x="10328381" y="192880"/>
                  <a:pt x="9890167" y="151243"/>
                  <a:pt x="9632386" y="151243"/>
                </a:cubicBezTo>
                <a:cubicBezTo>
                  <a:pt x="9139380" y="143433"/>
                  <a:pt x="8693500" y="140016"/>
                  <a:pt x="8274354" y="139710"/>
                </a:cubicBezTo>
                <a:cubicBezTo>
                  <a:pt x="6458057" y="138384"/>
                  <a:pt x="5143777" y="195484"/>
                  <a:pt x="2672303" y="206769"/>
                </a:cubicBezTo>
                <a:cubicBezTo>
                  <a:pt x="2388730" y="206769"/>
                  <a:pt x="2002073" y="206769"/>
                  <a:pt x="1383398" y="276170"/>
                </a:cubicBezTo>
                <a:cubicBezTo>
                  <a:pt x="816280" y="331696"/>
                  <a:pt x="532708" y="276170"/>
                  <a:pt x="352275" y="581565"/>
                </a:cubicBezTo>
                <a:cubicBezTo>
                  <a:pt x="197606" y="831433"/>
                  <a:pt x="274927" y="1650454"/>
                  <a:pt x="249163" y="1969723"/>
                </a:cubicBezTo>
                <a:cubicBezTo>
                  <a:pt x="197606" y="2691565"/>
                  <a:pt x="197606" y="3191302"/>
                  <a:pt x="197606" y="4051960"/>
                </a:cubicBezTo>
                <a:lnTo>
                  <a:pt x="146050" y="4746040"/>
                </a:lnTo>
                <a:cubicBezTo>
                  <a:pt x="274927" y="5134724"/>
                  <a:pt x="68702" y="5426244"/>
                  <a:pt x="197606" y="5828803"/>
                </a:cubicBezTo>
                <a:cubicBezTo>
                  <a:pt x="223371" y="5967619"/>
                  <a:pt x="180908" y="6062043"/>
                  <a:pt x="223371" y="6175850"/>
                </a:cubicBezTo>
                <a:cubicBezTo>
                  <a:pt x="265834" y="6289657"/>
                  <a:pt x="263750" y="6295253"/>
                  <a:pt x="452464" y="6511675"/>
                </a:cubicBezTo>
                <a:cubicBezTo>
                  <a:pt x="1044048" y="6836264"/>
                  <a:pt x="4442832" y="6644370"/>
                  <a:pt x="5891167" y="6680936"/>
                </a:cubicBezTo>
                <a:cubicBezTo>
                  <a:pt x="7339503" y="6717501"/>
                  <a:pt x="8163022" y="6744988"/>
                  <a:pt x="9142589" y="6731113"/>
                </a:cubicBezTo>
                <a:lnTo>
                  <a:pt x="12192000" y="6743126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2864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2459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8793528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608925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7533635-B1C4-457F-B4C4-D0F7EFBF08C3}"/>
              </a:ext>
            </a:extLst>
          </p:cNvPr>
          <p:cNvSpPr/>
          <p:nvPr/>
        </p:nvSpPr>
        <p:spPr bwMode="ltGray">
          <a:xfrm>
            <a:off x="10462371" y="5974804"/>
            <a:ext cx="1585477" cy="883197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813CEC-1B8A-4FB0-9276-0170AED9E3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994A90-D491-44FB-9802-5BF47DE84F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07A821A-79DC-41C0-A300-2B368D9926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49FD507-7645-49CA-AA88-72717BAD31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B420C7EB-E753-4F7B-AEA6-BF83E3F3712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5A0AFF1-9E54-421B-AC34-EAFAF90112DD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BFDC3F4-CA3C-4FC2-92DD-3CADF4989447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37DBEEE-CF7F-4D1F-849D-928BA82EC93B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B2F70EF-E943-4F09-9AF2-6BD9CAD5CB3A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7C3E69A-2B35-4A55-B991-C0C039AFB0CE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1AF4A2B-A30E-4897-8EDC-C99DE54C2936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2DCAE65-6D6D-48D1-B28A-A058E3BC709E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5AFC10-7312-4BF8-A557-DA8678F962DA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F36A6C7-D0EE-46D0-A334-73B13AC9039B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99400B-701C-434B-A9DF-407DAC516AB5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1B86A-33BB-46AB-8000-A26581AE547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6F0D372-8C1C-4BBA-8C19-5C5D50CB40D3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EF4B029-DDF1-4096-896A-C4F8417BFF1E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742297-9C6A-4599-8768-0BDB13B1FCEF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253335F-845B-4DB3-A9A0-46D3B34CD5D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99992C4-BDD7-4BA0-95D9-C32B47D580A5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BA1C7DC-6309-4E4F-B5A5-1E32C5ABFC1A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248CF09-AD3B-4C85-B535-3B9F24457F3F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974E943-15A7-4D05-B2E8-5041FD49AFD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5FFAEB3-1B3E-4C78-9313-BD977A48C24D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013A6C2-7D68-4911-9BB2-76B931A0840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A0FC2E-1696-4E5D-8740-0173FEC0C940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A6C3BEF-B959-4A63-9972-3910916B1FB5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5A684EE-FC6F-42C2-A395-8D903D7DA553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FA0438A-6980-45CF-B8F0-FB53943DAB08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FC20C9B-4BB9-46A9-9696-DAAC441E835C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19D53DE-A4DA-4AE7-BA92-608B7F6E88D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625ED8A-D3D4-4154-B0B3-EF43EBC3C6D3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B1C02FF-90CC-4831-BAE5-A86D10791FC1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82A0DB8-0ECB-4944-9468-4B85E60D809E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A4A0440-EB6E-4064-A01C-1781BC03A87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9007CFA-4CB6-4475-8DC1-AE2D8D31601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62B4178-3CD4-4F75-9B25-C23D707C377A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58B1006-CC1F-40DD-BD7B-99C832704287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3A64DEA-4098-4ADC-9CD1-9687FE43DC9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832BAE0-D017-4A44-B1FD-B27B15799420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5C4E59D-A8AD-4910-AF39-8DEEF44A00F1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1B5D9D-89FB-4D2F-A78D-73AF9AEC196D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BFAFEDA-92A7-430B-864D-95B664E0537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4C54477-D660-4214-9D6F-AF9A7F0C3099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AB18A07-F054-4F36-97CA-4DBDC6B271F5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D1E386E-E3EA-4515-B634-C0D94651C931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4566A92-B6AE-4D30-A8A5-6CAEA783F9A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1BC387F-0885-43F6-85BD-C73BA939878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381000" y="1384628"/>
            <a:ext cx="11430000" cy="4635173"/>
          </a:xfrm>
        </p:spPr>
        <p:txBody>
          <a:bodyPr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26571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6CF7A3-C01B-4858-95E5-B008688EC0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C0B5B2-035E-4875-9E0B-65D7693B97EB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1C9F57-0475-48B8-B2C4-3C1B844EB79F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8D6859-D53D-4387-B548-092AE9664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800914-2B16-461D-99E1-47F2640247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A110C2F-EFB2-4168-86BE-C3ABA04BA6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8174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081126-3DF6-4AE2-A8AE-6034E9AA39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DE021F4-C37C-4B7E-96F0-1DCC629673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343FD06-8A80-436E-AAD0-0B4CC79FE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B54BFCC-9FE5-4526-91E6-920CEB623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AA6A50-CF51-470A-8339-2A98B229115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EC50042C-8E0C-40C9-A488-3584EFC873E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E85AC529-F215-45F0-A438-817CEBA3DFFA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7084163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D82B1C-9D1C-470A-8DAC-872C6F3CE1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D815023-C126-4128-BC8F-1BB4CB113E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CFFE3BA-31F8-4FB8-B78F-6C12DFB24A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CDE704-6759-4C07-BC57-03EACFFCB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979020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55786212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36DCD65-4054-4059-9788-175B50658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09CC7B-BD5E-4DEB-98F7-581E73AB0D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B1890A-9F5B-4D33-B25B-84BA80C93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563913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63F8DDC-ACF7-4A20-8541-378AD67A6BE4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0972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C2924F1-A0DC-49D4-96C4-A482D4DF75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A32D13B-5124-4E72-BA9F-FE8C6BFCCC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FA0BBFE-DFC3-45FF-B281-F9BC65C1B4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7E582E-199C-40D6-A654-4D49AF0C7D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7104F46-245D-486A-B90A-2D0951EDC2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29100" y="1383792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EF7030FC-3432-442B-80CB-FA420E440C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D6B7F4B-2B1B-4CC9-B4BE-A27597837E2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36576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F9C56AD-BDF6-4DD3-BCC6-F6A6E7ADA30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73152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</p:spTree>
    <p:extLst>
      <p:ext uri="{BB962C8B-B14F-4D97-AF65-F5344CB8AC3E}">
        <p14:creationId xmlns:p14="http://schemas.microsoft.com/office/powerpoint/2010/main" val="148196910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A2733906-1C03-4012-B214-1CE93389DA7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AEA02C-1880-4C71-86A6-34ED8A672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20C5055-7E08-43F9-85F7-AF9A137CF04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2968013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73CA62-557B-4233-A280-B632FDE7EB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3477033-05D8-4136-947B-33FDFE0937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4ABE26E-7618-4F78-8596-2A31C0BCE0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44B0F7D-C1BE-4FF4-8D9C-4EB1E87603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9CAA4CE7-2E79-487E-9FB0-5C7F0E926C2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734CE9CF-0E3B-470F-87D6-C69D18AB3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11A1073-7FE1-4F7F-8031-C3C041EB8AF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5544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84182002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 Picture with Circl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66CA63B-C1B1-43E5-8904-2600EAA42658}"/>
              </a:ext>
            </a:extLst>
          </p:cNvPr>
          <p:cNvSpPr/>
          <p:nvPr/>
        </p:nvSpPr>
        <p:spPr bwMode="ltGray">
          <a:xfrm>
            <a:off x="10451952" y="5963196"/>
            <a:ext cx="1606316" cy="894804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6" name="Picture Placeholder 55">
            <a:extLst>
              <a:ext uri="{FF2B5EF4-FFF2-40B4-BE49-F238E27FC236}">
                <a16:creationId xmlns:a16="http://schemas.microsoft.com/office/drawing/2014/main" id="{A5EAFFDE-7D79-4F83-9864-FE3F4E8DFC8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2 h 6858000"/>
              <a:gd name="connsiteX3" fmla="*/ 7663103 w 12192000"/>
              <a:gd name="connsiteY3" fmla="*/ 2 h 6858000"/>
              <a:gd name="connsiteX4" fmla="*/ 7480204 w 12192000"/>
              <a:gd name="connsiteY4" fmla="*/ 153025 h 6858000"/>
              <a:gd name="connsiteX5" fmla="*/ 6428049 w 12192000"/>
              <a:gd name="connsiteY5" fmla="*/ 1989352 h 6858000"/>
              <a:gd name="connsiteX6" fmla="*/ 8885900 w 12192000"/>
              <a:gd name="connsiteY6" fmla="*/ 5978297 h 6858000"/>
              <a:gd name="connsiteX7" fmla="*/ 12154972 w 12192000"/>
              <a:gd name="connsiteY7" fmla="*/ 5329397 h 6858000"/>
              <a:gd name="connsiteX8" fmla="*/ 12192000 w 12192000"/>
              <a:gd name="connsiteY8" fmla="*/ 5302368 h 6858000"/>
              <a:gd name="connsiteX9" fmla="*/ 12192000 w 12192000"/>
              <a:gd name="connsiteY9" fmla="*/ 6858000 h 6858000"/>
              <a:gd name="connsiteX10" fmla="*/ 12047573 w 12192000"/>
              <a:gd name="connsiteY10" fmla="*/ 6858000 h 6858000"/>
              <a:gd name="connsiteX11" fmla="*/ 12047848 w 12192000"/>
              <a:gd name="connsiteY11" fmla="*/ 6720949 h 6858000"/>
              <a:gd name="connsiteX12" fmla="*/ 11458478 w 12192000"/>
              <a:gd name="connsiteY12" fmla="*/ 5993181 h 6858000"/>
              <a:gd name="connsiteX13" fmla="*/ 11301145 w 12192000"/>
              <a:gd name="connsiteY13" fmla="*/ 5974818 h 6858000"/>
              <a:gd name="connsiteX14" fmla="*/ 10482538 w 12192000"/>
              <a:gd name="connsiteY14" fmla="*/ 6623291 h 6858000"/>
              <a:gd name="connsiteX15" fmla="*/ 10462665 w 12192000"/>
              <a:gd name="connsiteY15" fmla="*/ 6854132 h 6858000"/>
              <a:gd name="connsiteX16" fmla="*/ 10463066 w 12192000"/>
              <a:gd name="connsiteY16" fmla="*/ 6858000 h 6858000"/>
              <a:gd name="connsiteX17" fmla="*/ 0 w 12192000"/>
              <a:gd name="connsiteY1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2"/>
                </a:lnTo>
                <a:lnTo>
                  <a:pt x="7663103" y="2"/>
                </a:lnTo>
                <a:lnTo>
                  <a:pt x="7480204" y="153025"/>
                </a:lnTo>
                <a:cubicBezTo>
                  <a:pt x="6949276" y="640885"/>
                  <a:pt x="6561130" y="1273092"/>
                  <a:pt x="6428049" y="1989352"/>
                </a:cubicBezTo>
                <a:cubicBezTo>
                  <a:pt x="6204615" y="3223711"/>
                  <a:pt x="6191465" y="5120738"/>
                  <a:pt x="8885900" y="5978297"/>
                </a:cubicBezTo>
                <a:cubicBezTo>
                  <a:pt x="9477360" y="6165081"/>
                  <a:pt x="11023781" y="6103162"/>
                  <a:pt x="12154972" y="5329397"/>
                </a:cubicBezTo>
                <a:lnTo>
                  <a:pt x="12192000" y="5302368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0" rIns="347472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4D87F-D170-4CA6-B8DB-A068AAB2E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84556" y="909045"/>
            <a:ext cx="4626444" cy="841828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BB3B4C9-10AF-4C1C-BD4C-19B5526DA83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AA55965-C91C-46A8-84D3-9426B2920951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A7C3306-5AFD-4197-B039-52B9B3D0AC6E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31767F-4ADA-45F2-B354-AEF2579A6A7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B6DA548-0CD9-4078-B433-D61F1037174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D688978-BCBB-42C3-8877-14A7C1EF64F9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3EAD6C8-DC12-4BCC-8993-9CD4B9FF1B4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0A3D4A8-5179-4579-86DA-E3BE1D9939BC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B9A871-4A68-495F-A3EF-392427AED281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001B3D6-C1BC-4979-BF9B-2956B2C7EC99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367185-B7D6-4C5F-BFDB-408FCE04E3F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7770C8A-5B84-4503-8D5D-B710B131CCB1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7E3A062-DDC7-49B6-A3D5-B32A3A38D18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B52140B-5C19-4D8B-93F0-72CFECE86CC0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A100D8-96DD-4438-B034-852ACD48360A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435034-3BFA-4E05-A947-D42274FB4ACD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94EEDF-4DA9-4C49-8D81-4FEAA7A00790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47FAE4D-6929-4A6E-B735-59F6ED016FD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61A7D8E-A6BF-40D7-95EB-1191999BD2EC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1409C27-3D54-4E7E-B608-F8D1F36BC68E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063CBE-F520-471D-99C8-586943DE0D8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DC003CD-8A26-432E-9060-84F8E0B2AA1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EA46793-C37F-42AD-B0A2-1B9D1997518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0046F6B-E5D4-4598-93CE-3280F6A1E04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E3FEEA-893B-4BCB-878A-93F25BBD9C29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C294731-92AD-4771-A321-6B09FBA089E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E06B157-DBF4-4A2A-A41B-A23CBB507D0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06E6070-9EF3-4ED3-9C75-E6CAC8EA9E4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7FE90C-6359-4A38-A932-B9E34A36EB87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195EC85-116E-4D1D-AAC5-E1EE778E9F1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1199EB2-8CF7-412C-88D7-2C906A9B506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A54ECDD-525B-4F0D-A32C-CAD98CC4E1E2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9AA5A5-B810-47BF-9870-E078E580E22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176AE20-94DB-48D9-93A0-3EB3C1F5FB2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5CAD56A-462D-4366-9EFB-54581CD299AF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7C2FCB-7D05-4824-AE10-F453FE482C72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019EDE9-B07A-4FD5-87B9-487B5E3194EF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7DE58C-884C-473D-88BB-56EE3548B30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E622CD9-12E7-481D-9568-392632F69D07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CB86C1E-34D9-4E0F-88EC-65476446F32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932AD99-53C0-46CD-960C-6F1735F80A7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6EC568-17DB-458F-9492-F1CC33DF1A0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45AFC19-C641-4E38-8827-516270B72E11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Content Placeholder 59">
            <a:extLst>
              <a:ext uri="{FF2B5EF4-FFF2-40B4-BE49-F238E27FC236}">
                <a16:creationId xmlns:a16="http://schemas.microsoft.com/office/drawing/2014/main" id="{8EFE1F84-4849-448C-8C35-33EC553AD838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185025" y="1981200"/>
            <a:ext cx="4625975" cy="29083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3978969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 Picture with Squar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66CA63B-C1B1-43E5-8904-2600EAA42658}"/>
              </a:ext>
            </a:extLst>
          </p:cNvPr>
          <p:cNvSpPr/>
          <p:nvPr/>
        </p:nvSpPr>
        <p:spPr bwMode="ltGray">
          <a:xfrm>
            <a:off x="10442039" y="5952152"/>
            <a:ext cx="1626142" cy="905848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1992DD06-529E-413D-A391-D73017C814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1568889 w 12192000"/>
              <a:gd name="connsiteY0" fmla="*/ 372706 h 6858000"/>
              <a:gd name="connsiteX1" fmla="*/ 10371380 w 12192000"/>
              <a:gd name="connsiteY1" fmla="*/ 401205 h 6858000"/>
              <a:gd name="connsiteX2" fmla="*/ 8894854 w 12192000"/>
              <a:gd name="connsiteY2" fmla="*/ 410711 h 6858000"/>
              <a:gd name="connsiteX3" fmla="*/ 6395207 w 12192000"/>
              <a:gd name="connsiteY3" fmla="*/ 439209 h 6858000"/>
              <a:gd name="connsiteX4" fmla="*/ 6348702 w 12192000"/>
              <a:gd name="connsiteY4" fmla="*/ 781250 h 6858000"/>
              <a:gd name="connsiteX5" fmla="*/ 6337082 w 12192000"/>
              <a:gd name="connsiteY5" fmla="*/ 1018784 h 6858000"/>
              <a:gd name="connsiteX6" fmla="*/ 6313829 w 12192000"/>
              <a:gd name="connsiteY6" fmla="*/ 1759872 h 6858000"/>
              <a:gd name="connsiteX7" fmla="*/ 6337082 w 12192000"/>
              <a:gd name="connsiteY7" fmla="*/ 2234929 h 6858000"/>
              <a:gd name="connsiteX8" fmla="*/ 6360334 w 12192000"/>
              <a:gd name="connsiteY8" fmla="*/ 3660100 h 6858000"/>
              <a:gd name="connsiteX9" fmla="*/ 6406839 w 12192000"/>
              <a:gd name="connsiteY9" fmla="*/ 4610214 h 6858000"/>
              <a:gd name="connsiteX10" fmla="*/ 6871889 w 12192000"/>
              <a:gd name="connsiteY10" fmla="*/ 4819239 h 6858000"/>
              <a:gd name="connsiteX11" fmla="*/ 7453200 w 12192000"/>
              <a:gd name="connsiteY11" fmla="*/ 4866740 h 6858000"/>
              <a:gd name="connsiteX12" fmla="*/ 10592284 w 12192000"/>
              <a:gd name="connsiteY12" fmla="*/ 4904744 h 6858000"/>
              <a:gd name="connsiteX13" fmla="*/ 11010830 w 12192000"/>
              <a:gd name="connsiteY13" fmla="*/ 4857244 h 6858000"/>
              <a:gd name="connsiteX14" fmla="*/ 11417742 w 12192000"/>
              <a:gd name="connsiteY14" fmla="*/ 4847738 h 6858000"/>
              <a:gd name="connsiteX15" fmla="*/ 11813034 w 12192000"/>
              <a:gd name="connsiteY15" fmla="*/ 4695719 h 6858000"/>
              <a:gd name="connsiteX16" fmla="*/ 11847918 w 12192000"/>
              <a:gd name="connsiteY16" fmla="*/ 3869125 h 6858000"/>
              <a:gd name="connsiteX17" fmla="*/ 11847918 w 12192000"/>
              <a:gd name="connsiteY17" fmla="*/ 3204046 h 6858000"/>
              <a:gd name="connsiteX18" fmla="*/ 11836286 w 12192000"/>
              <a:gd name="connsiteY18" fmla="*/ 2244426 h 6858000"/>
              <a:gd name="connsiteX19" fmla="*/ 11824666 w 12192000"/>
              <a:gd name="connsiteY19" fmla="*/ 971273 h 6858000"/>
              <a:gd name="connsiteX20" fmla="*/ 11568889 w 12192000"/>
              <a:gd name="connsiteY20" fmla="*/ 372706 h 6858000"/>
              <a:gd name="connsiteX21" fmla="*/ 0 w 12192000"/>
              <a:gd name="connsiteY21" fmla="*/ 0 h 6858000"/>
              <a:gd name="connsiteX22" fmla="*/ 12192000 w 12192000"/>
              <a:gd name="connsiteY22" fmla="*/ 0 h 6858000"/>
              <a:gd name="connsiteX23" fmla="*/ 12192000 w 12192000"/>
              <a:gd name="connsiteY23" fmla="*/ 6858000 h 6858000"/>
              <a:gd name="connsiteX24" fmla="*/ 12047573 w 12192000"/>
              <a:gd name="connsiteY24" fmla="*/ 6858000 h 6858000"/>
              <a:gd name="connsiteX25" fmla="*/ 12047848 w 12192000"/>
              <a:gd name="connsiteY25" fmla="*/ 6720949 h 6858000"/>
              <a:gd name="connsiteX26" fmla="*/ 11458478 w 12192000"/>
              <a:gd name="connsiteY26" fmla="*/ 5993181 h 6858000"/>
              <a:gd name="connsiteX27" fmla="*/ 11301145 w 12192000"/>
              <a:gd name="connsiteY27" fmla="*/ 5974818 h 6858000"/>
              <a:gd name="connsiteX28" fmla="*/ 10482538 w 12192000"/>
              <a:gd name="connsiteY28" fmla="*/ 6623291 h 6858000"/>
              <a:gd name="connsiteX29" fmla="*/ 10462665 w 12192000"/>
              <a:gd name="connsiteY29" fmla="*/ 6854132 h 6858000"/>
              <a:gd name="connsiteX30" fmla="*/ 10463066 w 12192000"/>
              <a:gd name="connsiteY30" fmla="*/ 6858000 h 6858000"/>
              <a:gd name="connsiteX31" fmla="*/ 0 w 12192000"/>
              <a:gd name="connsiteY3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2192000" h="6858000">
                <a:moveTo>
                  <a:pt x="11568889" y="372706"/>
                </a:moveTo>
                <a:cubicBezTo>
                  <a:pt x="11429374" y="372706"/>
                  <a:pt x="10510895" y="410711"/>
                  <a:pt x="10371380" y="401205"/>
                </a:cubicBezTo>
                <a:cubicBezTo>
                  <a:pt x="9929583" y="391708"/>
                  <a:pt x="9348271" y="410711"/>
                  <a:pt x="8894854" y="410711"/>
                </a:cubicBezTo>
                <a:cubicBezTo>
                  <a:pt x="7999628" y="410711"/>
                  <a:pt x="7150918" y="353704"/>
                  <a:pt x="6395207" y="439209"/>
                </a:cubicBezTo>
                <a:cubicBezTo>
                  <a:pt x="6371954" y="458211"/>
                  <a:pt x="6348702" y="724243"/>
                  <a:pt x="6348702" y="781250"/>
                </a:cubicBezTo>
                <a:cubicBezTo>
                  <a:pt x="6348702" y="933268"/>
                  <a:pt x="6348702" y="923772"/>
                  <a:pt x="6337082" y="1018784"/>
                </a:cubicBezTo>
                <a:cubicBezTo>
                  <a:pt x="6278944" y="1294312"/>
                  <a:pt x="6371954" y="1493841"/>
                  <a:pt x="6313829" y="1759872"/>
                </a:cubicBezTo>
                <a:lnTo>
                  <a:pt x="6337082" y="2234929"/>
                </a:lnTo>
                <a:cubicBezTo>
                  <a:pt x="6337082" y="2824000"/>
                  <a:pt x="6337082" y="3166041"/>
                  <a:pt x="6360334" y="3660100"/>
                </a:cubicBezTo>
                <a:cubicBezTo>
                  <a:pt x="6371954" y="3878621"/>
                  <a:pt x="6337082" y="4439194"/>
                  <a:pt x="6406839" y="4610214"/>
                </a:cubicBezTo>
                <a:cubicBezTo>
                  <a:pt x="6488217" y="4819239"/>
                  <a:pt x="6616111" y="4781235"/>
                  <a:pt x="6871889" y="4819239"/>
                </a:cubicBezTo>
                <a:cubicBezTo>
                  <a:pt x="7150918" y="4866740"/>
                  <a:pt x="7325306" y="4866740"/>
                  <a:pt x="7453200" y="4866740"/>
                </a:cubicBezTo>
                <a:cubicBezTo>
                  <a:pt x="8825096" y="4876246"/>
                  <a:pt x="9406408" y="4933253"/>
                  <a:pt x="10592284" y="4904744"/>
                </a:cubicBezTo>
                <a:cubicBezTo>
                  <a:pt x="10708547" y="4904744"/>
                  <a:pt x="10906187" y="4876246"/>
                  <a:pt x="11010830" y="4857244"/>
                </a:cubicBezTo>
                <a:cubicBezTo>
                  <a:pt x="11150344" y="4838242"/>
                  <a:pt x="11324732" y="4857244"/>
                  <a:pt x="11417742" y="4847738"/>
                </a:cubicBezTo>
                <a:cubicBezTo>
                  <a:pt x="11580509" y="4828735"/>
                  <a:pt x="11789781" y="4809733"/>
                  <a:pt x="11813034" y="4695719"/>
                </a:cubicBezTo>
                <a:cubicBezTo>
                  <a:pt x="11859538" y="4410685"/>
                  <a:pt x="11836286" y="4087646"/>
                  <a:pt x="11847918" y="3869125"/>
                </a:cubicBezTo>
                <a:cubicBezTo>
                  <a:pt x="11859538" y="3650594"/>
                  <a:pt x="11836286" y="3422567"/>
                  <a:pt x="11847918" y="3204046"/>
                </a:cubicBezTo>
                <a:cubicBezTo>
                  <a:pt x="11859538" y="2890503"/>
                  <a:pt x="11824666" y="2557968"/>
                  <a:pt x="11836286" y="2244426"/>
                </a:cubicBezTo>
                <a:cubicBezTo>
                  <a:pt x="11859538" y="1816879"/>
                  <a:pt x="11813034" y="1398829"/>
                  <a:pt x="11824666" y="971273"/>
                </a:cubicBezTo>
                <a:cubicBezTo>
                  <a:pt x="11824666" y="676743"/>
                  <a:pt x="11871171" y="372706"/>
                  <a:pt x="11568889" y="372706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0" rIns="347472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4D87F-D170-4CA6-B8DB-A068AAB2E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38914" y="656717"/>
            <a:ext cx="5065253" cy="939800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BB3B4C9-10AF-4C1C-BD4C-19B5526DA83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AA55965-C91C-46A8-84D3-9426B2920951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A7C3306-5AFD-4197-B039-52B9B3D0AC6E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31767F-4ADA-45F2-B354-AEF2579A6A7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B6DA548-0CD9-4078-B433-D61F1037174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D688978-BCBB-42C3-8877-14A7C1EF64F9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3EAD6C8-DC12-4BCC-8993-9CD4B9FF1B4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0A3D4A8-5179-4579-86DA-E3BE1D9939BC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B9A871-4A68-495F-A3EF-392427AED281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001B3D6-C1BC-4979-BF9B-2956B2C7EC99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367185-B7D6-4C5F-BFDB-408FCE04E3F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7770C8A-5B84-4503-8D5D-B710B131CCB1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7E3A062-DDC7-49B6-A3D5-B32A3A38D18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B52140B-5C19-4D8B-93F0-72CFECE86CC0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A100D8-96DD-4438-B034-852ACD48360A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435034-3BFA-4E05-A947-D42274FB4ACD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94EEDF-4DA9-4C49-8D81-4FEAA7A00790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47FAE4D-6929-4A6E-B735-59F6ED016FD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61A7D8E-A6BF-40D7-95EB-1191999BD2EC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1409C27-3D54-4E7E-B608-F8D1F36BC68E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063CBE-F520-471D-99C8-586943DE0D8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DC003CD-8A26-432E-9060-84F8E0B2AA1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EA46793-C37F-42AD-B0A2-1B9D1997518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0046F6B-E5D4-4598-93CE-3280F6A1E04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E3FEEA-893B-4BCB-878A-93F25BBD9C29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C294731-92AD-4771-A321-6B09FBA089E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E06B157-DBF4-4A2A-A41B-A23CBB507D0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06E6070-9EF3-4ED3-9C75-E6CAC8EA9E4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7FE90C-6359-4A38-A932-B9E34A36EB87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195EC85-116E-4D1D-AAC5-E1EE778E9F1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1199EB2-8CF7-412C-88D7-2C906A9B506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A54ECDD-525B-4F0D-A32C-CAD98CC4E1E2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9AA5A5-B810-47BF-9870-E078E580E22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176AE20-94DB-48D9-93A0-3EB3C1F5FB2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5CAD56A-462D-4366-9EFB-54581CD299AF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7C2FCB-7D05-4824-AE10-F453FE482C72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019EDE9-B07A-4FD5-87B9-487B5E3194EF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7DE58C-884C-473D-88BB-56EE3548B30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E622CD9-12E7-481D-9568-392632F69D07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CB86C1E-34D9-4E0F-88EC-65476446F32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932AD99-53C0-46CD-960C-6F1735F80A7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6EC568-17DB-458F-9492-F1CC33DF1A0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45AFC19-C641-4E38-8827-516270B72E11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Content Placeholder 59">
            <a:extLst>
              <a:ext uri="{FF2B5EF4-FFF2-40B4-BE49-F238E27FC236}">
                <a16:creationId xmlns:a16="http://schemas.microsoft.com/office/drawing/2014/main" id="{8EFE1F84-4849-448C-8C35-33EC553AD838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6538914" y="1860550"/>
            <a:ext cx="5065254" cy="268605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7993855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fram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B31FDED-D159-4F4F-8CA3-B83301DF537B}"/>
              </a:ext>
            </a:extLst>
          </p:cNvPr>
          <p:cNvSpPr/>
          <p:nvPr/>
        </p:nvSpPr>
        <p:spPr bwMode="ltGray">
          <a:xfrm>
            <a:off x="10441275" y="5951300"/>
            <a:ext cx="1627670" cy="906700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1" name="Picture Placeholder 50">
            <a:extLst>
              <a:ext uri="{FF2B5EF4-FFF2-40B4-BE49-F238E27FC236}">
                <a16:creationId xmlns:a16="http://schemas.microsoft.com/office/drawing/2014/main" id="{9A604104-23C8-45DB-B8E5-CC8FD54A77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12047573 w 12192000"/>
              <a:gd name="connsiteY3" fmla="*/ 6858000 h 6858000"/>
              <a:gd name="connsiteX4" fmla="*/ 12047848 w 12192000"/>
              <a:gd name="connsiteY4" fmla="*/ 6720949 h 6858000"/>
              <a:gd name="connsiteX5" fmla="*/ 11458478 w 12192000"/>
              <a:gd name="connsiteY5" fmla="*/ 5993181 h 6858000"/>
              <a:gd name="connsiteX6" fmla="*/ 11301145 w 12192000"/>
              <a:gd name="connsiteY6" fmla="*/ 5974818 h 6858000"/>
              <a:gd name="connsiteX7" fmla="*/ 10482538 w 12192000"/>
              <a:gd name="connsiteY7" fmla="*/ 6623291 h 6858000"/>
              <a:gd name="connsiteX8" fmla="*/ 10462665 w 12192000"/>
              <a:gd name="connsiteY8" fmla="*/ 6854132 h 6858000"/>
              <a:gd name="connsiteX9" fmla="*/ 10463066 w 12192000"/>
              <a:gd name="connsiteY9" fmla="*/ 6858000 h 6858000"/>
              <a:gd name="connsiteX10" fmla="*/ 0 w 12192000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3657600" tIns="0" r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975EE0-AD02-4365-B012-AEF1EB027E1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E98E784-FC01-4610-B058-2CCB322671BA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FF2B29D-E74D-4303-BB3A-2284D731A034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FD16FEA-B5DB-4F05-ABCB-F67FBB3F290E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3DE2517-FFDB-44E3-991E-865C415B8826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56F7D03-AC74-4987-8247-B58A990351E5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DBEEF49-1973-43EE-ABD4-7E037813A7B0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DB7EADA-FB78-4FA9-9520-D83E0D8F84CD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48CB4A2-0C87-47C9-8C4B-B9BA3E2C90BC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2D2D5C1-4179-4736-BA45-C19AC8497060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8B32661-72D5-4F04-ACE1-EC30AB0CDE8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A331478-F85F-4D3E-A6DA-5647BA14CD3D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F8068D5-9178-44A0-AAEB-6F35EED63A67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E3593E3-C1E4-4BBB-8B41-202BB57C5F6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BB18E18-DA27-4B34-9C93-966E6D88235F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499867C-A199-4323-96E0-4E372C32987F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F5424D8-84CB-4710-93EA-67FB2CF29EAF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DDB42FA-72B7-4EC6-8731-88363F1EC79A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78809C4-0D47-4B10-9CB8-45403FAB078D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8D60CB4-24EE-4286-B104-B1E7780F25F7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C807290-9044-47A7-90E1-CA3E462987B6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44258D2-EA42-49C8-AB37-BBF96FAEA58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AE1932C-E9CE-473B-AC83-46E902037AB3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D230A14-0748-4725-BC9F-A79515DCCFDB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C00DD94-854F-4950-9148-B594259CA291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80C20D3-903A-4021-AA27-6ABEDC98B36B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2B49219-FA68-4BFE-A6FB-19D2B0D4C1FF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B3E68FC-F99A-473C-A1B9-AA803E7F6CFB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74323F7-3F56-422F-B8F9-319B4269C514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D6AB36C-2BB9-458F-9B65-F616640B5697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7CD6E50-E0F0-4933-B850-6730D4173539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771C143-A1F3-4138-9AAE-B59B0482EED3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7BD61EB-293E-42B3-9B29-34C68BECB4A0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5E6D875-3902-4C5B-BBC1-7ADBFCB34A9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8EECE7A-152F-483E-BC66-3DB3F1A6A039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9998B0-FBE4-4736-A71B-DC348C340448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6B1EBFD-5AF9-4242-8571-9084369DA914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ACE59F3-2EE9-4012-9B0E-5DB4FD2A2FEB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787845E-4C98-468A-9220-DFECC42D7793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01B5A5D-AC20-4D4A-B5F5-61EADCE4E37B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BB7AA59-7E0F-4BB4-B767-0A6C688AD926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208AE6F-C8BE-4B86-B1BE-7988067A1FC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BE78E02-CB57-4CB4-BB07-0110782AEE7D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" name="Title 51">
            <a:extLst>
              <a:ext uri="{FF2B5EF4-FFF2-40B4-BE49-F238E27FC236}">
                <a16:creationId xmlns:a16="http://schemas.microsoft.com/office/drawing/2014/main" id="{A2A18BD8-58F2-477C-8542-F5233F2756F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599" y="457200"/>
            <a:ext cx="5950857" cy="1904999"/>
          </a:xfrm>
        </p:spPr>
        <p:txBody>
          <a:bodyPr/>
          <a:lstStyle>
            <a:lvl1pPr>
              <a:lnSpc>
                <a:spcPct val="82000"/>
              </a:lnSpc>
              <a:defRPr sz="6000"/>
            </a:lvl1pPr>
          </a:lstStyle>
          <a:p>
            <a:r>
              <a:rPr lang="en-US"/>
              <a:t>Click to add title</a:t>
            </a:r>
          </a:p>
        </p:txBody>
      </p:sp>
    </p:spTree>
    <p:extLst>
      <p:ext uri="{BB962C8B-B14F-4D97-AF65-F5344CB8AC3E}">
        <p14:creationId xmlns:p14="http://schemas.microsoft.com/office/powerpoint/2010/main" val="220882401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lose Statem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AE889-7B80-4DAF-BFF1-2CAC896A36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ADD title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71F4C7A-D51B-409D-B308-C00E68C12219}"/>
              </a:ext>
            </a:extLst>
          </p:cNvPr>
          <p:cNvGrpSpPr>
            <a:grpSpLocks noChangeAspect="1"/>
          </p:cNvGrpSpPr>
          <p:nvPr/>
        </p:nvGrpSpPr>
        <p:grpSpPr bwMode="black">
          <a:xfrm>
            <a:off x="4953000" y="5133162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62DCCC1-7C34-4D1F-92D6-D0FF7F1B2A08}"/>
                </a:ext>
              </a:extLst>
            </p:cNvPr>
            <p:cNvSpPr/>
            <p:nvPr/>
          </p:nvSpPr>
          <p:spPr bwMode="black"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B13D148-83B4-497C-BE6D-DB88AFAE198E}"/>
                </a:ext>
              </a:extLst>
            </p:cNvPr>
            <p:cNvSpPr/>
            <p:nvPr/>
          </p:nvSpPr>
          <p:spPr bwMode="black"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9906698-4C68-4028-AC80-CD35DAA2E8F3}"/>
                </a:ext>
              </a:extLst>
            </p:cNvPr>
            <p:cNvSpPr/>
            <p:nvPr/>
          </p:nvSpPr>
          <p:spPr bwMode="black"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AA08F4D-A063-49F1-9F3A-664ECBD5F559}"/>
                </a:ext>
              </a:extLst>
            </p:cNvPr>
            <p:cNvSpPr/>
            <p:nvPr/>
          </p:nvSpPr>
          <p:spPr bwMode="black"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E708B89-C029-4E8F-90DC-F57AF9480A68}"/>
                </a:ext>
              </a:extLst>
            </p:cNvPr>
            <p:cNvSpPr/>
            <p:nvPr/>
          </p:nvSpPr>
          <p:spPr bwMode="black"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DDD9D23-0A6F-4E21-A479-DEAE1945838C}"/>
                </a:ext>
              </a:extLst>
            </p:cNvPr>
            <p:cNvSpPr/>
            <p:nvPr/>
          </p:nvSpPr>
          <p:spPr bwMode="black"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724715-0A45-4BE3-A597-2830FDE28465}"/>
                </a:ext>
              </a:extLst>
            </p:cNvPr>
            <p:cNvSpPr/>
            <p:nvPr/>
          </p:nvSpPr>
          <p:spPr bwMode="black"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3EB291-8728-49FA-9E36-DE65910405B8}"/>
                </a:ext>
              </a:extLst>
            </p:cNvPr>
            <p:cNvSpPr/>
            <p:nvPr/>
          </p:nvSpPr>
          <p:spPr bwMode="black"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63A2B5F-9AD4-4AAF-AD5C-3745453610BF}"/>
                </a:ext>
              </a:extLst>
            </p:cNvPr>
            <p:cNvSpPr/>
            <p:nvPr/>
          </p:nvSpPr>
          <p:spPr bwMode="black"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29DE044-2228-4555-82E1-80DD994AA315}"/>
                </a:ext>
              </a:extLst>
            </p:cNvPr>
            <p:cNvSpPr/>
            <p:nvPr/>
          </p:nvSpPr>
          <p:spPr bwMode="black"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7F92585-5CB0-465E-966D-B7CD61BB094D}"/>
                </a:ext>
              </a:extLst>
            </p:cNvPr>
            <p:cNvSpPr/>
            <p:nvPr/>
          </p:nvSpPr>
          <p:spPr bwMode="black"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2EF953C-F1A9-48A1-8B50-74DC119D4014}"/>
                </a:ext>
              </a:extLst>
            </p:cNvPr>
            <p:cNvSpPr/>
            <p:nvPr/>
          </p:nvSpPr>
          <p:spPr bwMode="black"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8FBF042-8DD5-4B32-9D19-E3D2DA0CDCC4}"/>
                </a:ext>
              </a:extLst>
            </p:cNvPr>
            <p:cNvSpPr/>
            <p:nvPr/>
          </p:nvSpPr>
          <p:spPr bwMode="black"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95AAF35-711C-45B3-8B74-63476C9F4CA3}"/>
                </a:ext>
              </a:extLst>
            </p:cNvPr>
            <p:cNvSpPr/>
            <p:nvPr/>
          </p:nvSpPr>
          <p:spPr bwMode="black"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13AA7EB-514D-4A09-BD66-80053F00347D}"/>
                </a:ext>
              </a:extLst>
            </p:cNvPr>
            <p:cNvSpPr/>
            <p:nvPr/>
          </p:nvSpPr>
          <p:spPr bwMode="black"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B6801FA-EDF1-44B7-B74A-D233D1901FB2}"/>
                </a:ext>
              </a:extLst>
            </p:cNvPr>
            <p:cNvSpPr/>
            <p:nvPr/>
          </p:nvSpPr>
          <p:spPr bwMode="black"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B2E6C61-DDF2-47D9-8A25-89BB69487158}"/>
                </a:ext>
              </a:extLst>
            </p:cNvPr>
            <p:cNvSpPr/>
            <p:nvPr/>
          </p:nvSpPr>
          <p:spPr bwMode="black"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DF9C6F1-437C-49ED-BDB4-BFA7F469DBE7}"/>
                </a:ext>
              </a:extLst>
            </p:cNvPr>
            <p:cNvSpPr/>
            <p:nvPr/>
          </p:nvSpPr>
          <p:spPr bwMode="black"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980F842-8843-4ECD-BDE7-3CD6D542F555}"/>
                </a:ext>
              </a:extLst>
            </p:cNvPr>
            <p:cNvSpPr/>
            <p:nvPr/>
          </p:nvSpPr>
          <p:spPr bwMode="black"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814236-BEAA-4CFC-B101-3AEF7AA8B77B}"/>
                </a:ext>
              </a:extLst>
            </p:cNvPr>
            <p:cNvSpPr/>
            <p:nvPr/>
          </p:nvSpPr>
          <p:spPr bwMode="black"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ED7C96E-27D1-4907-930F-0FBC0B6CF852}"/>
                </a:ext>
              </a:extLst>
            </p:cNvPr>
            <p:cNvSpPr/>
            <p:nvPr/>
          </p:nvSpPr>
          <p:spPr bwMode="black"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858C7E-AF70-4F67-B2E8-5ADA3F580674}"/>
                </a:ext>
              </a:extLst>
            </p:cNvPr>
            <p:cNvSpPr/>
            <p:nvPr/>
          </p:nvSpPr>
          <p:spPr bwMode="black"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C38C734-4415-4F9B-B96B-AE7393B02692}"/>
                </a:ext>
              </a:extLst>
            </p:cNvPr>
            <p:cNvSpPr/>
            <p:nvPr/>
          </p:nvSpPr>
          <p:spPr bwMode="black"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BCC10D7-F9B5-4884-95E0-76FFA954D306}"/>
                </a:ext>
              </a:extLst>
            </p:cNvPr>
            <p:cNvSpPr/>
            <p:nvPr/>
          </p:nvSpPr>
          <p:spPr bwMode="black"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C3432CC-EC60-49E1-82E4-7E2CBE3EE40A}"/>
                </a:ext>
              </a:extLst>
            </p:cNvPr>
            <p:cNvSpPr/>
            <p:nvPr/>
          </p:nvSpPr>
          <p:spPr bwMode="black"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96C76B7-245D-481E-B35F-7C1ECEB9548A}"/>
                </a:ext>
              </a:extLst>
            </p:cNvPr>
            <p:cNvSpPr/>
            <p:nvPr/>
          </p:nvSpPr>
          <p:spPr bwMode="black"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8338E1C-6445-4350-AB97-162B440CB474}"/>
                </a:ext>
              </a:extLst>
            </p:cNvPr>
            <p:cNvSpPr/>
            <p:nvPr/>
          </p:nvSpPr>
          <p:spPr bwMode="black"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20C9512-69D6-40AE-A46C-46C7A8C18D0E}"/>
                </a:ext>
              </a:extLst>
            </p:cNvPr>
            <p:cNvSpPr/>
            <p:nvPr/>
          </p:nvSpPr>
          <p:spPr bwMode="black"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6824091-EA77-4290-B5D8-D9ABB8E8F443}"/>
                </a:ext>
              </a:extLst>
            </p:cNvPr>
            <p:cNvSpPr/>
            <p:nvPr/>
          </p:nvSpPr>
          <p:spPr bwMode="black"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1747A0A-4A0D-474C-A3A8-8C14A8B72D4D}"/>
                </a:ext>
              </a:extLst>
            </p:cNvPr>
            <p:cNvSpPr/>
            <p:nvPr/>
          </p:nvSpPr>
          <p:spPr bwMode="black"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5536A8A-2076-4C05-9C5C-7E9AD95BA4CB}"/>
                </a:ext>
              </a:extLst>
            </p:cNvPr>
            <p:cNvSpPr/>
            <p:nvPr/>
          </p:nvSpPr>
          <p:spPr bwMode="black"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9620A82-35FD-44A4-8994-CE526DA47B24}"/>
                </a:ext>
              </a:extLst>
            </p:cNvPr>
            <p:cNvSpPr/>
            <p:nvPr/>
          </p:nvSpPr>
          <p:spPr bwMode="black"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6D7F20F-A650-4743-9FC0-A2573AB641DE}"/>
                </a:ext>
              </a:extLst>
            </p:cNvPr>
            <p:cNvSpPr/>
            <p:nvPr/>
          </p:nvSpPr>
          <p:spPr bwMode="black"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BE3A4A-2817-40F0-9829-E5E0844F1DDF}"/>
                </a:ext>
              </a:extLst>
            </p:cNvPr>
            <p:cNvSpPr/>
            <p:nvPr/>
          </p:nvSpPr>
          <p:spPr bwMode="black"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1994F37-B45E-48F6-A426-16BA0C3A0618}"/>
                </a:ext>
              </a:extLst>
            </p:cNvPr>
            <p:cNvSpPr/>
            <p:nvPr/>
          </p:nvSpPr>
          <p:spPr bwMode="black"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27A624-42CC-4E96-BDC2-D7800A80C6A5}"/>
                </a:ext>
              </a:extLst>
            </p:cNvPr>
            <p:cNvSpPr/>
            <p:nvPr/>
          </p:nvSpPr>
          <p:spPr bwMode="black"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EB8DCA6-2948-47B4-BC21-51F554D02642}"/>
                </a:ext>
              </a:extLst>
            </p:cNvPr>
            <p:cNvSpPr/>
            <p:nvPr/>
          </p:nvSpPr>
          <p:spPr bwMode="black"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87E6C4C-5076-4CC1-8A31-4708BB874E99}"/>
                </a:ext>
              </a:extLst>
            </p:cNvPr>
            <p:cNvSpPr/>
            <p:nvPr/>
          </p:nvSpPr>
          <p:spPr bwMode="black"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5A557F2-2B51-4A94-8BAD-38C184786E6F}"/>
                </a:ext>
              </a:extLst>
            </p:cNvPr>
            <p:cNvSpPr/>
            <p:nvPr/>
          </p:nvSpPr>
          <p:spPr bwMode="black"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1CD0877-E703-46CC-91C2-0B64DCDDC22E}"/>
                </a:ext>
              </a:extLst>
            </p:cNvPr>
            <p:cNvSpPr/>
            <p:nvPr/>
          </p:nvSpPr>
          <p:spPr bwMode="black"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D27D3A3-0135-48AE-8310-53F0B4338891}"/>
                </a:ext>
              </a:extLst>
            </p:cNvPr>
            <p:cNvSpPr/>
            <p:nvPr/>
          </p:nvSpPr>
          <p:spPr bwMode="black"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3100DEA-196D-4FF4-B6C0-73F96315C0B0}"/>
                </a:ext>
              </a:extLst>
            </p:cNvPr>
            <p:cNvSpPr/>
            <p:nvPr/>
          </p:nvSpPr>
          <p:spPr bwMode="black"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Text Placeholder 53">
            <a:extLst>
              <a:ext uri="{FF2B5EF4-FFF2-40B4-BE49-F238E27FC236}">
                <a16:creationId xmlns:a16="http://schemas.microsoft.com/office/drawing/2014/main" id="{5B8EF472-40A4-439A-B62A-2B3D53CEFD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altLang="zh-CN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90675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8BD37D-F050-4443-A487-60726AD46F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884B931-F05F-4E7D-B4A8-15A4ABE7DEB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EE0D7A9-D51E-4346-B207-B8159C3E19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4A6C9F8-2065-4458-BCFA-8C9ECE20BB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96B46DC-8DF4-4C60-9170-18A1563C49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065732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1DA1F28-9C93-4336-8693-7CB6A06B6BA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10655300" y="457200"/>
            <a:ext cx="1155700" cy="5562600"/>
          </a:xfrm>
        </p:spPr>
        <p:txBody>
          <a:bodyPr vert="eaVert"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ECB423A-9022-4A15-B482-E98FE360EDA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381000" y="457200"/>
            <a:ext cx="10033000" cy="5562600"/>
          </a:xfrm>
        </p:spPr>
        <p:txBody>
          <a:bodyPr vert="eaVert"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132CDD-31EE-4AA1-8BDA-B32EF54071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D3E4C41-B1D2-4534-9A0D-8BA94B6B8F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FA2C4A0-B694-46FC-BC70-9DD74904A4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163588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占位符 4"/>
          <p:cNvSpPr>
            <a:spLocks noGrp="1"/>
          </p:cNvSpPr>
          <p:nvPr>
            <p:ph type="body" idx="10"/>
          </p:nvPr>
        </p:nvSpPr>
        <p:spPr>
          <a:xfrm>
            <a:off x="338455" y="1492250"/>
            <a:ext cx="1996440" cy="4648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0" rIns="0" bIns="0" anchor="t"/>
          <a:lstStyle/>
          <a:p>
            <a:pPr marL="0" marR="0" indent="0" algn="l">
              <a:lnSpc>
                <a:spcPts val="1800"/>
              </a:lnSpc>
              <a:spcAft>
                <a:spcPts val="20"/>
              </a:spcAft>
            </a:pPr>
            <a:r>
              <a:rPr lang="en-US" sz="1550" b="1" spc="-10">
                <a:solidFill>
                  <a:srgbClr val="9C9C9C"/>
                </a:solidFill>
                <a:latin typeface="Calibri" panose="02020603050405020304" pitchFamily="2"/>
              </a:rPr>
              <a:t>Joost </a:t>
            </a:r>
            <a:r>
              <a:rPr lang="en-US" sz="1550" b="1" spc="-10" err="1">
                <a:solidFill>
                  <a:srgbClr val="9C9C9C"/>
                </a:solidFill>
                <a:latin typeface="Calibri" panose="02020603050405020304" pitchFamily="2"/>
              </a:rPr>
              <a:t>Vlaanderen</a:t>
            </a:r>
            <a:r>
              <a:rPr lang="en-US" sz="1550" b="1" spc="-10">
                <a:solidFill>
                  <a:srgbClr val="9C9C9C"/>
                </a:solidFill>
                <a:latin typeface="Calibri" panose="02020603050405020304" pitchFamily="2"/>
              </a:rPr>
              <a:t> President, Greater China </a:t>
            </a:r>
          </a:p>
        </p:txBody>
      </p:sp>
      <p:sp>
        <p:nvSpPr>
          <p:cNvPr id="6" name="文本占位符 5"/>
          <p:cNvSpPr>
            <a:spLocks noGrp="1"/>
          </p:cNvSpPr>
          <p:nvPr>
            <p:ph type="body" idx="10"/>
          </p:nvPr>
        </p:nvSpPr>
        <p:spPr>
          <a:xfrm>
            <a:off x="658495" y="2705735"/>
            <a:ext cx="801370" cy="5949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9210" rIns="0" bIns="0" anchor="t"/>
          <a:lstStyle/>
          <a:p>
            <a:pPr marL="91440" marR="0" indent="0" algn="l">
              <a:lnSpc>
                <a:spcPts val="2000"/>
              </a:lnSpc>
              <a:spcAft>
                <a:spcPts val="0"/>
              </a:spcAft>
            </a:pPr>
            <a:r>
              <a:rPr lang="en-US" sz="2000" b="1" spc="-25">
                <a:solidFill>
                  <a:srgbClr val="FFFFFF"/>
                </a:solidFill>
                <a:latin typeface="Calibri" panose="02020603050405020304" pitchFamily="2"/>
              </a:rPr>
              <a:t>Direct </a:t>
            </a:r>
          </a:p>
          <a:p>
            <a:pPr marL="0" marR="0" indent="0" algn="l">
              <a:lnSpc>
                <a:spcPts val="2000"/>
              </a:lnSpc>
              <a:spcBef>
                <a:spcPts val="365"/>
              </a:spcBef>
              <a:spcAft>
                <a:spcPts val="0"/>
              </a:spcAft>
            </a:pPr>
            <a:r>
              <a:rPr lang="en-US" sz="2000" b="1" spc="-105">
                <a:solidFill>
                  <a:srgbClr val="FFFFFF"/>
                </a:solidFill>
                <a:latin typeface="Calibri" panose="02020603050405020304" pitchFamily="2"/>
              </a:rPr>
              <a:t>Reports </a:t>
            </a:r>
          </a:p>
        </p:txBody>
      </p:sp>
      <p:sp>
        <p:nvSpPr>
          <p:cNvPr id="7" name="文本占位符 6"/>
          <p:cNvSpPr>
            <a:spLocks noGrp="1"/>
          </p:cNvSpPr>
          <p:nvPr>
            <p:ph type="body" idx="10"/>
          </p:nvPr>
        </p:nvSpPr>
        <p:spPr>
          <a:xfrm>
            <a:off x="10131425" y="2439670"/>
            <a:ext cx="1100455" cy="56578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0">
                <a:solidFill>
                  <a:srgbClr val="9C9C9C"/>
                </a:solidFill>
                <a:latin typeface="Calibri" panose="02020603050405020304" pitchFamily="2"/>
              </a:rPr>
              <a:t>Annie HUANG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Director, Finance, Greater China </a:t>
            </a:r>
          </a:p>
        </p:txBody>
      </p:sp>
      <p:sp>
        <p:nvSpPr>
          <p:cNvPr id="8" name="文本占位符 7"/>
          <p:cNvSpPr>
            <a:spLocks noGrp="1"/>
          </p:cNvSpPr>
          <p:nvPr>
            <p:ph type="body" idx="10"/>
          </p:nvPr>
        </p:nvSpPr>
        <p:spPr>
          <a:xfrm>
            <a:off x="2788920" y="2439670"/>
            <a:ext cx="1121410" cy="56578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Grace ZHU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20">
                <a:solidFill>
                  <a:srgbClr val="9C9C9C"/>
                </a:solidFill>
                <a:latin typeface="Calibri" panose="02020603050405020304" pitchFamily="2"/>
              </a:rPr>
              <a:t>Sr. Director, Sales, Greater China </a:t>
            </a:r>
          </a:p>
        </p:txBody>
      </p:sp>
      <p:sp>
        <p:nvSpPr>
          <p:cNvPr id="9" name="文本占位符 8"/>
          <p:cNvSpPr>
            <a:spLocks noGrp="1"/>
          </p:cNvSpPr>
          <p:nvPr>
            <p:ph type="body" idx="10"/>
          </p:nvPr>
        </p:nvSpPr>
        <p:spPr>
          <a:xfrm>
            <a:off x="5236210" y="2439670"/>
            <a:ext cx="1420495" cy="56896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Holly YUAN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2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Sr. Director, Marketing Biscuits, Greater China </a:t>
            </a:r>
          </a:p>
        </p:txBody>
      </p:sp>
      <p:sp>
        <p:nvSpPr>
          <p:cNvPr id="10" name="文本占位符 9"/>
          <p:cNvSpPr>
            <a:spLocks noGrp="1"/>
          </p:cNvSpPr>
          <p:nvPr>
            <p:ph type="body" idx="10"/>
          </p:nvPr>
        </p:nvSpPr>
        <p:spPr>
          <a:xfrm>
            <a:off x="7687310" y="2439670"/>
            <a:ext cx="1520825" cy="56896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 err="1">
                <a:solidFill>
                  <a:srgbClr val="9C9C9C"/>
                </a:solidFill>
                <a:latin typeface="Calibri" panose="02020603050405020304" pitchFamily="2"/>
              </a:rPr>
              <a:t>Heddy</a:t>
            </a: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 YUAN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2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Director, Marketing GCB &amp; Choc, Greater China </a:t>
            </a:r>
          </a:p>
        </p:txBody>
      </p:sp>
      <p:sp>
        <p:nvSpPr>
          <p:cNvPr id="11" name="文本占位符 10"/>
          <p:cNvSpPr>
            <a:spLocks noGrp="1"/>
          </p:cNvSpPr>
          <p:nvPr>
            <p:ph type="body" idx="10"/>
          </p:nvPr>
        </p:nvSpPr>
        <p:spPr>
          <a:xfrm>
            <a:off x="2788920" y="3320415"/>
            <a:ext cx="862330" cy="5664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25">
                <a:solidFill>
                  <a:srgbClr val="9C9C9C"/>
                </a:solidFill>
                <a:latin typeface="Calibri" panose="02020603050405020304" pitchFamily="2"/>
              </a:rPr>
              <a:t>Lydia DU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Director, HR, Greater China </a:t>
            </a:r>
          </a:p>
        </p:txBody>
      </p:sp>
      <p:sp>
        <p:nvSpPr>
          <p:cNvPr id="12" name="文本占位符 11"/>
          <p:cNvSpPr>
            <a:spLocks noGrp="1"/>
          </p:cNvSpPr>
          <p:nvPr>
            <p:ph type="body" idx="10"/>
          </p:nvPr>
        </p:nvSpPr>
        <p:spPr>
          <a:xfrm>
            <a:off x="5233670" y="3320415"/>
            <a:ext cx="1124585" cy="5664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Vacant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20">
                <a:solidFill>
                  <a:srgbClr val="9C9C9C"/>
                </a:solidFill>
                <a:latin typeface="Calibri" panose="02020603050405020304" pitchFamily="2"/>
              </a:rPr>
              <a:t>Director, Strategy, Greater China </a:t>
            </a:r>
          </a:p>
        </p:txBody>
      </p:sp>
      <p:sp>
        <p:nvSpPr>
          <p:cNvPr id="13" name="文本占位符 12"/>
          <p:cNvSpPr>
            <a:spLocks noGrp="1"/>
          </p:cNvSpPr>
          <p:nvPr>
            <p:ph type="body" idx="10"/>
          </p:nvPr>
        </p:nvSpPr>
        <p:spPr>
          <a:xfrm>
            <a:off x="475615" y="4799330"/>
            <a:ext cx="1179195" cy="59563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9210" rIns="0" bIns="0" anchor="t"/>
          <a:lstStyle/>
          <a:p>
            <a:pPr marL="0" marR="0" indent="0" algn="l">
              <a:lnSpc>
                <a:spcPts val="2000"/>
              </a:lnSpc>
              <a:spcAft>
                <a:spcPts val="0"/>
              </a:spcAft>
            </a:pPr>
            <a:r>
              <a:rPr lang="en-US" sz="2000" b="1" spc="-75">
                <a:solidFill>
                  <a:srgbClr val="FFFFFF"/>
                </a:solidFill>
                <a:latin typeface="Calibri" panose="02020603050405020304" pitchFamily="2"/>
              </a:rPr>
              <a:t>Dotted-line </a:t>
            </a:r>
          </a:p>
          <a:p>
            <a:pPr marL="0" marR="0" indent="0" algn="ctr">
              <a:lnSpc>
                <a:spcPts val="2000"/>
              </a:lnSpc>
              <a:spcBef>
                <a:spcPts val="365"/>
              </a:spcBef>
              <a:spcAft>
                <a:spcPts val="25"/>
              </a:spcAft>
            </a:pPr>
            <a:r>
              <a:rPr lang="en-US" sz="2000" b="1" spc="-20">
                <a:solidFill>
                  <a:srgbClr val="FFFFFF"/>
                </a:solidFill>
                <a:latin typeface="Calibri" panose="02020603050405020304" pitchFamily="2"/>
              </a:rPr>
              <a:t>Reports </a:t>
            </a:r>
          </a:p>
        </p:txBody>
      </p:sp>
      <p:sp>
        <p:nvSpPr>
          <p:cNvPr id="14" name="文本占位符 13"/>
          <p:cNvSpPr>
            <a:spLocks noGrp="1"/>
          </p:cNvSpPr>
          <p:nvPr>
            <p:ph type="body" idx="10"/>
          </p:nvPr>
        </p:nvSpPr>
        <p:spPr>
          <a:xfrm>
            <a:off x="10128250" y="4765040"/>
            <a:ext cx="142367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Maggie WANG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Director, R&amp;D Biscuits, AMEA </a:t>
            </a:r>
          </a:p>
        </p:txBody>
      </p:sp>
      <p:sp>
        <p:nvSpPr>
          <p:cNvPr id="15" name="文本占位符 14"/>
          <p:cNvSpPr>
            <a:spLocks noGrp="1"/>
          </p:cNvSpPr>
          <p:nvPr>
            <p:ph type="body" idx="10"/>
          </p:nvPr>
        </p:nvSpPr>
        <p:spPr>
          <a:xfrm>
            <a:off x="7680960" y="4765040"/>
            <a:ext cx="151765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20">
                <a:solidFill>
                  <a:srgbClr val="9C9C9C"/>
                </a:solidFill>
                <a:latin typeface="Calibri" panose="02020603050405020304" pitchFamily="2"/>
              </a:rPr>
              <a:t>Yue FU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Associate Director, CGA, Greater China </a:t>
            </a:r>
          </a:p>
        </p:txBody>
      </p:sp>
      <p:sp>
        <p:nvSpPr>
          <p:cNvPr id="16" name="文本占位符 15"/>
          <p:cNvSpPr>
            <a:spLocks noGrp="1"/>
          </p:cNvSpPr>
          <p:nvPr>
            <p:ph type="body" idx="10"/>
          </p:nvPr>
        </p:nvSpPr>
        <p:spPr>
          <a:xfrm>
            <a:off x="5236210" y="4765040"/>
            <a:ext cx="1252855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5">
                <a:solidFill>
                  <a:srgbClr val="9C9C9C"/>
                </a:solidFill>
                <a:latin typeface="Calibri" panose="02020603050405020304" pitchFamily="2"/>
              </a:rPr>
              <a:t>Xinyi ZHANG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Chief Legal Counsel, Greater China </a:t>
            </a:r>
          </a:p>
        </p:txBody>
      </p:sp>
      <p:sp>
        <p:nvSpPr>
          <p:cNvPr id="17" name="文本占位符 16"/>
          <p:cNvSpPr>
            <a:spLocks noGrp="1"/>
          </p:cNvSpPr>
          <p:nvPr>
            <p:ph type="body" idx="10"/>
          </p:nvPr>
        </p:nvSpPr>
        <p:spPr>
          <a:xfrm>
            <a:off x="2785745" y="4765040"/>
            <a:ext cx="98171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45">
                <a:solidFill>
                  <a:srgbClr val="9C9C9C"/>
                </a:solidFill>
                <a:latin typeface="Calibri" panose="02020603050405020304" pitchFamily="2"/>
              </a:rPr>
              <a:t>Cloris ZHANG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Sr. Director, ISC Greater China </a:t>
            </a:r>
          </a:p>
        </p:txBody>
      </p:sp>
    </p:spTree>
    <p:extLst>
      <p:ext uri="{BB962C8B-B14F-4D97-AF65-F5344CB8AC3E}">
        <p14:creationId xmlns:p14="http://schemas.microsoft.com/office/powerpoint/2010/main" val="301216403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Headlin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roup 141"/>
          <p:cNvGrpSpPr/>
          <p:nvPr/>
        </p:nvGrpSpPr>
        <p:grpSpPr>
          <a:xfrm>
            <a:off x="8940800" y="6440822"/>
            <a:ext cx="2693093" cy="197521"/>
            <a:chOff x="6705600" y="6440821"/>
            <a:chExt cx="2019820" cy="197521"/>
          </a:xfrm>
        </p:grpSpPr>
        <p:grpSp>
          <p:nvGrpSpPr>
            <p:cNvPr id="63" name="Group 62"/>
            <p:cNvGrpSpPr/>
            <p:nvPr/>
          </p:nvGrpSpPr>
          <p:grpSpPr>
            <a:xfrm>
              <a:off x="6705600" y="6495709"/>
              <a:ext cx="214313" cy="127056"/>
              <a:chOff x="6573070" y="5804875"/>
              <a:chExt cx="954791" cy="566050"/>
            </a:xfrm>
            <a:solidFill>
              <a:srgbClr val="4F2170"/>
            </a:solidFill>
          </p:grpSpPr>
          <p:sp>
            <p:nvSpPr>
              <p:cNvPr id="109" name="Freeform 50"/>
              <p:cNvSpPr>
                <a:spLocks/>
              </p:cNvSpPr>
              <p:nvPr/>
            </p:nvSpPr>
            <p:spPr bwMode="auto">
              <a:xfrm>
                <a:off x="7071542" y="6213689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0" name="Freeform 51"/>
              <p:cNvSpPr>
                <a:spLocks/>
              </p:cNvSpPr>
              <p:nvPr/>
            </p:nvSpPr>
            <p:spPr bwMode="auto">
              <a:xfrm>
                <a:off x="7071542" y="6013631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1" name="Freeform 52"/>
              <p:cNvSpPr>
                <a:spLocks/>
              </p:cNvSpPr>
              <p:nvPr/>
            </p:nvSpPr>
            <p:spPr bwMode="auto">
              <a:xfrm>
                <a:off x="7325127" y="6213689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2" name="Freeform 53"/>
              <p:cNvSpPr>
                <a:spLocks/>
              </p:cNvSpPr>
              <p:nvPr/>
            </p:nvSpPr>
            <p:spPr bwMode="auto">
              <a:xfrm>
                <a:off x="7325127" y="6013631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3" name="Freeform 54"/>
              <p:cNvSpPr>
                <a:spLocks/>
              </p:cNvSpPr>
              <p:nvPr/>
            </p:nvSpPr>
            <p:spPr bwMode="auto">
              <a:xfrm>
                <a:off x="7071542" y="5808890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4" name="Freeform 55"/>
              <p:cNvSpPr>
                <a:spLocks/>
              </p:cNvSpPr>
              <p:nvPr/>
            </p:nvSpPr>
            <p:spPr bwMode="auto">
              <a:xfrm>
                <a:off x="7325127" y="5808890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5" name="Freeform 56"/>
              <p:cNvSpPr>
                <a:spLocks/>
              </p:cNvSpPr>
              <p:nvPr/>
            </p:nvSpPr>
            <p:spPr bwMode="auto">
              <a:xfrm>
                <a:off x="6573070" y="5804875"/>
                <a:ext cx="448290" cy="566049"/>
              </a:xfrm>
              <a:custGeom>
                <a:avLst/>
                <a:gdLst/>
                <a:ahLst/>
                <a:cxnLst/>
                <a:rect l="l" t="t" r="r" b="b"/>
                <a:pathLst>
                  <a:path w="1063625" h="1343025">
                    <a:moveTo>
                      <a:pt x="101600" y="103188"/>
                    </a:moveTo>
                    <a:cubicBezTo>
                      <a:pt x="101600" y="103188"/>
                      <a:pt x="101600" y="103188"/>
                      <a:pt x="101600" y="1241426"/>
                    </a:cubicBezTo>
                    <a:cubicBezTo>
                      <a:pt x="101600" y="1241426"/>
                      <a:pt x="101600" y="1241426"/>
                      <a:pt x="823148" y="1241426"/>
                    </a:cubicBezTo>
                    <a:cubicBezTo>
                      <a:pt x="850900" y="1120139"/>
                      <a:pt x="841649" y="989521"/>
                      <a:pt x="786146" y="868233"/>
                    </a:cubicBezTo>
                    <a:cubicBezTo>
                      <a:pt x="758394" y="802925"/>
                      <a:pt x="721391" y="746946"/>
                      <a:pt x="675138" y="681637"/>
                    </a:cubicBezTo>
                    <a:cubicBezTo>
                      <a:pt x="628885" y="616328"/>
                      <a:pt x="582632" y="541690"/>
                      <a:pt x="545630" y="457721"/>
                    </a:cubicBezTo>
                    <a:cubicBezTo>
                      <a:pt x="499377" y="345763"/>
                      <a:pt x="490126" y="224476"/>
                      <a:pt x="527128" y="103188"/>
                    </a:cubicBezTo>
                    <a:cubicBezTo>
                      <a:pt x="527128" y="103188"/>
                      <a:pt x="527128" y="103188"/>
                      <a:pt x="101600" y="103188"/>
                    </a:cubicBezTo>
                    <a:close/>
                    <a:moveTo>
                      <a:pt x="83240" y="0"/>
                    </a:moveTo>
                    <a:cubicBezTo>
                      <a:pt x="83240" y="0"/>
                      <a:pt x="83240" y="0"/>
                      <a:pt x="675171" y="0"/>
                    </a:cubicBezTo>
                    <a:cubicBezTo>
                      <a:pt x="675171" y="9066"/>
                      <a:pt x="675171" y="9319"/>
                      <a:pt x="675171" y="9327"/>
                    </a:cubicBezTo>
                    <a:cubicBezTo>
                      <a:pt x="675171" y="9327"/>
                      <a:pt x="675171" y="9327"/>
                      <a:pt x="1008131" y="9327"/>
                    </a:cubicBezTo>
                    <a:cubicBezTo>
                      <a:pt x="1035878" y="9327"/>
                      <a:pt x="1063625" y="27980"/>
                      <a:pt x="1063625" y="65286"/>
                    </a:cubicBezTo>
                    <a:cubicBezTo>
                      <a:pt x="1063625" y="65286"/>
                      <a:pt x="1063625" y="65286"/>
                      <a:pt x="1063625" y="326430"/>
                    </a:cubicBezTo>
                    <a:cubicBezTo>
                      <a:pt x="1063625" y="354410"/>
                      <a:pt x="1035878" y="382389"/>
                      <a:pt x="1008131" y="382389"/>
                    </a:cubicBezTo>
                    <a:lnTo>
                      <a:pt x="638175" y="382389"/>
                    </a:lnTo>
                    <a:cubicBezTo>
                      <a:pt x="638175" y="391716"/>
                      <a:pt x="647424" y="410369"/>
                      <a:pt x="647424" y="419695"/>
                    </a:cubicBezTo>
                    <a:cubicBezTo>
                      <a:pt x="656673" y="447675"/>
                      <a:pt x="665922" y="466328"/>
                      <a:pt x="684420" y="494308"/>
                    </a:cubicBezTo>
                    <a:cubicBezTo>
                      <a:pt x="684420" y="494308"/>
                      <a:pt x="684420" y="494308"/>
                      <a:pt x="1008131" y="494308"/>
                    </a:cubicBezTo>
                    <a:cubicBezTo>
                      <a:pt x="1035878" y="494308"/>
                      <a:pt x="1063625" y="512961"/>
                      <a:pt x="1063625" y="550267"/>
                    </a:cubicBezTo>
                    <a:cubicBezTo>
                      <a:pt x="1063625" y="550267"/>
                      <a:pt x="1063625" y="550267"/>
                      <a:pt x="1063625" y="811411"/>
                    </a:cubicBezTo>
                    <a:cubicBezTo>
                      <a:pt x="1063625" y="839391"/>
                      <a:pt x="1035878" y="867370"/>
                      <a:pt x="1008131" y="867370"/>
                    </a:cubicBezTo>
                    <a:cubicBezTo>
                      <a:pt x="1008131" y="867370"/>
                      <a:pt x="1008131" y="867370"/>
                      <a:pt x="897145" y="867370"/>
                    </a:cubicBezTo>
                    <a:cubicBezTo>
                      <a:pt x="915642" y="895350"/>
                      <a:pt x="924891" y="932656"/>
                      <a:pt x="934140" y="969963"/>
                    </a:cubicBezTo>
                    <a:cubicBezTo>
                      <a:pt x="934140" y="969963"/>
                      <a:pt x="934140" y="969963"/>
                      <a:pt x="1008131" y="969963"/>
                    </a:cubicBezTo>
                    <a:cubicBezTo>
                      <a:pt x="1035878" y="969963"/>
                      <a:pt x="1063625" y="988616"/>
                      <a:pt x="1063625" y="1025922"/>
                    </a:cubicBezTo>
                    <a:cubicBezTo>
                      <a:pt x="1063625" y="1025922"/>
                      <a:pt x="1063625" y="1025922"/>
                      <a:pt x="1063625" y="1287066"/>
                    </a:cubicBezTo>
                    <a:cubicBezTo>
                      <a:pt x="1063625" y="1315045"/>
                      <a:pt x="1035878" y="1343025"/>
                      <a:pt x="1008131" y="1343025"/>
                    </a:cubicBezTo>
                    <a:cubicBezTo>
                      <a:pt x="1008131" y="1343025"/>
                      <a:pt x="1008131" y="1343025"/>
                      <a:pt x="906393" y="1343025"/>
                    </a:cubicBezTo>
                    <a:cubicBezTo>
                      <a:pt x="906393" y="1343025"/>
                      <a:pt x="906393" y="1343025"/>
                      <a:pt x="83240" y="1343025"/>
                    </a:cubicBezTo>
                    <a:cubicBezTo>
                      <a:pt x="36996" y="1343025"/>
                      <a:pt x="0" y="1305719"/>
                      <a:pt x="0" y="1268413"/>
                    </a:cubicBezTo>
                    <a:cubicBezTo>
                      <a:pt x="0" y="1268413"/>
                      <a:pt x="0" y="1268413"/>
                      <a:pt x="0" y="83939"/>
                    </a:cubicBezTo>
                    <a:cubicBezTo>
                      <a:pt x="0" y="37306"/>
                      <a:pt x="36996" y="0"/>
                      <a:pt x="8324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8550575" y="6442076"/>
              <a:ext cx="174845" cy="189706"/>
              <a:chOff x="5282834" y="4061827"/>
              <a:chExt cx="1035679" cy="1123703"/>
            </a:xfrm>
            <a:solidFill>
              <a:srgbClr val="BAC405"/>
            </a:solidFill>
          </p:grpSpPr>
          <p:sp>
            <p:nvSpPr>
              <p:cNvPr id="106" name="Freeform 158"/>
              <p:cNvSpPr>
                <a:spLocks noEditPoints="1"/>
              </p:cNvSpPr>
              <p:nvPr/>
            </p:nvSpPr>
            <p:spPr bwMode="auto">
              <a:xfrm>
                <a:off x="5282834" y="4538429"/>
                <a:ext cx="1035679" cy="647101"/>
              </a:xfrm>
              <a:custGeom>
                <a:avLst/>
                <a:gdLst>
                  <a:gd name="T0" fmla="*/ 283 w 297"/>
                  <a:gd name="T1" fmla="*/ 32 h 186"/>
                  <a:gd name="T2" fmla="*/ 249 w 297"/>
                  <a:gd name="T3" fmla="*/ 17 h 186"/>
                  <a:gd name="T4" fmla="*/ 230 w 297"/>
                  <a:gd name="T5" fmla="*/ 21 h 186"/>
                  <a:gd name="T6" fmla="*/ 230 w 297"/>
                  <a:gd name="T7" fmla="*/ 0 h 186"/>
                  <a:gd name="T8" fmla="*/ 3 w 297"/>
                  <a:gd name="T9" fmla="*/ 0 h 186"/>
                  <a:gd name="T10" fmla="*/ 9 w 297"/>
                  <a:gd name="T11" fmla="*/ 122 h 186"/>
                  <a:gd name="T12" fmla="*/ 104 w 297"/>
                  <a:gd name="T13" fmla="*/ 186 h 186"/>
                  <a:gd name="T14" fmla="*/ 104 w 297"/>
                  <a:gd name="T15" fmla="*/ 186 h 186"/>
                  <a:gd name="T16" fmla="*/ 128 w 297"/>
                  <a:gd name="T17" fmla="*/ 186 h 186"/>
                  <a:gd name="T18" fmla="*/ 128 w 297"/>
                  <a:gd name="T19" fmla="*/ 186 h 186"/>
                  <a:gd name="T20" fmla="*/ 221 w 297"/>
                  <a:gd name="T21" fmla="*/ 128 h 186"/>
                  <a:gd name="T22" fmla="*/ 227 w 297"/>
                  <a:gd name="T23" fmla="*/ 129 h 186"/>
                  <a:gd name="T24" fmla="*/ 297 w 297"/>
                  <a:gd name="T25" fmla="*/ 66 h 186"/>
                  <a:gd name="T26" fmla="*/ 283 w 297"/>
                  <a:gd name="T27" fmla="*/ 32 h 186"/>
                  <a:gd name="T28" fmla="*/ 227 w 297"/>
                  <a:gd name="T29" fmla="*/ 105 h 186"/>
                  <a:gd name="T30" fmla="*/ 230 w 297"/>
                  <a:gd name="T31" fmla="*/ 49 h 186"/>
                  <a:gd name="T32" fmla="*/ 238 w 297"/>
                  <a:gd name="T33" fmla="*/ 43 h 186"/>
                  <a:gd name="T34" fmla="*/ 274 w 297"/>
                  <a:gd name="T35" fmla="*/ 66 h 186"/>
                  <a:gd name="T36" fmla="*/ 227 w 297"/>
                  <a:gd name="T37" fmla="*/ 10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7" h="186">
                    <a:moveTo>
                      <a:pt x="283" y="32"/>
                    </a:moveTo>
                    <a:cubicBezTo>
                      <a:pt x="274" y="22"/>
                      <a:pt x="261" y="17"/>
                      <a:pt x="249" y="17"/>
                    </a:cubicBezTo>
                    <a:cubicBezTo>
                      <a:pt x="242" y="17"/>
                      <a:pt x="236" y="18"/>
                      <a:pt x="230" y="21"/>
                    </a:cubicBezTo>
                    <a:cubicBezTo>
                      <a:pt x="230" y="11"/>
                      <a:pt x="230" y="4"/>
                      <a:pt x="23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99"/>
                      <a:pt x="9" y="122"/>
                    </a:cubicBezTo>
                    <a:cubicBezTo>
                      <a:pt x="26" y="167"/>
                      <a:pt x="57" y="185"/>
                      <a:pt x="104" y="186"/>
                    </a:cubicBezTo>
                    <a:cubicBezTo>
                      <a:pt x="104" y="186"/>
                      <a:pt x="104" y="186"/>
                      <a:pt x="104" y="186"/>
                    </a:cubicBezTo>
                    <a:cubicBezTo>
                      <a:pt x="105" y="186"/>
                      <a:pt x="128" y="186"/>
                      <a:pt x="128" y="186"/>
                    </a:cubicBezTo>
                    <a:cubicBezTo>
                      <a:pt x="128" y="186"/>
                      <a:pt x="128" y="186"/>
                      <a:pt x="128" y="186"/>
                    </a:cubicBezTo>
                    <a:cubicBezTo>
                      <a:pt x="173" y="185"/>
                      <a:pt x="203" y="169"/>
                      <a:pt x="221" y="128"/>
                    </a:cubicBezTo>
                    <a:cubicBezTo>
                      <a:pt x="223" y="128"/>
                      <a:pt x="225" y="129"/>
                      <a:pt x="227" y="129"/>
                    </a:cubicBezTo>
                    <a:cubicBezTo>
                      <a:pt x="261" y="129"/>
                      <a:pt x="297" y="104"/>
                      <a:pt x="297" y="66"/>
                    </a:cubicBezTo>
                    <a:cubicBezTo>
                      <a:pt x="297" y="53"/>
                      <a:pt x="292" y="41"/>
                      <a:pt x="283" y="32"/>
                    </a:cubicBezTo>
                    <a:close/>
                    <a:moveTo>
                      <a:pt x="227" y="105"/>
                    </a:moveTo>
                    <a:cubicBezTo>
                      <a:pt x="229" y="90"/>
                      <a:pt x="230" y="69"/>
                      <a:pt x="230" y="49"/>
                    </a:cubicBezTo>
                    <a:cubicBezTo>
                      <a:pt x="232" y="47"/>
                      <a:pt x="235" y="44"/>
                      <a:pt x="238" y="43"/>
                    </a:cubicBezTo>
                    <a:cubicBezTo>
                      <a:pt x="255" y="35"/>
                      <a:pt x="274" y="48"/>
                      <a:pt x="274" y="66"/>
                    </a:cubicBezTo>
                    <a:cubicBezTo>
                      <a:pt x="274" y="90"/>
                      <a:pt x="249" y="105"/>
                      <a:pt x="227" y="105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7" name="Freeform 159"/>
              <p:cNvSpPr>
                <a:spLocks/>
              </p:cNvSpPr>
              <p:nvPr/>
            </p:nvSpPr>
            <p:spPr bwMode="auto">
              <a:xfrm>
                <a:off x="5662688" y="4061827"/>
                <a:ext cx="432194" cy="399680"/>
              </a:xfrm>
              <a:custGeom>
                <a:avLst/>
                <a:gdLst>
                  <a:gd name="T0" fmla="*/ 3 w 124"/>
                  <a:gd name="T1" fmla="*/ 115 h 115"/>
                  <a:gd name="T2" fmla="*/ 11 w 124"/>
                  <a:gd name="T3" fmla="*/ 95 h 115"/>
                  <a:gd name="T4" fmla="*/ 40 w 124"/>
                  <a:gd name="T5" fmla="*/ 81 h 115"/>
                  <a:gd name="T6" fmla="*/ 67 w 124"/>
                  <a:gd name="T7" fmla="*/ 87 h 115"/>
                  <a:gd name="T8" fmla="*/ 107 w 124"/>
                  <a:gd name="T9" fmla="*/ 71 h 115"/>
                  <a:gd name="T10" fmla="*/ 79 w 124"/>
                  <a:gd name="T11" fmla="*/ 7 h 115"/>
                  <a:gd name="T12" fmla="*/ 1 w 124"/>
                  <a:gd name="T13" fmla="*/ 80 h 115"/>
                  <a:gd name="T14" fmla="*/ 3 w 124"/>
                  <a:gd name="T1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4" h="115">
                    <a:moveTo>
                      <a:pt x="3" y="115"/>
                    </a:moveTo>
                    <a:cubicBezTo>
                      <a:pt x="3" y="107"/>
                      <a:pt x="8" y="99"/>
                      <a:pt x="11" y="95"/>
                    </a:cubicBezTo>
                    <a:cubicBezTo>
                      <a:pt x="18" y="86"/>
                      <a:pt x="28" y="80"/>
                      <a:pt x="40" y="81"/>
                    </a:cubicBezTo>
                    <a:cubicBezTo>
                      <a:pt x="49" y="82"/>
                      <a:pt x="58" y="86"/>
                      <a:pt x="67" y="87"/>
                    </a:cubicBezTo>
                    <a:cubicBezTo>
                      <a:pt x="82" y="89"/>
                      <a:pt x="98" y="84"/>
                      <a:pt x="107" y="71"/>
                    </a:cubicBezTo>
                    <a:cubicBezTo>
                      <a:pt x="124" y="46"/>
                      <a:pt x="108" y="12"/>
                      <a:pt x="79" y="7"/>
                    </a:cubicBezTo>
                    <a:cubicBezTo>
                      <a:pt x="37" y="0"/>
                      <a:pt x="3" y="43"/>
                      <a:pt x="1" y="80"/>
                    </a:cubicBezTo>
                    <a:cubicBezTo>
                      <a:pt x="0" y="91"/>
                      <a:pt x="0" y="103"/>
                      <a:pt x="3" y="115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8" name="Freeform 160"/>
              <p:cNvSpPr>
                <a:spLocks/>
              </p:cNvSpPr>
              <p:nvPr/>
            </p:nvSpPr>
            <p:spPr bwMode="auto">
              <a:xfrm>
                <a:off x="5373237" y="4249772"/>
                <a:ext cx="244249" cy="236319"/>
              </a:xfrm>
              <a:custGeom>
                <a:avLst/>
                <a:gdLst>
                  <a:gd name="T0" fmla="*/ 70 w 70"/>
                  <a:gd name="T1" fmla="*/ 61 h 68"/>
                  <a:gd name="T2" fmla="*/ 57 w 70"/>
                  <a:gd name="T3" fmla="*/ 58 h 68"/>
                  <a:gd name="T4" fmla="*/ 47 w 70"/>
                  <a:gd name="T5" fmla="*/ 43 h 68"/>
                  <a:gd name="T6" fmla="*/ 47 w 70"/>
                  <a:gd name="T7" fmla="*/ 27 h 68"/>
                  <a:gd name="T8" fmla="*/ 33 w 70"/>
                  <a:gd name="T9" fmla="*/ 7 h 68"/>
                  <a:gd name="T10" fmla="*/ 0 w 70"/>
                  <a:gd name="T11" fmla="*/ 30 h 68"/>
                  <a:gd name="T12" fmla="*/ 50 w 70"/>
                  <a:gd name="T13" fmla="*/ 66 h 68"/>
                  <a:gd name="T14" fmla="*/ 70 w 70"/>
                  <a:gd name="T15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68">
                    <a:moveTo>
                      <a:pt x="70" y="61"/>
                    </a:moveTo>
                    <a:cubicBezTo>
                      <a:pt x="65" y="61"/>
                      <a:pt x="60" y="60"/>
                      <a:pt x="57" y="58"/>
                    </a:cubicBezTo>
                    <a:cubicBezTo>
                      <a:pt x="52" y="55"/>
                      <a:pt x="47" y="50"/>
                      <a:pt x="47" y="43"/>
                    </a:cubicBezTo>
                    <a:cubicBezTo>
                      <a:pt x="46" y="38"/>
                      <a:pt x="47" y="33"/>
                      <a:pt x="47" y="27"/>
                    </a:cubicBezTo>
                    <a:cubicBezTo>
                      <a:pt x="46" y="19"/>
                      <a:pt x="42" y="10"/>
                      <a:pt x="33" y="7"/>
                    </a:cubicBezTo>
                    <a:cubicBezTo>
                      <a:pt x="17" y="0"/>
                      <a:pt x="0" y="13"/>
                      <a:pt x="0" y="30"/>
                    </a:cubicBezTo>
                    <a:cubicBezTo>
                      <a:pt x="1" y="54"/>
                      <a:pt x="29" y="68"/>
                      <a:pt x="50" y="66"/>
                    </a:cubicBezTo>
                    <a:cubicBezTo>
                      <a:pt x="57" y="65"/>
                      <a:pt x="63" y="63"/>
                      <a:pt x="70" y="6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grpSp>
          <p:nvGrpSpPr>
            <p:cNvPr id="65" name="Group 64"/>
            <p:cNvGrpSpPr/>
            <p:nvPr/>
          </p:nvGrpSpPr>
          <p:grpSpPr>
            <a:xfrm>
              <a:off x="7023103" y="6503194"/>
              <a:ext cx="235209" cy="111147"/>
              <a:chOff x="6270931" y="4005523"/>
              <a:chExt cx="1068985" cy="505151"/>
            </a:xfrm>
            <a:solidFill>
              <a:srgbClr val="CE1126"/>
            </a:solidFill>
          </p:grpSpPr>
          <p:sp>
            <p:nvSpPr>
              <p:cNvPr id="100" name="Freeform 189"/>
              <p:cNvSpPr>
                <a:spLocks/>
              </p:cNvSpPr>
              <p:nvPr/>
            </p:nvSpPr>
            <p:spPr bwMode="auto">
              <a:xfrm>
                <a:off x="6270931" y="4096719"/>
                <a:ext cx="164947" cy="179222"/>
              </a:xfrm>
              <a:custGeom>
                <a:avLst/>
                <a:gdLst>
                  <a:gd name="T0" fmla="*/ 42 w 42"/>
                  <a:gd name="T1" fmla="*/ 44 h 45"/>
                  <a:gd name="T2" fmla="*/ 34 w 42"/>
                  <a:gd name="T3" fmla="*/ 41 h 45"/>
                  <a:gd name="T4" fmla="*/ 29 w 42"/>
                  <a:gd name="T5" fmla="*/ 30 h 45"/>
                  <a:gd name="T6" fmla="*/ 31 w 42"/>
                  <a:gd name="T7" fmla="*/ 20 h 45"/>
                  <a:gd name="T8" fmla="*/ 25 w 42"/>
                  <a:gd name="T9" fmla="*/ 6 h 45"/>
                  <a:gd name="T10" fmla="*/ 2 w 42"/>
                  <a:gd name="T11" fmla="*/ 17 h 45"/>
                  <a:gd name="T12" fmla="*/ 29 w 42"/>
                  <a:gd name="T13" fmla="*/ 45 h 45"/>
                  <a:gd name="T14" fmla="*/ 42 w 42"/>
                  <a:gd name="T1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42" y="44"/>
                    </a:moveTo>
                    <a:cubicBezTo>
                      <a:pt x="39" y="44"/>
                      <a:pt x="36" y="42"/>
                      <a:pt x="34" y="41"/>
                    </a:cubicBezTo>
                    <a:cubicBezTo>
                      <a:pt x="31" y="38"/>
                      <a:pt x="29" y="35"/>
                      <a:pt x="29" y="30"/>
                    </a:cubicBezTo>
                    <a:cubicBezTo>
                      <a:pt x="30" y="27"/>
                      <a:pt x="31" y="24"/>
                      <a:pt x="31" y="20"/>
                    </a:cubicBezTo>
                    <a:cubicBezTo>
                      <a:pt x="32" y="15"/>
                      <a:pt x="30" y="9"/>
                      <a:pt x="25" y="6"/>
                    </a:cubicBezTo>
                    <a:cubicBezTo>
                      <a:pt x="16" y="0"/>
                      <a:pt x="4" y="6"/>
                      <a:pt x="2" y="17"/>
                    </a:cubicBezTo>
                    <a:cubicBezTo>
                      <a:pt x="0" y="32"/>
                      <a:pt x="16" y="44"/>
                      <a:pt x="29" y="45"/>
                    </a:cubicBezTo>
                    <a:cubicBezTo>
                      <a:pt x="33" y="45"/>
                      <a:pt x="37" y="45"/>
                      <a:pt x="42" y="4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1" name="Freeform 190"/>
              <p:cNvSpPr>
                <a:spLocks/>
              </p:cNvSpPr>
              <p:nvPr/>
            </p:nvSpPr>
            <p:spPr bwMode="auto">
              <a:xfrm>
                <a:off x="6270931" y="4264046"/>
                <a:ext cx="164947" cy="179222"/>
              </a:xfrm>
              <a:custGeom>
                <a:avLst/>
                <a:gdLst>
                  <a:gd name="T0" fmla="*/ 42 w 42"/>
                  <a:gd name="T1" fmla="*/ 1 h 45"/>
                  <a:gd name="T2" fmla="*/ 34 w 42"/>
                  <a:gd name="T3" fmla="*/ 4 h 45"/>
                  <a:gd name="T4" fmla="*/ 29 w 42"/>
                  <a:gd name="T5" fmla="*/ 15 h 45"/>
                  <a:gd name="T6" fmla="*/ 31 w 42"/>
                  <a:gd name="T7" fmla="*/ 25 h 45"/>
                  <a:gd name="T8" fmla="*/ 25 w 42"/>
                  <a:gd name="T9" fmla="*/ 39 h 45"/>
                  <a:gd name="T10" fmla="*/ 2 w 42"/>
                  <a:gd name="T11" fmla="*/ 28 h 45"/>
                  <a:gd name="T12" fmla="*/ 29 w 42"/>
                  <a:gd name="T13" fmla="*/ 0 h 45"/>
                  <a:gd name="T14" fmla="*/ 42 w 42"/>
                  <a:gd name="T15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42" y="1"/>
                    </a:moveTo>
                    <a:cubicBezTo>
                      <a:pt x="39" y="1"/>
                      <a:pt x="36" y="3"/>
                      <a:pt x="34" y="4"/>
                    </a:cubicBezTo>
                    <a:cubicBezTo>
                      <a:pt x="31" y="7"/>
                      <a:pt x="29" y="11"/>
                      <a:pt x="29" y="15"/>
                    </a:cubicBezTo>
                    <a:cubicBezTo>
                      <a:pt x="29" y="18"/>
                      <a:pt x="31" y="21"/>
                      <a:pt x="31" y="25"/>
                    </a:cubicBezTo>
                    <a:cubicBezTo>
                      <a:pt x="32" y="30"/>
                      <a:pt x="30" y="36"/>
                      <a:pt x="25" y="39"/>
                    </a:cubicBezTo>
                    <a:cubicBezTo>
                      <a:pt x="16" y="45"/>
                      <a:pt x="3" y="39"/>
                      <a:pt x="2" y="28"/>
                    </a:cubicBezTo>
                    <a:cubicBezTo>
                      <a:pt x="0" y="13"/>
                      <a:pt x="16" y="1"/>
                      <a:pt x="29" y="0"/>
                    </a:cubicBezTo>
                    <a:cubicBezTo>
                      <a:pt x="33" y="0"/>
                      <a:pt x="37" y="0"/>
                      <a:pt x="42" y="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2" name="Freeform 191"/>
              <p:cNvSpPr>
                <a:spLocks/>
              </p:cNvSpPr>
              <p:nvPr/>
            </p:nvSpPr>
            <p:spPr bwMode="auto">
              <a:xfrm>
                <a:off x="7174969" y="4092754"/>
                <a:ext cx="164947" cy="179222"/>
              </a:xfrm>
              <a:custGeom>
                <a:avLst/>
                <a:gdLst>
                  <a:gd name="T0" fmla="*/ 0 w 42"/>
                  <a:gd name="T1" fmla="*/ 44 h 45"/>
                  <a:gd name="T2" fmla="*/ 7 w 42"/>
                  <a:gd name="T3" fmla="*/ 41 h 45"/>
                  <a:gd name="T4" fmla="*/ 12 w 42"/>
                  <a:gd name="T5" fmla="*/ 30 h 45"/>
                  <a:gd name="T6" fmla="*/ 10 w 42"/>
                  <a:gd name="T7" fmla="*/ 20 h 45"/>
                  <a:gd name="T8" fmla="*/ 16 w 42"/>
                  <a:gd name="T9" fmla="*/ 6 h 45"/>
                  <a:gd name="T10" fmla="*/ 39 w 42"/>
                  <a:gd name="T11" fmla="*/ 17 h 45"/>
                  <a:gd name="T12" fmla="*/ 12 w 42"/>
                  <a:gd name="T13" fmla="*/ 44 h 45"/>
                  <a:gd name="T14" fmla="*/ 0 w 42"/>
                  <a:gd name="T1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44"/>
                    </a:moveTo>
                    <a:cubicBezTo>
                      <a:pt x="2" y="44"/>
                      <a:pt x="5" y="42"/>
                      <a:pt x="7" y="41"/>
                    </a:cubicBezTo>
                    <a:cubicBezTo>
                      <a:pt x="10" y="38"/>
                      <a:pt x="12" y="35"/>
                      <a:pt x="12" y="30"/>
                    </a:cubicBezTo>
                    <a:cubicBezTo>
                      <a:pt x="12" y="27"/>
                      <a:pt x="10" y="24"/>
                      <a:pt x="10" y="20"/>
                    </a:cubicBezTo>
                    <a:cubicBezTo>
                      <a:pt x="10" y="15"/>
                      <a:pt x="12" y="9"/>
                      <a:pt x="16" y="6"/>
                    </a:cubicBezTo>
                    <a:cubicBezTo>
                      <a:pt x="26" y="0"/>
                      <a:pt x="38" y="6"/>
                      <a:pt x="39" y="17"/>
                    </a:cubicBezTo>
                    <a:cubicBezTo>
                      <a:pt x="42" y="32"/>
                      <a:pt x="26" y="44"/>
                      <a:pt x="12" y="44"/>
                    </a:cubicBezTo>
                    <a:cubicBezTo>
                      <a:pt x="8" y="45"/>
                      <a:pt x="4" y="44"/>
                      <a:pt x="0" y="4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3" name="Freeform 192"/>
              <p:cNvSpPr>
                <a:spLocks/>
              </p:cNvSpPr>
              <p:nvPr/>
            </p:nvSpPr>
            <p:spPr bwMode="auto">
              <a:xfrm>
                <a:off x="7174969" y="4260080"/>
                <a:ext cx="164947" cy="179222"/>
              </a:xfrm>
              <a:custGeom>
                <a:avLst/>
                <a:gdLst>
                  <a:gd name="T0" fmla="*/ 0 w 42"/>
                  <a:gd name="T1" fmla="*/ 1 h 45"/>
                  <a:gd name="T2" fmla="*/ 7 w 42"/>
                  <a:gd name="T3" fmla="*/ 4 h 45"/>
                  <a:gd name="T4" fmla="*/ 12 w 42"/>
                  <a:gd name="T5" fmla="*/ 15 h 45"/>
                  <a:gd name="T6" fmla="*/ 10 w 42"/>
                  <a:gd name="T7" fmla="*/ 25 h 45"/>
                  <a:gd name="T8" fmla="*/ 16 w 42"/>
                  <a:gd name="T9" fmla="*/ 39 h 45"/>
                  <a:gd name="T10" fmla="*/ 39 w 42"/>
                  <a:gd name="T11" fmla="*/ 28 h 45"/>
                  <a:gd name="T12" fmla="*/ 12 w 42"/>
                  <a:gd name="T13" fmla="*/ 0 h 45"/>
                  <a:gd name="T14" fmla="*/ 0 w 42"/>
                  <a:gd name="T15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1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10" y="7"/>
                      <a:pt x="12" y="10"/>
                      <a:pt x="12" y="15"/>
                    </a:cubicBezTo>
                    <a:cubicBezTo>
                      <a:pt x="12" y="18"/>
                      <a:pt x="10" y="21"/>
                      <a:pt x="10" y="25"/>
                    </a:cubicBezTo>
                    <a:cubicBezTo>
                      <a:pt x="9" y="30"/>
                      <a:pt x="11" y="36"/>
                      <a:pt x="16" y="39"/>
                    </a:cubicBezTo>
                    <a:cubicBezTo>
                      <a:pt x="25" y="45"/>
                      <a:pt x="38" y="39"/>
                      <a:pt x="39" y="28"/>
                    </a:cubicBezTo>
                    <a:cubicBezTo>
                      <a:pt x="42" y="13"/>
                      <a:pt x="26" y="1"/>
                      <a:pt x="12" y="0"/>
                    </a:cubicBez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4" name="Freeform 193"/>
              <p:cNvSpPr>
                <a:spLocks/>
              </p:cNvSpPr>
              <p:nvPr/>
            </p:nvSpPr>
            <p:spPr bwMode="auto">
              <a:xfrm>
                <a:off x="6439843" y="4005523"/>
                <a:ext cx="616966" cy="246628"/>
              </a:xfrm>
              <a:custGeom>
                <a:avLst/>
                <a:gdLst>
                  <a:gd name="T0" fmla="*/ 45 w 157"/>
                  <a:gd name="T1" fmla="*/ 56 h 62"/>
                  <a:gd name="T2" fmla="*/ 67 w 157"/>
                  <a:gd name="T3" fmla="*/ 42 h 62"/>
                  <a:gd name="T4" fmla="*/ 89 w 157"/>
                  <a:gd name="T5" fmla="*/ 28 h 62"/>
                  <a:gd name="T6" fmla="*/ 129 w 157"/>
                  <a:gd name="T7" fmla="*/ 18 h 62"/>
                  <a:gd name="T8" fmla="*/ 157 w 157"/>
                  <a:gd name="T9" fmla="*/ 23 h 62"/>
                  <a:gd name="T10" fmla="*/ 93 w 157"/>
                  <a:gd name="T11" fmla="*/ 0 h 62"/>
                  <a:gd name="T12" fmla="*/ 0 w 157"/>
                  <a:gd name="T13" fmla="*/ 56 h 62"/>
                  <a:gd name="T14" fmla="*/ 45 w 157"/>
                  <a:gd name="T15" fmla="*/ 5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7" h="62">
                    <a:moveTo>
                      <a:pt x="45" y="56"/>
                    </a:moveTo>
                    <a:cubicBezTo>
                      <a:pt x="53" y="52"/>
                      <a:pt x="60" y="47"/>
                      <a:pt x="67" y="42"/>
                    </a:cubicBezTo>
                    <a:cubicBezTo>
                      <a:pt x="74" y="37"/>
                      <a:pt x="81" y="31"/>
                      <a:pt x="89" y="28"/>
                    </a:cubicBezTo>
                    <a:cubicBezTo>
                      <a:pt x="102" y="21"/>
                      <a:pt x="116" y="18"/>
                      <a:pt x="129" y="18"/>
                    </a:cubicBezTo>
                    <a:cubicBezTo>
                      <a:pt x="139" y="18"/>
                      <a:pt x="148" y="20"/>
                      <a:pt x="157" y="23"/>
                    </a:cubicBezTo>
                    <a:cubicBezTo>
                      <a:pt x="142" y="11"/>
                      <a:pt x="120" y="0"/>
                      <a:pt x="93" y="0"/>
                    </a:cubicBezTo>
                    <a:cubicBezTo>
                      <a:pt x="38" y="0"/>
                      <a:pt x="8" y="41"/>
                      <a:pt x="0" y="56"/>
                    </a:cubicBezTo>
                    <a:cubicBezTo>
                      <a:pt x="14" y="62"/>
                      <a:pt x="31" y="62"/>
                      <a:pt x="45" y="5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5" name="Freeform 194"/>
              <p:cNvSpPr>
                <a:spLocks/>
              </p:cNvSpPr>
              <p:nvPr/>
            </p:nvSpPr>
            <p:spPr bwMode="auto">
              <a:xfrm>
                <a:off x="6427948" y="4116545"/>
                <a:ext cx="754951" cy="394129"/>
              </a:xfrm>
              <a:custGeom>
                <a:avLst/>
                <a:gdLst>
                  <a:gd name="T0" fmla="*/ 171 w 192"/>
                  <a:gd name="T1" fmla="*/ 12 h 99"/>
                  <a:gd name="T2" fmla="*/ 132 w 192"/>
                  <a:gd name="T3" fmla="*/ 0 h 99"/>
                  <a:gd name="T4" fmla="*/ 95 w 192"/>
                  <a:gd name="T5" fmla="*/ 9 h 99"/>
                  <a:gd name="T6" fmla="*/ 74 w 192"/>
                  <a:gd name="T7" fmla="*/ 23 h 99"/>
                  <a:gd name="T8" fmla="*/ 50 w 192"/>
                  <a:gd name="T9" fmla="*/ 37 h 99"/>
                  <a:gd name="T10" fmla="*/ 0 w 192"/>
                  <a:gd name="T11" fmla="*/ 38 h 99"/>
                  <a:gd name="T12" fmla="*/ 96 w 192"/>
                  <a:gd name="T13" fmla="*/ 99 h 99"/>
                  <a:gd name="T14" fmla="*/ 192 w 192"/>
                  <a:gd name="T15" fmla="*/ 37 h 99"/>
                  <a:gd name="T16" fmla="*/ 180 w 192"/>
                  <a:gd name="T17" fmla="*/ 20 h 99"/>
                  <a:gd name="T18" fmla="*/ 171 w 192"/>
                  <a:gd name="T19" fmla="*/ 1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" h="99">
                    <a:moveTo>
                      <a:pt x="171" y="12"/>
                    </a:moveTo>
                    <a:cubicBezTo>
                      <a:pt x="160" y="4"/>
                      <a:pt x="147" y="0"/>
                      <a:pt x="132" y="0"/>
                    </a:cubicBezTo>
                    <a:cubicBezTo>
                      <a:pt x="119" y="0"/>
                      <a:pt x="107" y="3"/>
                      <a:pt x="95" y="9"/>
                    </a:cubicBezTo>
                    <a:cubicBezTo>
                      <a:pt x="87" y="13"/>
                      <a:pt x="80" y="18"/>
                      <a:pt x="74" y="23"/>
                    </a:cubicBezTo>
                    <a:cubicBezTo>
                      <a:pt x="66" y="28"/>
                      <a:pt x="59" y="33"/>
                      <a:pt x="50" y="37"/>
                    </a:cubicBezTo>
                    <a:cubicBezTo>
                      <a:pt x="35" y="44"/>
                      <a:pt x="16" y="44"/>
                      <a:pt x="0" y="38"/>
                    </a:cubicBezTo>
                    <a:cubicBezTo>
                      <a:pt x="0" y="39"/>
                      <a:pt x="30" y="99"/>
                      <a:pt x="96" y="99"/>
                    </a:cubicBezTo>
                    <a:cubicBezTo>
                      <a:pt x="162" y="99"/>
                      <a:pt x="192" y="37"/>
                      <a:pt x="192" y="37"/>
                    </a:cubicBezTo>
                    <a:cubicBezTo>
                      <a:pt x="192" y="37"/>
                      <a:pt x="188" y="30"/>
                      <a:pt x="180" y="20"/>
                    </a:cubicBezTo>
                    <a:cubicBezTo>
                      <a:pt x="178" y="17"/>
                      <a:pt x="175" y="15"/>
                      <a:pt x="171" y="1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sp>
          <p:nvSpPr>
            <p:cNvPr id="66" name="Freeform 5"/>
            <p:cNvSpPr>
              <a:spLocks/>
            </p:cNvSpPr>
            <p:nvPr/>
          </p:nvSpPr>
          <p:spPr bwMode="auto">
            <a:xfrm>
              <a:off x="7936806" y="6492810"/>
              <a:ext cx="190400" cy="139083"/>
            </a:xfrm>
            <a:custGeom>
              <a:avLst/>
              <a:gdLst/>
              <a:ahLst/>
              <a:cxnLst/>
              <a:rect l="l" t="t" r="r" b="b"/>
              <a:pathLst>
                <a:path w="1362354" h="995174">
                  <a:moveTo>
                    <a:pt x="1126472" y="742063"/>
                  </a:moveTo>
                  <a:cubicBezTo>
                    <a:pt x="1102799" y="742063"/>
                    <a:pt x="1083609" y="761253"/>
                    <a:pt x="1083609" y="784926"/>
                  </a:cubicBezTo>
                  <a:cubicBezTo>
                    <a:pt x="1083609" y="808599"/>
                    <a:pt x="1102799" y="827789"/>
                    <a:pt x="1126472" y="827789"/>
                  </a:cubicBezTo>
                  <a:cubicBezTo>
                    <a:pt x="1150145" y="827789"/>
                    <a:pt x="1169335" y="808599"/>
                    <a:pt x="1169335" y="784926"/>
                  </a:cubicBezTo>
                  <a:cubicBezTo>
                    <a:pt x="1169335" y="761253"/>
                    <a:pt x="1150145" y="742063"/>
                    <a:pt x="1126472" y="742063"/>
                  </a:cubicBezTo>
                  <a:close/>
                  <a:moveTo>
                    <a:pt x="908984" y="742063"/>
                  </a:moveTo>
                  <a:cubicBezTo>
                    <a:pt x="883558" y="742063"/>
                    <a:pt x="862946" y="761253"/>
                    <a:pt x="862946" y="784926"/>
                  </a:cubicBezTo>
                  <a:cubicBezTo>
                    <a:pt x="862946" y="808599"/>
                    <a:pt x="883558" y="827789"/>
                    <a:pt x="908984" y="827789"/>
                  </a:cubicBezTo>
                  <a:cubicBezTo>
                    <a:pt x="934410" y="827789"/>
                    <a:pt x="955022" y="808599"/>
                    <a:pt x="955022" y="784926"/>
                  </a:cubicBezTo>
                  <a:cubicBezTo>
                    <a:pt x="955022" y="761253"/>
                    <a:pt x="934410" y="742063"/>
                    <a:pt x="908984" y="742063"/>
                  </a:cubicBezTo>
                  <a:close/>
                  <a:moveTo>
                    <a:pt x="689909" y="742063"/>
                  </a:moveTo>
                  <a:cubicBezTo>
                    <a:pt x="666236" y="742063"/>
                    <a:pt x="647046" y="761253"/>
                    <a:pt x="647046" y="784926"/>
                  </a:cubicBezTo>
                  <a:cubicBezTo>
                    <a:pt x="647046" y="808599"/>
                    <a:pt x="666236" y="827789"/>
                    <a:pt x="689909" y="827789"/>
                  </a:cubicBezTo>
                  <a:cubicBezTo>
                    <a:pt x="713582" y="827789"/>
                    <a:pt x="732772" y="808599"/>
                    <a:pt x="732772" y="784926"/>
                  </a:cubicBezTo>
                  <a:cubicBezTo>
                    <a:pt x="732772" y="761253"/>
                    <a:pt x="713582" y="742063"/>
                    <a:pt x="689909" y="742063"/>
                  </a:cubicBezTo>
                  <a:close/>
                  <a:moveTo>
                    <a:pt x="472422" y="742063"/>
                  </a:moveTo>
                  <a:cubicBezTo>
                    <a:pt x="446996" y="742063"/>
                    <a:pt x="426384" y="761253"/>
                    <a:pt x="426384" y="784926"/>
                  </a:cubicBezTo>
                  <a:cubicBezTo>
                    <a:pt x="426384" y="808599"/>
                    <a:pt x="446996" y="827789"/>
                    <a:pt x="472422" y="827789"/>
                  </a:cubicBezTo>
                  <a:cubicBezTo>
                    <a:pt x="497848" y="827789"/>
                    <a:pt x="518460" y="808599"/>
                    <a:pt x="518460" y="784926"/>
                  </a:cubicBezTo>
                  <a:cubicBezTo>
                    <a:pt x="518460" y="761253"/>
                    <a:pt x="497848" y="742063"/>
                    <a:pt x="472422" y="742063"/>
                  </a:cubicBezTo>
                  <a:close/>
                  <a:moveTo>
                    <a:pt x="258109" y="742063"/>
                  </a:moveTo>
                  <a:cubicBezTo>
                    <a:pt x="232683" y="742063"/>
                    <a:pt x="212071" y="761253"/>
                    <a:pt x="212071" y="784926"/>
                  </a:cubicBezTo>
                  <a:cubicBezTo>
                    <a:pt x="212071" y="808599"/>
                    <a:pt x="232683" y="827789"/>
                    <a:pt x="258109" y="827789"/>
                  </a:cubicBezTo>
                  <a:cubicBezTo>
                    <a:pt x="283535" y="827789"/>
                    <a:pt x="304147" y="808599"/>
                    <a:pt x="304147" y="784926"/>
                  </a:cubicBezTo>
                  <a:cubicBezTo>
                    <a:pt x="304147" y="761253"/>
                    <a:pt x="283535" y="742063"/>
                    <a:pt x="258109" y="742063"/>
                  </a:cubicBezTo>
                  <a:close/>
                  <a:moveTo>
                    <a:pt x="1126472" y="549975"/>
                  </a:moveTo>
                  <a:cubicBezTo>
                    <a:pt x="1102799" y="549975"/>
                    <a:pt x="1083609" y="569521"/>
                    <a:pt x="1083609" y="593632"/>
                  </a:cubicBezTo>
                  <a:cubicBezTo>
                    <a:pt x="1083609" y="617743"/>
                    <a:pt x="1102799" y="637289"/>
                    <a:pt x="1126472" y="637289"/>
                  </a:cubicBezTo>
                  <a:cubicBezTo>
                    <a:pt x="1150145" y="637289"/>
                    <a:pt x="1169335" y="617743"/>
                    <a:pt x="1169335" y="593632"/>
                  </a:cubicBezTo>
                  <a:cubicBezTo>
                    <a:pt x="1169335" y="569521"/>
                    <a:pt x="1150145" y="549975"/>
                    <a:pt x="1126472" y="549975"/>
                  </a:cubicBezTo>
                  <a:close/>
                  <a:moveTo>
                    <a:pt x="908984" y="549975"/>
                  </a:moveTo>
                  <a:cubicBezTo>
                    <a:pt x="883558" y="549975"/>
                    <a:pt x="862946" y="569521"/>
                    <a:pt x="862946" y="593632"/>
                  </a:cubicBezTo>
                  <a:cubicBezTo>
                    <a:pt x="862946" y="617743"/>
                    <a:pt x="883558" y="637289"/>
                    <a:pt x="908984" y="637289"/>
                  </a:cubicBezTo>
                  <a:cubicBezTo>
                    <a:pt x="934410" y="637289"/>
                    <a:pt x="955022" y="617743"/>
                    <a:pt x="955022" y="593632"/>
                  </a:cubicBezTo>
                  <a:cubicBezTo>
                    <a:pt x="955022" y="569521"/>
                    <a:pt x="934410" y="549975"/>
                    <a:pt x="908984" y="549975"/>
                  </a:cubicBezTo>
                  <a:close/>
                  <a:moveTo>
                    <a:pt x="689909" y="549975"/>
                  </a:moveTo>
                  <a:cubicBezTo>
                    <a:pt x="666236" y="549975"/>
                    <a:pt x="647046" y="569521"/>
                    <a:pt x="647046" y="593632"/>
                  </a:cubicBezTo>
                  <a:cubicBezTo>
                    <a:pt x="647046" y="617743"/>
                    <a:pt x="666236" y="637289"/>
                    <a:pt x="689909" y="637289"/>
                  </a:cubicBezTo>
                  <a:cubicBezTo>
                    <a:pt x="713582" y="637289"/>
                    <a:pt x="732772" y="617743"/>
                    <a:pt x="732772" y="593632"/>
                  </a:cubicBezTo>
                  <a:cubicBezTo>
                    <a:pt x="732772" y="569521"/>
                    <a:pt x="713582" y="549975"/>
                    <a:pt x="689909" y="549975"/>
                  </a:cubicBezTo>
                  <a:close/>
                  <a:moveTo>
                    <a:pt x="472422" y="549975"/>
                  </a:moveTo>
                  <a:cubicBezTo>
                    <a:pt x="446996" y="549975"/>
                    <a:pt x="426384" y="569521"/>
                    <a:pt x="426384" y="593632"/>
                  </a:cubicBezTo>
                  <a:cubicBezTo>
                    <a:pt x="426384" y="617743"/>
                    <a:pt x="446996" y="637289"/>
                    <a:pt x="472422" y="637289"/>
                  </a:cubicBezTo>
                  <a:cubicBezTo>
                    <a:pt x="497848" y="637289"/>
                    <a:pt x="518460" y="617743"/>
                    <a:pt x="518460" y="593632"/>
                  </a:cubicBezTo>
                  <a:cubicBezTo>
                    <a:pt x="518460" y="569521"/>
                    <a:pt x="497848" y="549975"/>
                    <a:pt x="472422" y="549975"/>
                  </a:cubicBezTo>
                  <a:close/>
                  <a:moveTo>
                    <a:pt x="258109" y="549975"/>
                  </a:moveTo>
                  <a:cubicBezTo>
                    <a:pt x="232683" y="549975"/>
                    <a:pt x="212071" y="569521"/>
                    <a:pt x="212071" y="593632"/>
                  </a:cubicBezTo>
                  <a:cubicBezTo>
                    <a:pt x="212071" y="617743"/>
                    <a:pt x="232683" y="637289"/>
                    <a:pt x="258109" y="637289"/>
                  </a:cubicBezTo>
                  <a:cubicBezTo>
                    <a:pt x="283535" y="637289"/>
                    <a:pt x="304147" y="617743"/>
                    <a:pt x="304147" y="593632"/>
                  </a:cubicBezTo>
                  <a:cubicBezTo>
                    <a:pt x="304147" y="569521"/>
                    <a:pt x="283535" y="549975"/>
                    <a:pt x="258109" y="549975"/>
                  </a:cubicBezTo>
                  <a:close/>
                  <a:moveTo>
                    <a:pt x="1126472" y="359475"/>
                  </a:moveTo>
                  <a:cubicBezTo>
                    <a:pt x="1102799" y="359475"/>
                    <a:pt x="1083609" y="378665"/>
                    <a:pt x="1083609" y="402338"/>
                  </a:cubicBezTo>
                  <a:cubicBezTo>
                    <a:pt x="1083609" y="426011"/>
                    <a:pt x="1102799" y="445201"/>
                    <a:pt x="1126472" y="445201"/>
                  </a:cubicBezTo>
                  <a:cubicBezTo>
                    <a:pt x="1150145" y="445201"/>
                    <a:pt x="1169335" y="426011"/>
                    <a:pt x="1169335" y="402338"/>
                  </a:cubicBezTo>
                  <a:cubicBezTo>
                    <a:pt x="1169335" y="378665"/>
                    <a:pt x="1150145" y="359475"/>
                    <a:pt x="1126472" y="359475"/>
                  </a:cubicBezTo>
                  <a:close/>
                  <a:moveTo>
                    <a:pt x="908984" y="359475"/>
                  </a:moveTo>
                  <a:cubicBezTo>
                    <a:pt x="883558" y="359475"/>
                    <a:pt x="862946" y="378665"/>
                    <a:pt x="862946" y="402338"/>
                  </a:cubicBezTo>
                  <a:cubicBezTo>
                    <a:pt x="862946" y="426011"/>
                    <a:pt x="883558" y="445201"/>
                    <a:pt x="908984" y="445201"/>
                  </a:cubicBezTo>
                  <a:cubicBezTo>
                    <a:pt x="934410" y="445201"/>
                    <a:pt x="955022" y="426011"/>
                    <a:pt x="955022" y="402338"/>
                  </a:cubicBezTo>
                  <a:cubicBezTo>
                    <a:pt x="955022" y="378665"/>
                    <a:pt x="934410" y="359475"/>
                    <a:pt x="908984" y="359475"/>
                  </a:cubicBezTo>
                  <a:close/>
                  <a:moveTo>
                    <a:pt x="689909" y="359475"/>
                  </a:moveTo>
                  <a:cubicBezTo>
                    <a:pt x="666236" y="359475"/>
                    <a:pt x="647046" y="378665"/>
                    <a:pt x="647046" y="402338"/>
                  </a:cubicBezTo>
                  <a:cubicBezTo>
                    <a:pt x="647046" y="426011"/>
                    <a:pt x="666236" y="445201"/>
                    <a:pt x="689909" y="445201"/>
                  </a:cubicBezTo>
                  <a:cubicBezTo>
                    <a:pt x="713582" y="445201"/>
                    <a:pt x="732772" y="426011"/>
                    <a:pt x="732772" y="402338"/>
                  </a:cubicBezTo>
                  <a:cubicBezTo>
                    <a:pt x="732772" y="378665"/>
                    <a:pt x="713582" y="359475"/>
                    <a:pt x="689909" y="359475"/>
                  </a:cubicBezTo>
                  <a:close/>
                  <a:moveTo>
                    <a:pt x="472422" y="359475"/>
                  </a:moveTo>
                  <a:cubicBezTo>
                    <a:pt x="446996" y="359475"/>
                    <a:pt x="426384" y="378665"/>
                    <a:pt x="426384" y="402338"/>
                  </a:cubicBezTo>
                  <a:cubicBezTo>
                    <a:pt x="426384" y="426011"/>
                    <a:pt x="446996" y="445201"/>
                    <a:pt x="472422" y="445201"/>
                  </a:cubicBezTo>
                  <a:cubicBezTo>
                    <a:pt x="497848" y="445201"/>
                    <a:pt x="518460" y="426011"/>
                    <a:pt x="518460" y="402338"/>
                  </a:cubicBezTo>
                  <a:cubicBezTo>
                    <a:pt x="518460" y="378665"/>
                    <a:pt x="497848" y="359475"/>
                    <a:pt x="472422" y="359475"/>
                  </a:cubicBezTo>
                  <a:close/>
                  <a:moveTo>
                    <a:pt x="258109" y="359475"/>
                  </a:moveTo>
                  <a:cubicBezTo>
                    <a:pt x="232683" y="359475"/>
                    <a:pt x="212071" y="378665"/>
                    <a:pt x="212071" y="402338"/>
                  </a:cubicBezTo>
                  <a:cubicBezTo>
                    <a:pt x="212071" y="426011"/>
                    <a:pt x="232683" y="445201"/>
                    <a:pt x="258109" y="445201"/>
                  </a:cubicBezTo>
                  <a:cubicBezTo>
                    <a:pt x="283535" y="445201"/>
                    <a:pt x="304147" y="426011"/>
                    <a:pt x="304147" y="402338"/>
                  </a:cubicBezTo>
                  <a:cubicBezTo>
                    <a:pt x="304147" y="378665"/>
                    <a:pt x="283535" y="359475"/>
                    <a:pt x="258109" y="359475"/>
                  </a:cubicBezTo>
                  <a:close/>
                  <a:moveTo>
                    <a:pt x="1126472" y="161038"/>
                  </a:moveTo>
                  <a:cubicBezTo>
                    <a:pt x="1102799" y="161038"/>
                    <a:pt x="1083609" y="181650"/>
                    <a:pt x="1083609" y="207076"/>
                  </a:cubicBezTo>
                  <a:cubicBezTo>
                    <a:pt x="1083609" y="232502"/>
                    <a:pt x="1102799" y="253114"/>
                    <a:pt x="1126472" y="253114"/>
                  </a:cubicBezTo>
                  <a:cubicBezTo>
                    <a:pt x="1150145" y="253114"/>
                    <a:pt x="1169335" y="232502"/>
                    <a:pt x="1169335" y="207076"/>
                  </a:cubicBezTo>
                  <a:cubicBezTo>
                    <a:pt x="1169335" y="181650"/>
                    <a:pt x="1150145" y="161038"/>
                    <a:pt x="1126472" y="161038"/>
                  </a:cubicBezTo>
                  <a:close/>
                  <a:moveTo>
                    <a:pt x="908984" y="161038"/>
                  </a:moveTo>
                  <a:cubicBezTo>
                    <a:pt x="883558" y="161038"/>
                    <a:pt x="862946" y="181650"/>
                    <a:pt x="862946" y="207076"/>
                  </a:cubicBezTo>
                  <a:cubicBezTo>
                    <a:pt x="862946" y="232502"/>
                    <a:pt x="883558" y="253114"/>
                    <a:pt x="908984" y="253114"/>
                  </a:cubicBezTo>
                  <a:cubicBezTo>
                    <a:pt x="934410" y="253114"/>
                    <a:pt x="955022" y="232502"/>
                    <a:pt x="955022" y="207076"/>
                  </a:cubicBezTo>
                  <a:cubicBezTo>
                    <a:pt x="955022" y="181650"/>
                    <a:pt x="934410" y="161038"/>
                    <a:pt x="908984" y="161038"/>
                  </a:cubicBezTo>
                  <a:close/>
                  <a:moveTo>
                    <a:pt x="689909" y="161038"/>
                  </a:moveTo>
                  <a:cubicBezTo>
                    <a:pt x="666236" y="161038"/>
                    <a:pt x="647046" y="181650"/>
                    <a:pt x="647046" y="207076"/>
                  </a:cubicBezTo>
                  <a:cubicBezTo>
                    <a:pt x="647046" y="232502"/>
                    <a:pt x="666236" y="253114"/>
                    <a:pt x="689909" y="253114"/>
                  </a:cubicBezTo>
                  <a:cubicBezTo>
                    <a:pt x="713582" y="253114"/>
                    <a:pt x="732772" y="232502"/>
                    <a:pt x="732772" y="207076"/>
                  </a:cubicBezTo>
                  <a:cubicBezTo>
                    <a:pt x="732772" y="181650"/>
                    <a:pt x="713582" y="161038"/>
                    <a:pt x="689909" y="161038"/>
                  </a:cubicBezTo>
                  <a:close/>
                  <a:moveTo>
                    <a:pt x="472422" y="161038"/>
                  </a:moveTo>
                  <a:cubicBezTo>
                    <a:pt x="446996" y="161038"/>
                    <a:pt x="426384" y="181650"/>
                    <a:pt x="426384" y="207076"/>
                  </a:cubicBezTo>
                  <a:cubicBezTo>
                    <a:pt x="426384" y="232502"/>
                    <a:pt x="446996" y="253114"/>
                    <a:pt x="472422" y="253114"/>
                  </a:cubicBezTo>
                  <a:cubicBezTo>
                    <a:pt x="497848" y="253114"/>
                    <a:pt x="518460" y="232502"/>
                    <a:pt x="518460" y="207076"/>
                  </a:cubicBezTo>
                  <a:cubicBezTo>
                    <a:pt x="518460" y="181650"/>
                    <a:pt x="497848" y="161038"/>
                    <a:pt x="472422" y="161038"/>
                  </a:cubicBezTo>
                  <a:close/>
                  <a:moveTo>
                    <a:pt x="258109" y="161038"/>
                  </a:moveTo>
                  <a:cubicBezTo>
                    <a:pt x="232683" y="161038"/>
                    <a:pt x="212071" y="181650"/>
                    <a:pt x="212071" y="207076"/>
                  </a:cubicBezTo>
                  <a:cubicBezTo>
                    <a:pt x="212071" y="232502"/>
                    <a:pt x="232683" y="253114"/>
                    <a:pt x="258109" y="253114"/>
                  </a:cubicBezTo>
                  <a:cubicBezTo>
                    <a:pt x="283535" y="253114"/>
                    <a:pt x="304147" y="232502"/>
                    <a:pt x="304147" y="207076"/>
                  </a:cubicBezTo>
                  <a:cubicBezTo>
                    <a:pt x="304147" y="181650"/>
                    <a:pt x="283535" y="161038"/>
                    <a:pt x="258109" y="161038"/>
                  </a:cubicBezTo>
                  <a:close/>
                  <a:moveTo>
                    <a:pt x="88147" y="525"/>
                  </a:moveTo>
                  <a:cubicBezTo>
                    <a:pt x="112729" y="6700"/>
                    <a:pt x="131165" y="19049"/>
                    <a:pt x="143456" y="37573"/>
                  </a:cubicBezTo>
                  <a:cubicBezTo>
                    <a:pt x="161892" y="6700"/>
                    <a:pt x="198764" y="-5650"/>
                    <a:pt x="235637" y="6700"/>
                  </a:cubicBezTo>
                  <a:cubicBezTo>
                    <a:pt x="247928" y="12874"/>
                    <a:pt x="260218" y="25224"/>
                    <a:pt x="266364" y="37573"/>
                  </a:cubicBezTo>
                  <a:cubicBezTo>
                    <a:pt x="278655" y="6700"/>
                    <a:pt x="315527" y="-5650"/>
                    <a:pt x="352399" y="6700"/>
                  </a:cubicBezTo>
                  <a:cubicBezTo>
                    <a:pt x="364690" y="12874"/>
                    <a:pt x="376981" y="25224"/>
                    <a:pt x="383126" y="37573"/>
                  </a:cubicBezTo>
                  <a:cubicBezTo>
                    <a:pt x="401562" y="6700"/>
                    <a:pt x="438435" y="-5650"/>
                    <a:pt x="469162" y="6700"/>
                  </a:cubicBezTo>
                  <a:cubicBezTo>
                    <a:pt x="481452" y="12874"/>
                    <a:pt x="493743" y="25224"/>
                    <a:pt x="499889" y="37573"/>
                  </a:cubicBezTo>
                  <a:cubicBezTo>
                    <a:pt x="518325" y="6700"/>
                    <a:pt x="555197" y="-5650"/>
                    <a:pt x="585924" y="6700"/>
                  </a:cubicBezTo>
                  <a:cubicBezTo>
                    <a:pt x="604360" y="12874"/>
                    <a:pt x="610506" y="25224"/>
                    <a:pt x="622796" y="37573"/>
                  </a:cubicBezTo>
                  <a:cubicBezTo>
                    <a:pt x="635087" y="6700"/>
                    <a:pt x="671960" y="-5650"/>
                    <a:pt x="708832" y="6700"/>
                  </a:cubicBezTo>
                  <a:cubicBezTo>
                    <a:pt x="721123" y="12874"/>
                    <a:pt x="733413" y="25224"/>
                    <a:pt x="739559" y="37573"/>
                  </a:cubicBezTo>
                  <a:cubicBezTo>
                    <a:pt x="757995" y="6700"/>
                    <a:pt x="794867" y="-5650"/>
                    <a:pt x="825594" y="6700"/>
                  </a:cubicBezTo>
                  <a:cubicBezTo>
                    <a:pt x="837885" y="12874"/>
                    <a:pt x="850176" y="25224"/>
                    <a:pt x="856321" y="37573"/>
                  </a:cubicBezTo>
                  <a:cubicBezTo>
                    <a:pt x="874757" y="6700"/>
                    <a:pt x="911630" y="-5650"/>
                    <a:pt x="948502" y="6700"/>
                  </a:cubicBezTo>
                  <a:cubicBezTo>
                    <a:pt x="960793" y="12874"/>
                    <a:pt x="966938" y="25224"/>
                    <a:pt x="979229" y="37573"/>
                  </a:cubicBezTo>
                  <a:cubicBezTo>
                    <a:pt x="991520" y="6700"/>
                    <a:pt x="1028392" y="-5650"/>
                    <a:pt x="1065265" y="6700"/>
                  </a:cubicBezTo>
                  <a:cubicBezTo>
                    <a:pt x="1077555" y="12874"/>
                    <a:pt x="1089846" y="25224"/>
                    <a:pt x="1095992" y="37573"/>
                  </a:cubicBezTo>
                  <a:cubicBezTo>
                    <a:pt x="1114428" y="6700"/>
                    <a:pt x="1151300" y="-5650"/>
                    <a:pt x="1182027" y="6700"/>
                  </a:cubicBezTo>
                  <a:cubicBezTo>
                    <a:pt x="1194318" y="12874"/>
                    <a:pt x="1206609" y="25224"/>
                    <a:pt x="1212754" y="37573"/>
                  </a:cubicBezTo>
                  <a:cubicBezTo>
                    <a:pt x="1231190" y="19049"/>
                    <a:pt x="1249626" y="6700"/>
                    <a:pt x="1274208" y="525"/>
                  </a:cubicBezTo>
                  <a:cubicBezTo>
                    <a:pt x="1329516" y="-5650"/>
                    <a:pt x="1372534" y="43748"/>
                    <a:pt x="1360243" y="93145"/>
                  </a:cubicBezTo>
                  <a:cubicBezTo>
                    <a:pt x="1354098" y="117844"/>
                    <a:pt x="1335662" y="130193"/>
                    <a:pt x="1317226" y="142543"/>
                  </a:cubicBezTo>
                  <a:cubicBezTo>
                    <a:pt x="1329516" y="148717"/>
                    <a:pt x="1335662" y="161067"/>
                    <a:pt x="1341807" y="173416"/>
                  </a:cubicBezTo>
                  <a:cubicBezTo>
                    <a:pt x="1360243" y="204290"/>
                    <a:pt x="1341807" y="241338"/>
                    <a:pt x="1317226" y="259862"/>
                  </a:cubicBezTo>
                  <a:cubicBezTo>
                    <a:pt x="1329516" y="266037"/>
                    <a:pt x="1335662" y="278386"/>
                    <a:pt x="1341807" y="290735"/>
                  </a:cubicBezTo>
                  <a:cubicBezTo>
                    <a:pt x="1360243" y="327784"/>
                    <a:pt x="1341807" y="358657"/>
                    <a:pt x="1317226" y="377181"/>
                  </a:cubicBezTo>
                  <a:cubicBezTo>
                    <a:pt x="1317226" y="377193"/>
                    <a:pt x="1317226" y="377275"/>
                    <a:pt x="1317226" y="377953"/>
                  </a:cubicBezTo>
                  <a:lnTo>
                    <a:pt x="1317226" y="383356"/>
                  </a:lnTo>
                  <a:cubicBezTo>
                    <a:pt x="1329516" y="389531"/>
                    <a:pt x="1335662" y="395705"/>
                    <a:pt x="1341807" y="408055"/>
                  </a:cubicBezTo>
                  <a:cubicBezTo>
                    <a:pt x="1360243" y="445103"/>
                    <a:pt x="1341807" y="482151"/>
                    <a:pt x="1317226" y="494500"/>
                  </a:cubicBezTo>
                  <a:cubicBezTo>
                    <a:pt x="1317226" y="494512"/>
                    <a:pt x="1317226" y="494591"/>
                    <a:pt x="1317226" y="495272"/>
                  </a:cubicBezTo>
                  <a:lnTo>
                    <a:pt x="1317226" y="500675"/>
                  </a:lnTo>
                  <a:cubicBezTo>
                    <a:pt x="1329516" y="506850"/>
                    <a:pt x="1335662" y="519199"/>
                    <a:pt x="1341807" y="531548"/>
                  </a:cubicBezTo>
                  <a:cubicBezTo>
                    <a:pt x="1360243" y="562422"/>
                    <a:pt x="1341807" y="599470"/>
                    <a:pt x="1317226" y="617994"/>
                  </a:cubicBezTo>
                  <a:cubicBezTo>
                    <a:pt x="1329516" y="624169"/>
                    <a:pt x="1335662" y="636518"/>
                    <a:pt x="1341807" y="648868"/>
                  </a:cubicBezTo>
                  <a:cubicBezTo>
                    <a:pt x="1360243" y="685916"/>
                    <a:pt x="1341807" y="716789"/>
                    <a:pt x="1317226" y="735313"/>
                  </a:cubicBezTo>
                  <a:cubicBezTo>
                    <a:pt x="1317226" y="735325"/>
                    <a:pt x="1317226" y="735405"/>
                    <a:pt x="1317226" y="736085"/>
                  </a:cubicBezTo>
                  <a:lnTo>
                    <a:pt x="1317226" y="741488"/>
                  </a:lnTo>
                  <a:cubicBezTo>
                    <a:pt x="1329516" y="747663"/>
                    <a:pt x="1335662" y="753837"/>
                    <a:pt x="1341807" y="766187"/>
                  </a:cubicBezTo>
                  <a:cubicBezTo>
                    <a:pt x="1360243" y="803235"/>
                    <a:pt x="1341807" y="840283"/>
                    <a:pt x="1317226" y="852633"/>
                  </a:cubicBezTo>
                  <a:cubicBezTo>
                    <a:pt x="1335662" y="864982"/>
                    <a:pt x="1354098" y="877331"/>
                    <a:pt x="1360243" y="902030"/>
                  </a:cubicBezTo>
                  <a:cubicBezTo>
                    <a:pt x="1372534" y="951428"/>
                    <a:pt x="1329516" y="1000825"/>
                    <a:pt x="1274208" y="994650"/>
                  </a:cubicBezTo>
                  <a:cubicBezTo>
                    <a:pt x="1249626" y="988476"/>
                    <a:pt x="1231190" y="969952"/>
                    <a:pt x="1212754" y="945253"/>
                  </a:cubicBezTo>
                  <a:cubicBezTo>
                    <a:pt x="1206609" y="957602"/>
                    <a:pt x="1194318" y="969952"/>
                    <a:pt x="1182027" y="976126"/>
                  </a:cubicBezTo>
                  <a:cubicBezTo>
                    <a:pt x="1151300" y="988476"/>
                    <a:pt x="1114428" y="976126"/>
                    <a:pt x="1095992" y="945253"/>
                  </a:cubicBezTo>
                  <a:cubicBezTo>
                    <a:pt x="1089846" y="957602"/>
                    <a:pt x="1077555" y="969952"/>
                    <a:pt x="1065265" y="976126"/>
                  </a:cubicBezTo>
                  <a:cubicBezTo>
                    <a:pt x="1028392" y="988476"/>
                    <a:pt x="991520" y="976126"/>
                    <a:pt x="979229" y="945253"/>
                  </a:cubicBezTo>
                  <a:cubicBezTo>
                    <a:pt x="966938" y="957602"/>
                    <a:pt x="960793" y="969952"/>
                    <a:pt x="948502" y="976126"/>
                  </a:cubicBezTo>
                  <a:cubicBezTo>
                    <a:pt x="911630" y="988476"/>
                    <a:pt x="874757" y="976126"/>
                    <a:pt x="856321" y="945253"/>
                  </a:cubicBezTo>
                  <a:cubicBezTo>
                    <a:pt x="850176" y="957602"/>
                    <a:pt x="837885" y="969952"/>
                    <a:pt x="825594" y="976126"/>
                  </a:cubicBezTo>
                  <a:cubicBezTo>
                    <a:pt x="794867" y="988476"/>
                    <a:pt x="757995" y="976126"/>
                    <a:pt x="739559" y="945253"/>
                  </a:cubicBezTo>
                  <a:cubicBezTo>
                    <a:pt x="733413" y="957602"/>
                    <a:pt x="721123" y="969952"/>
                    <a:pt x="708832" y="976126"/>
                  </a:cubicBezTo>
                  <a:cubicBezTo>
                    <a:pt x="671960" y="988476"/>
                    <a:pt x="635087" y="976126"/>
                    <a:pt x="622796" y="945253"/>
                  </a:cubicBezTo>
                  <a:cubicBezTo>
                    <a:pt x="610506" y="957602"/>
                    <a:pt x="604360" y="969952"/>
                    <a:pt x="585924" y="976126"/>
                  </a:cubicBezTo>
                  <a:cubicBezTo>
                    <a:pt x="555197" y="988476"/>
                    <a:pt x="518325" y="976126"/>
                    <a:pt x="499889" y="945253"/>
                  </a:cubicBezTo>
                  <a:cubicBezTo>
                    <a:pt x="493743" y="957602"/>
                    <a:pt x="481452" y="969952"/>
                    <a:pt x="469162" y="976126"/>
                  </a:cubicBezTo>
                  <a:cubicBezTo>
                    <a:pt x="438435" y="988476"/>
                    <a:pt x="401562" y="976126"/>
                    <a:pt x="383126" y="945253"/>
                  </a:cubicBezTo>
                  <a:cubicBezTo>
                    <a:pt x="376981" y="957602"/>
                    <a:pt x="364690" y="969952"/>
                    <a:pt x="352399" y="976126"/>
                  </a:cubicBezTo>
                  <a:cubicBezTo>
                    <a:pt x="315527" y="988476"/>
                    <a:pt x="278655" y="976126"/>
                    <a:pt x="266364" y="945253"/>
                  </a:cubicBezTo>
                  <a:cubicBezTo>
                    <a:pt x="260218" y="957602"/>
                    <a:pt x="247928" y="969952"/>
                    <a:pt x="235637" y="976126"/>
                  </a:cubicBezTo>
                  <a:cubicBezTo>
                    <a:pt x="198764" y="988476"/>
                    <a:pt x="161892" y="976126"/>
                    <a:pt x="149601" y="951428"/>
                  </a:cubicBezTo>
                  <a:cubicBezTo>
                    <a:pt x="131165" y="969952"/>
                    <a:pt x="112729" y="988476"/>
                    <a:pt x="88147" y="994650"/>
                  </a:cubicBezTo>
                  <a:cubicBezTo>
                    <a:pt x="32839" y="1000825"/>
                    <a:pt x="-10179" y="951428"/>
                    <a:pt x="2112" y="902030"/>
                  </a:cubicBezTo>
                  <a:cubicBezTo>
                    <a:pt x="8257" y="877331"/>
                    <a:pt x="26693" y="864982"/>
                    <a:pt x="45130" y="852633"/>
                  </a:cubicBezTo>
                  <a:cubicBezTo>
                    <a:pt x="20548" y="834108"/>
                    <a:pt x="8257" y="803235"/>
                    <a:pt x="20548" y="766187"/>
                  </a:cubicBezTo>
                  <a:cubicBezTo>
                    <a:pt x="26693" y="753837"/>
                    <a:pt x="32839" y="747663"/>
                    <a:pt x="45130" y="741488"/>
                  </a:cubicBezTo>
                  <a:cubicBezTo>
                    <a:pt x="45130" y="741483"/>
                    <a:pt x="45130" y="741419"/>
                    <a:pt x="45130" y="740716"/>
                  </a:cubicBezTo>
                  <a:lnTo>
                    <a:pt x="45130" y="735313"/>
                  </a:lnTo>
                  <a:cubicBezTo>
                    <a:pt x="20548" y="716789"/>
                    <a:pt x="8257" y="679741"/>
                    <a:pt x="20548" y="648868"/>
                  </a:cubicBezTo>
                  <a:cubicBezTo>
                    <a:pt x="26693" y="636518"/>
                    <a:pt x="32839" y="624169"/>
                    <a:pt x="45130" y="617994"/>
                  </a:cubicBezTo>
                  <a:cubicBezTo>
                    <a:pt x="20548" y="599470"/>
                    <a:pt x="8257" y="562422"/>
                    <a:pt x="20548" y="531548"/>
                  </a:cubicBezTo>
                  <a:cubicBezTo>
                    <a:pt x="26693" y="519199"/>
                    <a:pt x="32839" y="506850"/>
                    <a:pt x="45130" y="500675"/>
                  </a:cubicBezTo>
                  <a:cubicBezTo>
                    <a:pt x="45130" y="500665"/>
                    <a:pt x="45130" y="500590"/>
                    <a:pt x="45130" y="499903"/>
                  </a:cubicBezTo>
                  <a:lnTo>
                    <a:pt x="45130" y="494500"/>
                  </a:lnTo>
                  <a:cubicBezTo>
                    <a:pt x="20548" y="475976"/>
                    <a:pt x="8257" y="445103"/>
                    <a:pt x="20548" y="408055"/>
                  </a:cubicBezTo>
                  <a:cubicBezTo>
                    <a:pt x="26693" y="395705"/>
                    <a:pt x="32839" y="389531"/>
                    <a:pt x="45130" y="383356"/>
                  </a:cubicBezTo>
                  <a:cubicBezTo>
                    <a:pt x="45130" y="383349"/>
                    <a:pt x="45130" y="383279"/>
                    <a:pt x="45130" y="382584"/>
                  </a:cubicBezTo>
                  <a:lnTo>
                    <a:pt x="45130" y="377181"/>
                  </a:lnTo>
                  <a:cubicBezTo>
                    <a:pt x="20548" y="358657"/>
                    <a:pt x="8257" y="321609"/>
                    <a:pt x="20548" y="290735"/>
                  </a:cubicBezTo>
                  <a:cubicBezTo>
                    <a:pt x="26693" y="278386"/>
                    <a:pt x="32839" y="266037"/>
                    <a:pt x="45130" y="259862"/>
                  </a:cubicBezTo>
                  <a:cubicBezTo>
                    <a:pt x="20548" y="241338"/>
                    <a:pt x="8257" y="204290"/>
                    <a:pt x="20548" y="173416"/>
                  </a:cubicBezTo>
                  <a:cubicBezTo>
                    <a:pt x="26693" y="161067"/>
                    <a:pt x="32839" y="148717"/>
                    <a:pt x="45130" y="142543"/>
                  </a:cubicBezTo>
                  <a:cubicBezTo>
                    <a:pt x="26693" y="130193"/>
                    <a:pt x="8257" y="117844"/>
                    <a:pt x="2112" y="93145"/>
                  </a:cubicBezTo>
                  <a:cubicBezTo>
                    <a:pt x="-10179" y="43748"/>
                    <a:pt x="32839" y="-5650"/>
                    <a:pt x="88147" y="525"/>
                  </a:cubicBezTo>
                  <a:close/>
                </a:path>
              </a:pathLst>
            </a:custGeom>
            <a:solidFill>
              <a:srgbClr val="FCD11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8246269" y="6477000"/>
              <a:ext cx="207439" cy="161342"/>
              <a:chOff x="2074163" y="5486400"/>
              <a:chExt cx="1000966" cy="778532"/>
            </a:xfrm>
            <a:solidFill>
              <a:srgbClr val="0036A3"/>
            </a:solidFill>
          </p:grpSpPr>
          <p:sp>
            <p:nvSpPr>
              <p:cNvPr id="94" name="Freeform 61"/>
              <p:cNvSpPr>
                <a:spLocks noEditPoints="1"/>
              </p:cNvSpPr>
              <p:nvPr/>
            </p:nvSpPr>
            <p:spPr bwMode="auto">
              <a:xfrm>
                <a:off x="2074163" y="5567994"/>
                <a:ext cx="632146" cy="603760"/>
              </a:xfrm>
              <a:custGeom>
                <a:avLst/>
                <a:gdLst>
                  <a:gd name="T0" fmla="*/ 78 w 149"/>
                  <a:gd name="T1" fmla="*/ 0 h 142"/>
                  <a:gd name="T2" fmla="*/ 28 w 149"/>
                  <a:gd name="T3" fmla="*/ 121 h 142"/>
                  <a:gd name="T4" fmla="*/ 78 w 149"/>
                  <a:gd name="T5" fmla="*/ 142 h 142"/>
                  <a:gd name="T6" fmla="*/ 149 w 149"/>
                  <a:gd name="T7" fmla="*/ 71 h 142"/>
                  <a:gd name="T8" fmla="*/ 118 w 149"/>
                  <a:gd name="T9" fmla="*/ 29 h 142"/>
                  <a:gd name="T10" fmla="*/ 104 w 149"/>
                  <a:gd name="T11" fmla="*/ 25 h 142"/>
                  <a:gd name="T12" fmla="*/ 100 w 149"/>
                  <a:gd name="T13" fmla="*/ 44 h 142"/>
                  <a:gd name="T14" fmla="*/ 104 w 149"/>
                  <a:gd name="T15" fmla="*/ 48 h 142"/>
                  <a:gd name="T16" fmla="*/ 100 w 149"/>
                  <a:gd name="T17" fmla="*/ 44 h 142"/>
                  <a:gd name="T18" fmla="*/ 66 w 149"/>
                  <a:gd name="T19" fmla="*/ 26 h 142"/>
                  <a:gd name="T20" fmla="*/ 76 w 149"/>
                  <a:gd name="T21" fmla="*/ 17 h 142"/>
                  <a:gd name="T22" fmla="*/ 77 w 149"/>
                  <a:gd name="T23" fmla="*/ 17 h 142"/>
                  <a:gd name="T24" fmla="*/ 87 w 149"/>
                  <a:gd name="T25" fmla="*/ 26 h 142"/>
                  <a:gd name="T26" fmla="*/ 88 w 149"/>
                  <a:gd name="T27" fmla="*/ 28 h 142"/>
                  <a:gd name="T28" fmla="*/ 79 w 149"/>
                  <a:gd name="T29" fmla="*/ 37 h 142"/>
                  <a:gd name="T30" fmla="*/ 76 w 149"/>
                  <a:gd name="T31" fmla="*/ 39 h 142"/>
                  <a:gd name="T32" fmla="*/ 74 w 149"/>
                  <a:gd name="T33" fmla="*/ 37 h 142"/>
                  <a:gd name="T34" fmla="*/ 65 w 149"/>
                  <a:gd name="T35" fmla="*/ 28 h 142"/>
                  <a:gd name="T36" fmla="*/ 53 w 149"/>
                  <a:gd name="T37" fmla="*/ 44 h 142"/>
                  <a:gd name="T38" fmla="*/ 48 w 149"/>
                  <a:gd name="T39" fmla="*/ 48 h 142"/>
                  <a:gd name="T40" fmla="*/ 53 w 149"/>
                  <a:gd name="T41" fmla="*/ 44 h 142"/>
                  <a:gd name="T42" fmla="*/ 48 w 149"/>
                  <a:gd name="T43" fmla="*/ 27 h 142"/>
                  <a:gd name="T44" fmla="*/ 33 w 149"/>
                  <a:gd name="T45" fmla="*/ 30 h 142"/>
                  <a:gd name="T46" fmla="*/ 28 w 149"/>
                  <a:gd name="T47" fmla="*/ 82 h 142"/>
                  <a:gd name="T48" fmla="*/ 26 w 149"/>
                  <a:gd name="T49" fmla="*/ 79 h 142"/>
                  <a:gd name="T50" fmla="*/ 17 w 149"/>
                  <a:gd name="T51" fmla="*/ 70 h 142"/>
                  <a:gd name="T52" fmla="*/ 18 w 149"/>
                  <a:gd name="T53" fmla="*/ 69 h 142"/>
                  <a:gd name="T54" fmla="*/ 28 w 149"/>
                  <a:gd name="T55" fmla="*/ 59 h 142"/>
                  <a:gd name="T56" fmla="*/ 29 w 149"/>
                  <a:gd name="T57" fmla="*/ 59 h 142"/>
                  <a:gd name="T58" fmla="*/ 39 w 149"/>
                  <a:gd name="T59" fmla="*/ 69 h 142"/>
                  <a:gd name="T60" fmla="*/ 40 w 149"/>
                  <a:gd name="T61" fmla="*/ 70 h 142"/>
                  <a:gd name="T62" fmla="*/ 31 w 149"/>
                  <a:gd name="T63" fmla="*/ 79 h 142"/>
                  <a:gd name="T64" fmla="*/ 36 w 149"/>
                  <a:gd name="T65" fmla="*/ 116 h 142"/>
                  <a:gd name="T66" fmla="*/ 51 w 149"/>
                  <a:gd name="T67" fmla="*/ 118 h 142"/>
                  <a:gd name="T68" fmla="*/ 54 w 149"/>
                  <a:gd name="T69" fmla="*/ 100 h 142"/>
                  <a:gd name="T70" fmla="*/ 50 w 149"/>
                  <a:gd name="T71" fmla="*/ 96 h 142"/>
                  <a:gd name="T72" fmla="*/ 54 w 149"/>
                  <a:gd name="T73" fmla="*/ 100 h 142"/>
                  <a:gd name="T74" fmla="*/ 87 w 149"/>
                  <a:gd name="T75" fmla="*/ 116 h 142"/>
                  <a:gd name="T76" fmla="*/ 77 w 149"/>
                  <a:gd name="T77" fmla="*/ 126 h 142"/>
                  <a:gd name="T78" fmla="*/ 76 w 149"/>
                  <a:gd name="T79" fmla="*/ 126 h 142"/>
                  <a:gd name="T80" fmla="*/ 66 w 149"/>
                  <a:gd name="T81" fmla="*/ 116 h 142"/>
                  <a:gd name="T82" fmla="*/ 65 w 149"/>
                  <a:gd name="T83" fmla="*/ 114 h 142"/>
                  <a:gd name="T84" fmla="*/ 74 w 149"/>
                  <a:gd name="T85" fmla="*/ 105 h 142"/>
                  <a:gd name="T86" fmla="*/ 76 w 149"/>
                  <a:gd name="T87" fmla="*/ 103 h 142"/>
                  <a:gd name="T88" fmla="*/ 79 w 149"/>
                  <a:gd name="T89" fmla="*/ 105 h 142"/>
                  <a:gd name="T90" fmla="*/ 88 w 149"/>
                  <a:gd name="T91" fmla="*/ 114 h 142"/>
                  <a:gd name="T92" fmla="*/ 78 w 149"/>
                  <a:gd name="T93" fmla="*/ 87 h 142"/>
                  <a:gd name="T94" fmla="*/ 78 w 149"/>
                  <a:gd name="T95" fmla="*/ 53 h 142"/>
                  <a:gd name="T96" fmla="*/ 78 w 149"/>
                  <a:gd name="T97" fmla="*/ 87 h 142"/>
                  <a:gd name="T98" fmla="*/ 100 w 149"/>
                  <a:gd name="T99" fmla="*/ 97 h 142"/>
                  <a:gd name="T100" fmla="*/ 104 w 149"/>
                  <a:gd name="T101" fmla="*/ 93 h 142"/>
                  <a:gd name="T102" fmla="*/ 121 w 149"/>
                  <a:gd name="T103" fmla="*/ 112 h 142"/>
                  <a:gd name="T104" fmla="*/ 123 w 149"/>
                  <a:gd name="T105" fmla="*/ 97 h 142"/>
                  <a:gd name="T106" fmla="*/ 139 w 149"/>
                  <a:gd name="T107" fmla="*/ 71 h 142"/>
                  <a:gd name="T108" fmla="*/ 129 w 149"/>
                  <a:gd name="T109" fmla="*/ 81 h 142"/>
                  <a:gd name="T110" fmla="*/ 127 w 149"/>
                  <a:gd name="T111" fmla="*/ 81 h 142"/>
                  <a:gd name="T112" fmla="*/ 117 w 149"/>
                  <a:gd name="T113" fmla="*/ 71 h 142"/>
                  <a:gd name="T114" fmla="*/ 116 w 149"/>
                  <a:gd name="T115" fmla="*/ 69 h 142"/>
                  <a:gd name="T116" fmla="*/ 126 w 149"/>
                  <a:gd name="T117" fmla="*/ 60 h 142"/>
                  <a:gd name="T118" fmla="*/ 128 w 149"/>
                  <a:gd name="T119" fmla="*/ 58 h 142"/>
                  <a:gd name="T120" fmla="*/ 130 w 149"/>
                  <a:gd name="T121" fmla="*/ 60 h 142"/>
                  <a:gd name="T122" fmla="*/ 140 w 149"/>
                  <a:gd name="T123" fmla="*/ 69 h 142"/>
                  <a:gd name="T124" fmla="*/ 139 w 149"/>
                  <a:gd name="T125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9" h="142">
                    <a:moveTo>
                      <a:pt x="129" y="21"/>
                    </a:moveTo>
                    <a:cubicBezTo>
                      <a:pt x="115" y="7"/>
                      <a:pt x="97" y="0"/>
                      <a:pt x="78" y="0"/>
                    </a:cubicBezTo>
                    <a:cubicBezTo>
                      <a:pt x="59" y="0"/>
                      <a:pt x="41" y="7"/>
                      <a:pt x="28" y="21"/>
                    </a:cubicBezTo>
                    <a:cubicBezTo>
                      <a:pt x="0" y="48"/>
                      <a:pt x="0" y="94"/>
                      <a:pt x="28" y="121"/>
                    </a:cubicBezTo>
                    <a:cubicBezTo>
                      <a:pt x="41" y="135"/>
                      <a:pt x="59" y="142"/>
                      <a:pt x="78" y="142"/>
                    </a:cubicBezTo>
                    <a:cubicBezTo>
                      <a:pt x="78" y="142"/>
                      <a:pt x="78" y="142"/>
                      <a:pt x="78" y="142"/>
                    </a:cubicBezTo>
                    <a:cubicBezTo>
                      <a:pt x="97" y="142"/>
                      <a:pt x="115" y="135"/>
                      <a:pt x="128" y="121"/>
                    </a:cubicBezTo>
                    <a:cubicBezTo>
                      <a:pt x="142" y="108"/>
                      <a:pt x="149" y="90"/>
                      <a:pt x="149" y="71"/>
                    </a:cubicBezTo>
                    <a:cubicBezTo>
                      <a:pt x="149" y="52"/>
                      <a:pt x="142" y="34"/>
                      <a:pt x="129" y="21"/>
                    </a:cubicBezTo>
                    <a:close/>
                    <a:moveTo>
                      <a:pt x="118" y="29"/>
                    </a:moveTo>
                    <a:cubicBezTo>
                      <a:pt x="120" y="43"/>
                      <a:pt x="120" y="43"/>
                      <a:pt x="120" y="43"/>
                    </a:cubicBezTo>
                    <a:cubicBezTo>
                      <a:pt x="104" y="25"/>
                      <a:pt x="104" y="25"/>
                      <a:pt x="104" y="25"/>
                    </a:cubicBezTo>
                    <a:lnTo>
                      <a:pt x="118" y="29"/>
                    </a:lnTo>
                    <a:close/>
                    <a:moveTo>
                      <a:pt x="100" y="44"/>
                    </a:moveTo>
                    <a:cubicBezTo>
                      <a:pt x="101" y="43"/>
                      <a:pt x="103" y="43"/>
                      <a:pt x="104" y="44"/>
                    </a:cubicBezTo>
                    <a:cubicBezTo>
                      <a:pt x="105" y="45"/>
                      <a:pt x="105" y="47"/>
                      <a:pt x="104" y="48"/>
                    </a:cubicBezTo>
                    <a:cubicBezTo>
                      <a:pt x="103" y="49"/>
                      <a:pt x="101" y="49"/>
                      <a:pt x="100" y="48"/>
                    </a:cubicBezTo>
                    <a:cubicBezTo>
                      <a:pt x="99" y="47"/>
                      <a:pt x="99" y="45"/>
                      <a:pt x="100" y="44"/>
                    </a:cubicBezTo>
                    <a:close/>
                    <a:moveTo>
                      <a:pt x="65" y="28"/>
                    </a:moveTo>
                    <a:cubicBezTo>
                      <a:pt x="65" y="27"/>
                      <a:pt x="65" y="26"/>
                      <a:pt x="66" y="26"/>
                    </a:cubicBezTo>
                    <a:cubicBezTo>
                      <a:pt x="66" y="26"/>
                      <a:pt x="72" y="25"/>
                      <a:pt x="74" y="19"/>
                    </a:cubicBezTo>
                    <a:cubicBezTo>
                      <a:pt x="74" y="19"/>
                      <a:pt x="75" y="17"/>
                      <a:pt x="76" y="17"/>
                    </a:cubicBezTo>
                    <a:cubicBezTo>
                      <a:pt x="76" y="17"/>
                      <a:pt x="76" y="16"/>
                      <a:pt x="76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8" y="17"/>
                      <a:pt x="79" y="19"/>
                      <a:pt x="79" y="19"/>
                    </a:cubicBezTo>
                    <a:cubicBezTo>
                      <a:pt x="80" y="25"/>
                      <a:pt x="87" y="26"/>
                      <a:pt x="87" y="26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8" y="29"/>
                      <a:pt x="88" y="29"/>
                      <a:pt x="87" y="30"/>
                    </a:cubicBezTo>
                    <a:cubicBezTo>
                      <a:pt x="87" y="30"/>
                      <a:pt x="80" y="31"/>
                      <a:pt x="79" y="37"/>
                    </a:cubicBezTo>
                    <a:cubicBezTo>
                      <a:pt x="79" y="37"/>
                      <a:pt x="78" y="39"/>
                      <a:pt x="77" y="39"/>
                    </a:cubicBezTo>
                    <a:cubicBezTo>
                      <a:pt x="77" y="39"/>
                      <a:pt x="77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5" y="39"/>
                      <a:pt x="74" y="37"/>
                      <a:pt x="74" y="37"/>
                    </a:cubicBezTo>
                    <a:cubicBezTo>
                      <a:pt x="72" y="31"/>
                      <a:pt x="66" y="30"/>
                      <a:pt x="66" y="30"/>
                    </a:cubicBezTo>
                    <a:cubicBezTo>
                      <a:pt x="65" y="29"/>
                      <a:pt x="65" y="29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lose/>
                    <a:moveTo>
                      <a:pt x="53" y="44"/>
                    </a:moveTo>
                    <a:cubicBezTo>
                      <a:pt x="54" y="45"/>
                      <a:pt x="54" y="47"/>
                      <a:pt x="53" y="48"/>
                    </a:cubicBezTo>
                    <a:cubicBezTo>
                      <a:pt x="51" y="49"/>
                      <a:pt x="50" y="49"/>
                      <a:pt x="48" y="48"/>
                    </a:cubicBezTo>
                    <a:cubicBezTo>
                      <a:pt x="47" y="47"/>
                      <a:pt x="47" y="45"/>
                      <a:pt x="48" y="44"/>
                    </a:cubicBezTo>
                    <a:cubicBezTo>
                      <a:pt x="50" y="43"/>
                      <a:pt x="51" y="43"/>
                      <a:pt x="53" y="44"/>
                    </a:cubicBezTo>
                    <a:close/>
                    <a:moveTo>
                      <a:pt x="33" y="30"/>
                    </a:moveTo>
                    <a:cubicBezTo>
                      <a:pt x="48" y="27"/>
                      <a:pt x="48" y="27"/>
                      <a:pt x="48" y="27"/>
                    </a:cubicBezTo>
                    <a:cubicBezTo>
                      <a:pt x="30" y="44"/>
                      <a:pt x="30" y="44"/>
                      <a:pt x="30" y="44"/>
                    </a:cubicBezTo>
                    <a:lnTo>
                      <a:pt x="33" y="30"/>
                    </a:lnTo>
                    <a:close/>
                    <a:moveTo>
                      <a:pt x="29" y="81"/>
                    </a:moveTo>
                    <a:cubicBezTo>
                      <a:pt x="29" y="82"/>
                      <a:pt x="29" y="82"/>
                      <a:pt x="28" y="82"/>
                    </a:cubicBezTo>
                    <a:cubicBezTo>
                      <a:pt x="28" y="82"/>
                      <a:pt x="28" y="82"/>
                      <a:pt x="28" y="82"/>
                    </a:cubicBezTo>
                    <a:cubicBezTo>
                      <a:pt x="27" y="81"/>
                      <a:pt x="26" y="79"/>
                      <a:pt x="26" y="79"/>
                    </a:cubicBezTo>
                    <a:cubicBezTo>
                      <a:pt x="24" y="73"/>
                      <a:pt x="18" y="72"/>
                      <a:pt x="18" y="72"/>
                    </a:cubicBezTo>
                    <a:cubicBezTo>
                      <a:pt x="17" y="72"/>
                      <a:pt x="17" y="71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7" y="69"/>
                      <a:pt x="18" y="69"/>
                    </a:cubicBezTo>
                    <a:cubicBezTo>
                      <a:pt x="18" y="68"/>
                      <a:pt x="24" y="67"/>
                      <a:pt x="26" y="61"/>
                    </a:cubicBezTo>
                    <a:cubicBezTo>
                      <a:pt x="26" y="61"/>
                      <a:pt x="27" y="59"/>
                      <a:pt x="28" y="59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30" y="59"/>
                      <a:pt x="31" y="61"/>
                      <a:pt x="31" y="61"/>
                    </a:cubicBezTo>
                    <a:cubicBezTo>
                      <a:pt x="32" y="67"/>
                      <a:pt x="39" y="68"/>
                      <a:pt x="39" y="69"/>
                    </a:cubicBezTo>
                    <a:cubicBezTo>
                      <a:pt x="40" y="69"/>
                      <a:pt x="40" y="69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71"/>
                      <a:pt x="40" y="72"/>
                      <a:pt x="39" y="72"/>
                    </a:cubicBezTo>
                    <a:cubicBezTo>
                      <a:pt x="39" y="72"/>
                      <a:pt x="32" y="73"/>
                      <a:pt x="31" y="79"/>
                    </a:cubicBezTo>
                    <a:cubicBezTo>
                      <a:pt x="31" y="79"/>
                      <a:pt x="30" y="81"/>
                      <a:pt x="29" y="81"/>
                    </a:cubicBezTo>
                    <a:close/>
                    <a:moveTo>
                      <a:pt x="36" y="116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51" y="118"/>
                      <a:pt x="51" y="118"/>
                      <a:pt x="51" y="118"/>
                    </a:cubicBezTo>
                    <a:lnTo>
                      <a:pt x="36" y="116"/>
                    </a:lnTo>
                    <a:close/>
                    <a:moveTo>
                      <a:pt x="54" y="100"/>
                    </a:moveTo>
                    <a:cubicBezTo>
                      <a:pt x="53" y="101"/>
                      <a:pt x="51" y="101"/>
                      <a:pt x="50" y="100"/>
                    </a:cubicBezTo>
                    <a:cubicBezTo>
                      <a:pt x="49" y="99"/>
                      <a:pt x="49" y="97"/>
                      <a:pt x="50" y="96"/>
                    </a:cubicBezTo>
                    <a:cubicBezTo>
                      <a:pt x="51" y="95"/>
                      <a:pt x="53" y="95"/>
                      <a:pt x="54" y="96"/>
                    </a:cubicBezTo>
                    <a:cubicBezTo>
                      <a:pt x="55" y="97"/>
                      <a:pt x="55" y="99"/>
                      <a:pt x="54" y="100"/>
                    </a:cubicBezTo>
                    <a:close/>
                    <a:moveTo>
                      <a:pt x="88" y="114"/>
                    </a:moveTo>
                    <a:cubicBezTo>
                      <a:pt x="88" y="115"/>
                      <a:pt x="88" y="116"/>
                      <a:pt x="87" y="116"/>
                    </a:cubicBezTo>
                    <a:cubicBezTo>
                      <a:pt x="87" y="116"/>
                      <a:pt x="80" y="117"/>
                      <a:pt x="79" y="123"/>
                    </a:cubicBezTo>
                    <a:cubicBezTo>
                      <a:pt x="79" y="123"/>
                      <a:pt x="78" y="125"/>
                      <a:pt x="77" y="126"/>
                    </a:cubicBezTo>
                    <a:cubicBezTo>
                      <a:pt x="77" y="126"/>
                      <a:pt x="77" y="126"/>
                      <a:pt x="76" y="126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5" y="125"/>
                      <a:pt x="74" y="123"/>
                      <a:pt x="74" y="123"/>
                    </a:cubicBezTo>
                    <a:cubicBezTo>
                      <a:pt x="72" y="117"/>
                      <a:pt x="66" y="116"/>
                      <a:pt x="66" y="116"/>
                    </a:cubicBezTo>
                    <a:cubicBezTo>
                      <a:pt x="65" y="116"/>
                      <a:pt x="65" y="115"/>
                      <a:pt x="65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3"/>
                      <a:pt x="65" y="113"/>
                      <a:pt x="66" y="113"/>
                    </a:cubicBezTo>
                    <a:cubicBezTo>
                      <a:pt x="66" y="112"/>
                      <a:pt x="72" y="111"/>
                      <a:pt x="74" y="105"/>
                    </a:cubicBezTo>
                    <a:cubicBezTo>
                      <a:pt x="74" y="105"/>
                      <a:pt x="75" y="103"/>
                      <a:pt x="76" y="103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8" y="103"/>
                      <a:pt x="79" y="105"/>
                      <a:pt x="79" y="105"/>
                    </a:cubicBezTo>
                    <a:cubicBezTo>
                      <a:pt x="80" y="111"/>
                      <a:pt x="87" y="112"/>
                      <a:pt x="87" y="113"/>
                    </a:cubicBezTo>
                    <a:cubicBezTo>
                      <a:pt x="88" y="113"/>
                      <a:pt x="88" y="113"/>
                      <a:pt x="88" y="114"/>
                    </a:cubicBezTo>
                    <a:cubicBezTo>
                      <a:pt x="88" y="114"/>
                      <a:pt x="88" y="114"/>
                      <a:pt x="88" y="114"/>
                    </a:cubicBezTo>
                    <a:close/>
                    <a:moveTo>
                      <a:pt x="78" y="87"/>
                    </a:moveTo>
                    <a:cubicBezTo>
                      <a:pt x="64" y="87"/>
                      <a:pt x="53" y="79"/>
                      <a:pt x="53" y="70"/>
                    </a:cubicBezTo>
                    <a:cubicBezTo>
                      <a:pt x="53" y="60"/>
                      <a:pt x="64" y="53"/>
                      <a:pt x="78" y="53"/>
                    </a:cubicBezTo>
                    <a:cubicBezTo>
                      <a:pt x="92" y="53"/>
                      <a:pt x="103" y="60"/>
                      <a:pt x="103" y="70"/>
                    </a:cubicBezTo>
                    <a:cubicBezTo>
                      <a:pt x="103" y="79"/>
                      <a:pt x="92" y="87"/>
                      <a:pt x="78" y="87"/>
                    </a:cubicBezTo>
                    <a:close/>
                    <a:moveTo>
                      <a:pt x="104" y="97"/>
                    </a:moveTo>
                    <a:cubicBezTo>
                      <a:pt x="103" y="99"/>
                      <a:pt x="101" y="99"/>
                      <a:pt x="100" y="97"/>
                    </a:cubicBezTo>
                    <a:cubicBezTo>
                      <a:pt x="99" y="96"/>
                      <a:pt x="99" y="95"/>
                      <a:pt x="100" y="93"/>
                    </a:cubicBezTo>
                    <a:cubicBezTo>
                      <a:pt x="101" y="92"/>
                      <a:pt x="103" y="92"/>
                      <a:pt x="104" y="93"/>
                    </a:cubicBezTo>
                    <a:cubicBezTo>
                      <a:pt x="106" y="95"/>
                      <a:pt x="106" y="96"/>
                      <a:pt x="104" y="97"/>
                    </a:cubicBezTo>
                    <a:close/>
                    <a:moveTo>
                      <a:pt x="121" y="112"/>
                    </a:moveTo>
                    <a:cubicBezTo>
                      <a:pt x="106" y="116"/>
                      <a:pt x="106" y="116"/>
                      <a:pt x="106" y="116"/>
                    </a:cubicBezTo>
                    <a:cubicBezTo>
                      <a:pt x="123" y="97"/>
                      <a:pt x="123" y="97"/>
                      <a:pt x="123" y="97"/>
                    </a:cubicBezTo>
                    <a:lnTo>
                      <a:pt x="121" y="112"/>
                    </a:lnTo>
                    <a:close/>
                    <a:moveTo>
                      <a:pt x="139" y="71"/>
                    </a:moveTo>
                    <a:cubicBezTo>
                      <a:pt x="138" y="71"/>
                      <a:pt x="132" y="72"/>
                      <a:pt x="130" y="79"/>
                    </a:cubicBezTo>
                    <a:cubicBezTo>
                      <a:pt x="130" y="79"/>
                      <a:pt x="130" y="80"/>
                      <a:pt x="129" y="81"/>
                    </a:cubicBezTo>
                    <a:cubicBezTo>
                      <a:pt x="129" y="81"/>
                      <a:pt x="128" y="81"/>
                      <a:pt x="128" y="81"/>
                    </a:cubicBezTo>
                    <a:cubicBezTo>
                      <a:pt x="128" y="81"/>
                      <a:pt x="127" y="81"/>
                      <a:pt x="127" y="81"/>
                    </a:cubicBezTo>
                    <a:cubicBezTo>
                      <a:pt x="126" y="80"/>
                      <a:pt x="126" y="79"/>
                      <a:pt x="126" y="79"/>
                    </a:cubicBezTo>
                    <a:cubicBezTo>
                      <a:pt x="124" y="72"/>
                      <a:pt x="117" y="71"/>
                      <a:pt x="117" y="71"/>
                    </a:cubicBezTo>
                    <a:cubicBezTo>
                      <a:pt x="117" y="71"/>
                      <a:pt x="116" y="71"/>
                      <a:pt x="116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8"/>
                      <a:pt x="117" y="68"/>
                      <a:pt x="117" y="68"/>
                    </a:cubicBezTo>
                    <a:cubicBezTo>
                      <a:pt x="117" y="68"/>
                      <a:pt x="124" y="66"/>
                      <a:pt x="126" y="60"/>
                    </a:cubicBezTo>
                    <a:cubicBezTo>
                      <a:pt x="126" y="60"/>
                      <a:pt x="126" y="59"/>
                      <a:pt x="127" y="58"/>
                    </a:cubicBezTo>
                    <a:cubicBezTo>
                      <a:pt x="127" y="58"/>
                      <a:pt x="128" y="58"/>
                      <a:pt x="128" y="58"/>
                    </a:cubicBezTo>
                    <a:cubicBezTo>
                      <a:pt x="128" y="58"/>
                      <a:pt x="129" y="58"/>
                      <a:pt x="129" y="58"/>
                    </a:cubicBezTo>
                    <a:cubicBezTo>
                      <a:pt x="130" y="59"/>
                      <a:pt x="130" y="60"/>
                      <a:pt x="130" y="60"/>
                    </a:cubicBezTo>
                    <a:cubicBezTo>
                      <a:pt x="132" y="66"/>
                      <a:pt x="138" y="68"/>
                      <a:pt x="139" y="68"/>
                    </a:cubicBezTo>
                    <a:cubicBezTo>
                      <a:pt x="139" y="68"/>
                      <a:pt x="139" y="68"/>
                      <a:pt x="140" y="69"/>
                    </a:cubicBezTo>
                    <a:cubicBezTo>
                      <a:pt x="140" y="69"/>
                      <a:pt x="140" y="69"/>
                      <a:pt x="140" y="70"/>
                    </a:cubicBezTo>
                    <a:cubicBezTo>
                      <a:pt x="139" y="71"/>
                      <a:pt x="139" y="71"/>
                      <a:pt x="139" y="7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95" name="Oval 62"/>
              <p:cNvSpPr>
                <a:spLocks noChangeArrowheads="1"/>
              </p:cNvSpPr>
              <p:nvPr/>
            </p:nvSpPr>
            <p:spPr bwMode="auto">
              <a:xfrm>
                <a:off x="2315820" y="5805816"/>
                <a:ext cx="177983" cy="119678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96" name="Freeform 63"/>
              <p:cNvSpPr>
                <a:spLocks/>
              </p:cNvSpPr>
              <p:nvPr/>
            </p:nvSpPr>
            <p:spPr bwMode="auto">
              <a:xfrm>
                <a:off x="2133600" y="5486400"/>
                <a:ext cx="941529" cy="778532"/>
              </a:xfrm>
              <a:custGeom>
                <a:avLst/>
                <a:gdLst/>
                <a:ahLst/>
                <a:cxnLst/>
                <a:rect l="l" t="t" r="r" b="b"/>
                <a:pathLst>
                  <a:path w="1948308" h="1611020">
                    <a:moveTo>
                      <a:pt x="1153401" y="173208"/>
                    </a:moveTo>
                    <a:cubicBezTo>
                      <a:pt x="1125912" y="172968"/>
                      <a:pt x="1098388" y="174480"/>
                      <a:pt x="1071002" y="177780"/>
                    </a:cubicBezTo>
                    <a:cubicBezTo>
                      <a:pt x="1088529" y="195379"/>
                      <a:pt x="1106057" y="212978"/>
                      <a:pt x="1123584" y="230577"/>
                    </a:cubicBezTo>
                    <a:cubicBezTo>
                      <a:pt x="1430312" y="538563"/>
                      <a:pt x="1430312" y="1048939"/>
                      <a:pt x="1123584" y="1356925"/>
                    </a:cubicBezTo>
                    <a:cubicBezTo>
                      <a:pt x="1088529" y="1392123"/>
                      <a:pt x="1053475" y="1418522"/>
                      <a:pt x="1018420" y="1444921"/>
                    </a:cubicBezTo>
                    <a:cubicBezTo>
                      <a:pt x="1193693" y="1480119"/>
                      <a:pt x="1386493" y="1444921"/>
                      <a:pt x="1544239" y="1330526"/>
                    </a:cubicBezTo>
                    <a:cubicBezTo>
                      <a:pt x="1824676" y="1110537"/>
                      <a:pt x="1877258" y="705755"/>
                      <a:pt x="1666930" y="424168"/>
                    </a:cubicBezTo>
                    <a:cubicBezTo>
                      <a:pt x="1536571" y="262476"/>
                      <a:pt x="1345824" y="174893"/>
                      <a:pt x="1153401" y="173208"/>
                    </a:cubicBezTo>
                    <a:close/>
                    <a:moveTo>
                      <a:pt x="561739" y="124393"/>
                    </a:moveTo>
                    <a:cubicBezTo>
                      <a:pt x="386415" y="124393"/>
                      <a:pt x="219858" y="194828"/>
                      <a:pt x="88365" y="318089"/>
                    </a:cubicBezTo>
                    <a:cubicBezTo>
                      <a:pt x="-165855" y="582220"/>
                      <a:pt x="-165855" y="1004829"/>
                      <a:pt x="88365" y="1268960"/>
                    </a:cubicBezTo>
                    <a:cubicBezTo>
                      <a:pt x="219858" y="1392221"/>
                      <a:pt x="386415" y="1462656"/>
                      <a:pt x="561739" y="1462656"/>
                    </a:cubicBezTo>
                    <a:cubicBezTo>
                      <a:pt x="737063" y="1462656"/>
                      <a:pt x="903621" y="1392221"/>
                      <a:pt x="1035114" y="1268960"/>
                    </a:cubicBezTo>
                    <a:cubicBezTo>
                      <a:pt x="1157840" y="1136895"/>
                      <a:pt x="1227970" y="969612"/>
                      <a:pt x="1227970" y="793525"/>
                    </a:cubicBezTo>
                    <a:cubicBezTo>
                      <a:pt x="1227970" y="617437"/>
                      <a:pt x="1157840" y="450155"/>
                      <a:pt x="1035114" y="318089"/>
                    </a:cubicBezTo>
                    <a:cubicBezTo>
                      <a:pt x="912387" y="194828"/>
                      <a:pt x="737063" y="124393"/>
                      <a:pt x="561739" y="124393"/>
                    </a:cubicBezTo>
                    <a:close/>
                    <a:moveTo>
                      <a:pt x="541100" y="178"/>
                    </a:moveTo>
                    <a:cubicBezTo>
                      <a:pt x="659261" y="-2300"/>
                      <a:pt x="777730" y="21236"/>
                      <a:pt x="886327" y="70784"/>
                    </a:cubicBezTo>
                    <a:cubicBezTo>
                      <a:pt x="1202245" y="-43728"/>
                      <a:pt x="1570817" y="53167"/>
                      <a:pt x="1781429" y="335042"/>
                    </a:cubicBezTo>
                    <a:cubicBezTo>
                      <a:pt x="2053470" y="678577"/>
                      <a:pt x="1983266" y="1180667"/>
                      <a:pt x="1641021" y="1453733"/>
                    </a:cubicBezTo>
                    <a:cubicBezTo>
                      <a:pt x="1395306" y="1629905"/>
                      <a:pt x="1088164" y="1656331"/>
                      <a:pt x="833674" y="1541819"/>
                    </a:cubicBezTo>
                    <a:cubicBezTo>
                      <a:pt x="552857" y="1647523"/>
                      <a:pt x="228163" y="1585862"/>
                      <a:pt x="0" y="1356839"/>
                    </a:cubicBezTo>
                    <a:cubicBezTo>
                      <a:pt x="-307143" y="1048538"/>
                      <a:pt x="-307143" y="537640"/>
                      <a:pt x="0" y="229339"/>
                    </a:cubicBezTo>
                    <a:cubicBezTo>
                      <a:pt x="148087" y="80694"/>
                      <a:pt x="344165" y="4307"/>
                      <a:pt x="541100" y="1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sp>
          <p:nvSpPr>
            <p:cNvPr id="70" name="Freeform 39"/>
            <p:cNvSpPr>
              <a:spLocks/>
            </p:cNvSpPr>
            <p:nvPr/>
          </p:nvSpPr>
          <p:spPr bwMode="auto">
            <a:xfrm>
              <a:off x="7681913" y="6440821"/>
              <a:ext cx="128587" cy="186065"/>
            </a:xfrm>
            <a:custGeom>
              <a:avLst/>
              <a:gdLst/>
              <a:ahLst/>
              <a:cxnLst/>
              <a:rect l="l" t="t" r="r" b="b"/>
              <a:pathLst>
                <a:path w="554038" h="801688">
                  <a:moveTo>
                    <a:pt x="233363" y="242888"/>
                  </a:moveTo>
                  <a:cubicBezTo>
                    <a:pt x="233363" y="242888"/>
                    <a:pt x="233363" y="242888"/>
                    <a:pt x="260097" y="455613"/>
                  </a:cubicBezTo>
                  <a:cubicBezTo>
                    <a:pt x="260097" y="451822"/>
                    <a:pt x="263901" y="451815"/>
                    <a:pt x="263917" y="451815"/>
                  </a:cubicBezTo>
                  <a:cubicBezTo>
                    <a:pt x="279193" y="444217"/>
                    <a:pt x="290651" y="432821"/>
                    <a:pt x="302109" y="417627"/>
                  </a:cubicBezTo>
                  <a:cubicBezTo>
                    <a:pt x="313566" y="406231"/>
                    <a:pt x="325024" y="394835"/>
                    <a:pt x="336481" y="387237"/>
                  </a:cubicBezTo>
                  <a:cubicBezTo>
                    <a:pt x="367035" y="364445"/>
                    <a:pt x="401408" y="353049"/>
                    <a:pt x="431962" y="353049"/>
                  </a:cubicBezTo>
                  <a:lnTo>
                    <a:pt x="477792" y="360647"/>
                  </a:lnTo>
                  <a:cubicBezTo>
                    <a:pt x="477792" y="360647"/>
                    <a:pt x="477792" y="360647"/>
                    <a:pt x="496888" y="242888"/>
                  </a:cubicBezTo>
                  <a:cubicBezTo>
                    <a:pt x="496888" y="242888"/>
                    <a:pt x="496888" y="242888"/>
                    <a:pt x="233363" y="242888"/>
                  </a:cubicBezTo>
                  <a:close/>
                  <a:moveTo>
                    <a:pt x="133350" y="242888"/>
                  </a:moveTo>
                  <a:cubicBezTo>
                    <a:pt x="133352" y="242902"/>
                    <a:pt x="133628" y="244628"/>
                    <a:pt x="168137" y="460672"/>
                  </a:cubicBezTo>
                  <a:cubicBezTo>
                    <a:pt x="179733" y="468313"/>
                    <a:pt x="195193" y="468313"/>
                    <a:pt x="206789" y="468313"/>
                  </a:cubicBezTo>
                  <a:cubicBezTo>
                    <a:pt x="214520" y="468313"/>
                    <a:pt x="218385" y="468313"/>
                    <a:pt x="222250" y="468313"/>
                  </a:cubicBezTo>
                  <a:cubicBezTo>
                    <a:pt x="222248" y="468299"/>
                    <a:pt x="222035" y="466525"/>
                    <a:pt x="195193" y="242888"/>
                  </a:cubicBezTo>
                  <a:cubicBezTo>
                    <a:pt x="195181" y="242888"/>
                    <a:pt x="194319" y="242888"/>
                    <a:pt x="133350" y="242888"/>
                  </a:cubicBezTo>
                  <a:close/>
                  <a:moveTo>
                    <a:pt x="11113" y="0"/>
                  </a:moveTo>
                  <a:lnTo>
                    <a:pt x="211138" y="73025"/>
                  </a:lnTo>
                  <a:lnTo>
                    <a:pt x="225425" y="193675"/>
                  </a:lnTo>
                  <a:lnTo>
                    <a:pt x="554038" y="193675"/>
                  </a:lnTo>
                  <a:lnTo>
                    <a:pt x="466725" y="801688"/>
                  </a:lnTo>
                  <a:lnTo>
                    <a:pt x="168275" y="801688"/>
                  </a:lnTo>
                  <a:lnTo>
                    <a:pt x="76200" y="193675"/>
                  </a:lnTo>
                  <a:lnTo>
                    <a:pt x="187325" y="193675"/>
                  </a:lnTo>
                  <a:lnTo>
                    <a:pt x="176213" y="98425"/>
                  </a:lnTo>
                  <a:lnTo>
                    <a:pt x="0" y="34925"/>
                  </a:lnTo>
                  <a:close/>
                </a:path>
              </a:pathLst>
            </a:custGeom>
            <a:solidFill>
              <a:srgbClr val="F3582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grpSp>
          <p:nvGrpSpPr>
            <p:cNvPr id="73" name="Group 72"/>
            <p:cNvGrpSpPr/>
            <p:nvPr/>
          </p:nvGrpSpPr>
          <p:grpSpPr>
            <a:xfrm>
              <a:off x="7369643" y="6481764"/>
              <a:ext cx="216317" cy="136984"/>
              <a:chOff x="7461248" y="4493227"/>
              <a:chExt cx="791430" cy="501186"/>
            </a:xfrm>
            <a:solidFill>
              <a:srgbClr val="00B7C6"/>
            </a:solidFill>
          </p:grpSpPr>
          <p:sp>
            <p:nvSpPr>
              <p:cNvPr id="85" name="Freeform 164"/>
              <p:cNvSpPr>
                <a:spLocks/>
              </p:cNvSpPr>
              <p:nvPr/>
            </p:nvSpPr>
            <p:spPr bwMode="auto">
              <a:xfrm>
                <a:off x="7461248" y="4493227"/>
                <a:ext cx="791430" cy="283107"/>
              </a:xfrm>
              <a:custGeom>
                <a:avLst/>
                <a:gdLst>
                  <a:gd name="T0" fmla="*/ 133 w 267"/>
                  <a:gd name="T1" fmla="*/ 0 h 95"/>
                  <a:gd name="T2" fmla="*/ 0 w 267"/>
                  <a:gd name="T3" fmla="*/ 32 h 95"/>
                  <a:gd name="T4" fmla="*/ 0 w 267"/>
                  <a:gd name="T5" fmla="*/ 59 h 95"/>
                  <a:gd name="T6" fmla="*/ 0 w 267"/>
                  <a:gd name="T7" fmla="*/ 59 h 95"/>
                  <a:gd name="T8" fmla="*/ 0 w 267"/>
                  <a:gd name="T9" fmla="*/ 63 h 95"/>
                  <a:gd name="T10" fmla="*/ 23 w 267"/>
                  <a:gd name="T11" fmla="*/ 74 h 95"/>
                  <a:gd name="T12" fmla="*/ 23 w 267"/>
                  <a:gd name="T13" fmla="*/ 48 h 95"/>
                  <a:gd name="T14" fmla="*/ 56 w 267"/>
                  <a:gd name="T15" fmla="*/ 48 h 95"/>
                  <a:gd name="T16" fmla="*/ 56 w 267"/>
                  <a:gd name="T17" fmla="*/ 86 h 95"/>
                  <a:gd name="T18" fmla="*/ 70 w 267"/>
                  <a:gd name="T19" fmla="*/ 89 h 95"/>
                  <a:gd name="T20" fmla="*/ 70 w 267"/>
                  <a:gd name="T21" fmla="*/ 48 h 95"/>
                  <a:gd name="T22" fmla="*/ 103 w 267"/>
                  <a:gd name="T23" fmla="*/ 48 h 95"/>
                  <a:gd name="T24" fmla="*/ 103 w 267"/>
                  <a:gd name="T25" fmla="*/ 94 h 95"/>
                  <a:gd name="T26" fmla="*/ 117 w 267"/>
                  <a:gd name="T27" fmla="*/ 95 h 95"/>
                  <a:gd name="T28" fmla="*/ 117 w 267"/>
                  <a:gd name="T29" fmla="*/ 48 h 95"/>
                  <a:gd name="T30" fmla="*/ 150 w 267"/>
                  <a:gd name="T31" fmla="*/ 48 h 95"/>
                  <a:gd name="T32" fmla="*/ 150 w 267"/>
                  <a:gd name="T33" fmla="*/ 95 h 95"/>
                  <a:gd name="T34" fmla="*/ 164 w 267"/>
                  <a:gd name="T35" fmla="*/ 94 h 95"/>
                  <a:gd name="T36" fmla="*/ 164 w 267"/>
                  <a:gd name="T37" fmla="*/ 48 h 95"/>
                  <a:gd name="T38" fmla="*/ 197 w 267"/>
                  <a:gd name="T39" fmla="*/ 48 h 95"/>
                  <a:gd name="T40" fmla="*/ 197 w 267"/>
                  <a:gd name="T41" fmla="*/ 89 h 95"/>
                  <a:gd name="T42" fmla="*/ 211 w 267"/>
                  <a:gd name="T43" fmla="*/ 85 h 95"/>
                  <a:gd name="T44" fmla="*/ 211 w 267"/>
                  <a:gd name="T45" fmla="*/ 48 h 95"/>
                  <a:gd name="T46" fmla="*/ 244 w 267"/>
                  <a:gd name="T47" fmla="*/ 48 h 95"/>
                  <a:gd name="T48" fmla="*/ 244 w 267"/>
                  <a:gd name="T49" fmla="*/ 74 h 95"/>
                  <a:gd name="T50" fmla="*/ 267 w 267"/>
                  <a:gd name="T51" fmla="*/ 63 h 95"/>
                  <a:gd name="T52" fmla="*/ 267 w 267"/>
                  <a:gd name="T53" fmla="*/ 59 h 95"/>
                  <a:gd name="T54" fmla="*/ 267 w 267"/>
                  <a:gd name="T55" fmla="*/ 59 h 95"/>
                  <a:gd name="T56" fmla="*/ 267 w 267"/>
                  <a:gd name="T57" fmla="*/ 33 h 95"/>
                  <a:gd name="T58" fmla="*/ 133 w 267"/>
                  <a:gd name="T5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7" h="95">
                    <a:moveTo>
                      <a:pt x="133" y="0"/>
                    </a:moveTo>
                    <a:cubicBezTo>
                      <a:pt x="85" y="0"/>
                      <a:pt x="42" y="11"/>
                      <a:pt x="0" y="3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7" y="67"/>
                      <a:pt x="15" y="71"/>
                      <a:pt x="23" y="74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61" y="87"/>
                      <a:pt x="65" y="88"/>
                      <a:pt x="70" y="89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103" y="48"/>
                      <a:pt x="103" y="48"/>
                      <a:pt x="103" y="48"/>
                    </a:cubicBezTo>
                    <a:cubicBezTo>
                      <a:pt x="103" y="94"/>
                      <a:pt x="103" y="94"/>
                      <a:pt x="103" y="94"/>
                    </a:cubicBezTo>
                    <a:cubicBezTo>
                      <a:pt x="108" y="94"/>
                      <a:pt x="113" y="95"/>
                      <a:pt x="117" y="95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50" y="48"/>
                      <a:pt x="150" y="48"/>
                      <a:pt x="150" y="48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5" y="95"/>
                      <a:pt x="160" y="95"/>
                      <a:pt x="164" y="94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97" y="48"/>
                      <a:pt x="197" y="48"/>
                      <a:pt x="197" y="48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202" y="87"/>
                      <a:pt x="207" y="86"/>
                      <a:pt x="211" y="85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74"/>
                      <a:pt x="244" y="74"/>
                      <a:pt x="244" y="74"/>
                    </a:cubicBezTo>
                    <a:cubicBezTo>
                      <a:pt x="252" y="70"/>
                      <a:pt x="259" y="67"/>
                      <a:pt x="267" y="63"/>
                    </a:cubicBezTo>
                    <a:cubicBezTo>
                      <a:pt x="267" y="59"/>
                      <a:pt x="267" y="59"/>
                      <a:pt x="267" y="59"/>
                    </a:cubicBezTo>
                    <a:cubicBezTo>
                      <a:pt x="267" y="59"/>
                      <a:pt x="267" y="59"/>
                      <a:pt x="267" y="59"/>
                    </a:cubicBezTo>
                    <a:cubicBezTo>
                      <a:pt x="267" y="33"/>
                      <a:pt x="267" y="33"/>
                      <a:pt x="267" y="33"/>
                    </a:cubicBezTo>
                    <a:cubicBezTo>
                      <a:pt x="232" y="11"/>
                      <a:pt x="182" y="0"/>
                      <a:pt x="1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86" name="Freeform 165"/>
              <p:cNvSpPr>
                <a:spLocks noEditPoints="1"/>
              </p:cNvSpPr>
              <p:nvPr/>
            </p:nvSpPr>
            <p:spPr bwMode="auto">
              <a:xfrm>
                <a:off x="7461248" y="4723202"/>
                <a:ext cx="791430" cy="271211"/>
              </a:xfrm>
              <a:custGeom>
                <a:avLst/>
                <a:gdLst>
                  <a:gd name="T0" fmla="*/ 127 w 267"/>
                  <a:gd name="T1" fmla="*/ 32 h 91"/>
                  <a:gd name="T2" fmla="*/ 0 w 267"/>
                  <a:gd name="T3" fmla="*/ 0 h 91"/>
                  <a:gd name="T4" fmla="*/ 0 w 267"/>
                  <a:gd name="T5" fmla="*/ 91 h 91"/>
                  <a:gd name="T6" fmla="*/ 267 w 267"/>
                  <a:gd name="T7" fmla="*/ 91 h 91"/>
                  <a:gd name="T8" fmla="*/ 267 w 267"/>
                  <a:gd name="T9" fmla="*/ 0 h 91"/>
                  <a:gd name="T10" fmla="*/ 127 w 267"/>
                  <a:gd name="T11" fmla="*/ 32 h 91"/>
                  <a:gd name="T12" fmla="*/ 134 w 267"/>
                  <a:gd name="T13" fmla="*/ 68 h 91"/>
                  <a:gd name="T14" fmla="*/ 112 w 267"/>
                  <a:gd name="T15" fmla="*/ 69 h 91"/>
                  <a:gd name="T16" fmla="*/ 134 w 267"/>
                  <a:gd name="T17" fmla="*/ 50 h 91"/>
                  <a:gd name="T18" fmla="*/ 155 w 267"/>
                  <a:gd name="T19" fmla="*/ 69 h 91"/>
                  <a:gd name="T20" fmla="*/ 134 w 267"/>
                  <a:gd name="T21" fmla="*/ 6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7" h="91">
                    <a:moveTo>
                      <a:pt x="127" y="32"/>
                    </a:moveTo>
                    <a:cubicBezTo>
                      <a:pt x="79" y="32"/>
                      <a:pt x="36" y="21"/>
                      <a:pt x="0" y="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267" y="91"/>
                      <a:pt x="267" y="91"/>
                      <a:pt x="267" y="91"/>
                    </a:cubicBezTo>
                    <a:cubicBezTo>
                      <a:pt x="267" y="0"/>
                      <a:pt x="267" y="0"/>
                      <a:pt x="267" y="0"/>
                    </a:cubicBezTo>
                    <a:cubicBezTo>
                      <a:pt x="224" y="20"/>
                      <a:pt x="175" y="32"/>
                      <a:pt x="127" y="32"/>
                    </a:cubicBezTo>
                    <a:close/>
                    <a:moveTo>
                      <a:pt x="134" y="68"/>
                    </a:moveTo>
                    <a:cubicBezTo>
                      <a:pt x="126" y="68"/>
                      <a:pt x="119" y="68"/>
                      <a:pt x="112" y="69"/>
                    </a:cubicBezTo>
                    <a:cubicBezTo>
                      <a:pt x="113" y="58"/>
                      <a:pt x="122" y="50"/>
                      <a:pt x="134" y="50"/>
                    </a:cubicBezTo>
                    <a:cubicBezTo>
                      <a:pt x="145" y="50"/>
                      <a:pt x="154" y="58"/>
                      <a:pt x="155" y="69"/>
                    </a:cubicBezTo>
                    <a:cubicBezTo>
                      <a:pt x="148" y="68"/>
                      <a:pt x="141" y="68"/>
                      <a:pt x="134" y="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482601" y="6300789"/>
            <a:ext cx="1725463" cy="304800"/>
            <a:chOff x="361950" y="6300789"/>
            <a:chExt cx="1294097" cy="304800"/>
          </a:xfrm>
        </p:grpSpPr>
        <p:sp>
          <p:nvSpPr>
            <p:cNvPr id="117" name="Freeform 6"/>
            <p:cNvSpPr>
              <a:spLocks/>
            </p:cNvSpPr>
            <p:nvPr/>
          </p:nvSpPr>
          <p:spPr bwMode="auto">
            <a:xfrm>
              <a:off x="361950" y="6457097"/>
              <a:ext cx="145562" cy="100949"/>
            </a:xfrm>
            <a:custGeom>
              <a:avLst/>
              <a:gdLst>
                <a:gd name="T0" fmla="*/ 254 w 254"/>
                <a:gd name="T1" fmla="*/ 80 h 176"/>
                <a:gd name="T2" fmla="*/ 219 w 254"/>
                <a:gd name="T3" fmla="*/ 93 h 176"/>
                <a:gd name="T4" fmla="*/ 168 w 254"/>
                <a:gd name="T5" fmla="*/ 74 h 176"/>
                <a:gd name="T6" fmla="*/ 143 w 254"/>
                <a:gd name="T7" fmla="*/ 33 h 176"/>
                <a:gd name="T8" fmla="*/ 75 w 254"/>
                <a:gd name="T9" fmla="*/ 5 h 176"/>
                <a:gd name="T10" fmla="*/ 29 w 254"/>
                <a:gd name="T11" fmla="*/ 116 h 176"/>
                <a:gd name="T12" fmla="*/ 213 w 254"/>
                <a:gd name="T13" fmla="*/ 124 h 176"/>
                <a:gd name="T14" fmla="*/ 254 w 254"/>
                <a:gd name="T15" fmla="*/ 8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176">
                  <a:moveTo>
                    <a:pt x="254" y="80"/>
                  </a:moveTo>
                  <a:cubicBezTo>
                    <a:pt x="244" y="89"/>
                    <a:pt x="229" y="92"/>
                    <a:pt x="219" y="93"/>
                  </a:cubicBezTo>
                  <a:cubicBezTo>
                    <a:pt x="200" y="96"/>
                    <a:pt x="181" y="90"/>
                    <a:pt x="168" y="74"/>
                  </a:cubicBezTo>
                  <a:cubicBezTo>
                    <a:pt x="158" y="62"/>
                    <a:pt x="153" y="46"/>
                    <a:pt x="143" y="33"/>
                  </a:cubicBezTo>
                  <a:cubicBezTo>
                    <a:pt x="127" y="13"/>
                    <a:pt x="101" y="0"/>
                    <a:pt x="75" y="5"/>
                  </a:cubicBezTo>
                  <a:cubicBezTo>
                    <a:pt x="24" y="14"/>
                    <a:pt x="0" y="74"/>
                    <a:pt x="29" y="116"/>
                  </a:cubicBezTo>
                  <a:cubicBezTo>
                    <a:pt x="71" y="176"/>
                    <a:pt x="165" y="165"/>
                    <a:pt x="213" y="124"/>
                  </a:cubicBezTo>
                  <a:cubicBezTo>
                    <a:pt x="228" y="111"/>
                    <a:pt x="242" y="97"/>
                    <a:pt x="254" y="80"/>
                  </a:cubicBezTo>
                </a:path>
              </a:pathLst>
            </a:custGeom>
            <a:solidFill>
              <a:srgbClr val="CE11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18" name="Freeform 7"/>
            <p:cNvSpPr>
              <a:spLocks/>
            </p:cNvSpPr>
            <p:nvPr/>
          </p:nvSpPr>
          <p:spPr bwMode="auto">
            <a:xfrm>
              <a:off x="1510485" y="6457097"/>
              <a:ext cx="145562" cy="100949"/>
            </a:xfrm>
            <a:custGeom>
              <a:avLst/>
              <a:gdLst>
                <a:gd name="T0" fmla="*/ 0 w 254"/>
                <a:gd name="T1" fmla="*/ 80 h 176"/>
                <a:gd name="T2" fmla="*/ 35 w 254"/>
                <a:gd name="T3" fmla="*/ 93 h 176"/>
                <a:gd name="T4" fmla="*/ 86 w 254"/>
                <a:gd name="T5" fmla="*/ 74 h 176"/>
                <a:gd name="T6" fmla="*/ 112 w 254"/>
                <a:gd name="T7" fmla="*/ 33 h 176"/>
                <a:gd name="T8" fmla="*/ 179 w 254"/>
                <a:gd name="T9" fmla="*/ 5 h 176"/>
                <a:gd name="T10" fmla="*/ 225 w 254"/>
                <a:gd name="T11" fmla="*/ 116 h 176"/>
                <a:gd name="T12" fmla="*/ 41 w 254"/>
                <a:gd name="T13" fmla="*/ 124 h 176"/>
                <a:gd name="T14" fmla="*/ 0 w 254"/>
                <a:gd name="T15" fmla="*/ 8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176">
                  <a:moveTo>
                    <a:pt x="0" y="80"/>
                  </a:moveTo>
                  <a:cubicBezTo>
                    <a:pt x="11" y="89"/>
                    <a:pt x="26" y="92"/>
                    <a:pt x="35" y="93"/>
                  </a:cubicBezTo>
                  <a:cubicBezTo>
                    <a:pt x="54" y="96"/>
                    <a:pt x="74" y="90"/>
                    <a:pt x="86" y="74"/>
                  </a:cubicBezTo>
                  <a:cubicBezTo>
                    <a:pt x="96" y="62"/>
                    <a:pt x="102" y="46"/>
                    <a:pt x="112" y="33"/>
                  </a:cubicBezTo>
                  <a:cubicBezTo>
                    <a:pt x="128" y="13"/>
                    <a:pt x="153" y="0"/>
                    <a:pt x="179" y="5"/>
                  </a:cubicBezTo>
                  <a:cubicBezTo>
                    <a:pt x="231" y="14"/>
                    <a:pt x="254" y="74"/>
                    <a:pt x="225" y="116"/>
                  </a:cubicBezTo>
                  <a:cubicBezTo>
                    <a:pt x="183" y="176"/>
                    <a:pt x="89" y="165"/>
                    <a:pt x="41" y="124"/>
                  </a:cubicBezTo>
                  <a:cubicBezTo>
                    <a:pt x="26" y="111"/>
                    <a:pt x="12" y="97"/>
                    <a:pt x="0" y="80"/>
                  </a:cubicBezTo>
                </a:path>
              </a:pathLst>
            </a:custGeom>
            <a:solidFill>
              <a:srgbClr val="CE11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19" name="Freeform 8"/>
            <p:cNvSpPr>
              <a:spLocks/>
            </p:cNvSpPr>
            <p:nvPr/>
          </p:nvSpPr>
          <p:spPr bwMode="auto">
            <a:xfrm>
              <a:off x="1325196" y="6320002"/>
              <a:ext cx="101600" cy="30936"/>
            </a:xfrm>
            <a:custGeom>
              <a:avLst/>
              <a:gdLst>
                <a:gd name="T0" fmla="*/ 151 w 177"/>
                <a:gd name="T1" fmla="*/ 0 h 54"/>
                <a:gd name="T2" fmla="*/ 26 w 177"/>
                <a:gd name="T3" fmla="*/ 0 h 54"/>
                <a:gd name="T4" fmla="*/ 0 w 177"/>
                <a:gd name="T5" fmla="*/ 26 h 54"/>
                <a:gd name="T6" fmla="*/ 26 w 177"/>
                <a:gd name="T7" fmla="*/ 54 h 54"/>
                <a:gd name="T8" fmla="*/ 151 w 177"/>
                <a:gd name="T9" fmla="*/ 54 h 54"/>
                <a:gd name="T10" fmla="*/ 177 w 177"/>
                <a:gd name="T11" fmla="*/ 28 h 54"/>
                <a:gd name="T12" fmla="*/ 151 w 177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7" h="54">
                  <a:moveTo>
                    <a:pt x="151" y="0"/>
                  </a:moveTo>
                  <a:cubicBezTo>
                    <a:pt x="150" y="0"/>
                    <a:pt x="27" y="0"/>
                    <a:pt x="26" y="0"/>
                  </a:cubicBezTo>
                  <a:cubicBezTo>
                    <a:pt x="12" y="1"/>
                    <a:pt x="1" y="13"/>
                    <a:pt x="0" y="26"/>
                  </a:cubicBezTo>
                  <a:cubicBezTo>
                    <a:pt x="0" y="40"/>
                    <a:pt x="12" y="53"/>
                    <a:pt x="26" y="54"/>
                  </a:cubicBezTo>
                  <a:cubicBezTo>
                    <a:pt x="27" y="54"/>
                    <a:pt x="150" y="54"/>
                    <a:pt x="151" y="54"/>
                  </a:cubicBezTo>
                  <a:cubicBezTo>
                    <a:pt x="165" y="54"/>
                    <a:pt x="176" y="41"/>
                    <a:pt x="177" y="28"/>
                  </a:cubicBezTo>
                  <a:cubicBezTo>
                    <a:pt x="177" y="15"/>
                    <a:pt x="166" y="1"/>
                    <a:pt x="151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0" name="Freeform 9"/>
            <p:cNvSpPr>
              <a:spLocks/>
            </p:cNvSpPr>
            <p:nvPr/>
          </p:nvSpPr>
          <p:spPr bwMode="auto">
            <a:xfrm>
              <a:off x="828268" y="6362986"/>
              <a:ext cx="145562" cy="134815"/>
            </a:xfrm>
            <a:custGeom>
              <a:avLst/>
              <a:gdLst>
                <a:gd name="T0" fmla="*/ 233 w 254"/>
                <a:gd name="T1" fmla="*/ 193 h 235"/>
                <a:gd name="T2" fmla="*/ 230 w 254"/>
                <a:gd name="T3" fmla="*/ 172 h 235"/>
                <a:gd name="T4" fmla="*/ 230 w 254"/>
                <a:gd name="T5" fmla="*/ 134 h 235"/>
                <a:gd name="T6" fmla="*/ 178 w 254"/>
                <a:gd name="T7" fmla="*/ 8 h 235"/>
                <a:gd name="T8" fmla="*/ 104 w 254"/>
                <a:gd name="T9" fmla="*/ 55 h 235"/>
                <a:gd name="T10" fmla="*/ 39 w 254"/>
                <a:gd name="T11" fmla="*/ 0 h 235"/>
                <a:gd name="T12" fmla="*/ 0 w 254"/>
                <a:gd name="T13" fmla="*/ 19 h 235"/>
                <a:gd name="T14" fmla="*/ 24 w 254"/>
                <a:gd name="T15" fmla="*/ 60 h 235"/>
                <a:gd name="T16" fmla="*/ 24 w 254"/>
                <a:gd name="T17" fmla="*/ 196 h 235"/>
                <a:gd name="T18" fmla="*/ 64 w 254"/>
                <a:gd name="T19" fmla="*/ 235 h 235"/>
                <a:gd name="T20" fmla="*/ 104 w 254"/>
                <a:gd name="T21" fmla="*/ 196 h 235"/>
                <a:gd name="T22" fmla="*/ 104 w 254"/>
                <a:gd name="T23" fmla="*/ 96 h 235"/>
                <a:gd name="T24" fmla="*/ 131 w 254"/>
                <a:gd name="T25" fmla="*/ 63 h 235"/>
                <a:gd name="T26" fmla="*/ 150 w 254"/>
                <a:gd name="T27" fmla="*/ 83 h 235"/>
                <a:gd name="T28" fmla="*/ 150 w 254"/>
                <a:gd name="T29" fmla="*/ 180 h 235"/>
                <a:gd name="T30" fmla="*/ 151 w 254"/>
                <a:gd name="T31" fmla="*/ 189 h 235"/>
                <a:gd name="T32" fmla="*/ 156 w 254"/>
                <a:gd name="T33" fmla="*/ 203 h 235"/>
                <a:gd name="T34" fmla="*/ 215 w 254"/>
                <a:gd name="T35" fmla="*/ 235 h 235"/>
                <a:gd name="T36" fmla="*/ 254 w 254"/>
                <a:gd name="T37" fmla="*/ 216 h 235"/>
                <a:gd name="T38" fmla="*/ 233 w 254"/>
                <a:gd name="T39" fmla="*/ 193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4" h="235">
                  <a:moveTo>
                    <a:pt x="233" y="193"/>
                  </a:moveTo>
                  <a:cubicBezTo>
                    <a:pt x="231" y="186"/>
                    <a:pt x="230" y="179"/>
                    <a:pt x="230" y="172"/>
                  </a:cubicBezTo>
                  <a:cubicBezTo>
                    <a:pt x="230" y="162"/>
                    <a:pt x="230" y="147"/>
                    <a:pt x="230" y="134"/>
                  </a:cubicBezTo>
                  <a:cubicBezTo>
                    <a:pt x="231" y="89"/>
                    <a:pt x="240" y="8"/>
                    <a:pt x="178" y="8"/>
                  </a:cubicBezTo>
                  <a:cubicBezTo>
                    <a:pt x="136" y="8"/>
                    <a:pt x="111" y="44"/>
                    <a:pt x="104" y="55"/>
                  </a:cubicBezTo>
                  <a:cubicBezTo>
                    <a:pt x="103" y="23"/>
                    <a:pt x="78" y="0"/>
                    <a:pt x="39" y="0"/>
                  </a:cubicBezTo>
                  <a:cubicBezTo>
                    <a:pt x="15" y="0"/>
                    <a:pt x="0" y="19"/>
                    <a:pt x="0" y="19"/>
                  </a:cubicBezTo>
                  <a:cubicBezTo>
                    <a:pt x="0" y="19"/>
                    <a:pt x="24" y="28"/>
                    <a:pt x="24" y="60"/>
                  </a:cubicBezTo>
                  <a:cubicBezTo>
                    <a:pt x="24" y="83"/>
                    <a:pt x="24" y="196"/>
                    <a:pt x="24" y="196"/>
                  </a:cubicBezTo>
                  <a:cubicBezTo>
                    <a:pt x="25" y="216"/>
                    <a:pt x="39" y="235"/>
                    <a:pt x="64" y="235"/>
                  </a:cubicBezTo>
                  <a:cubicBezTo>
                    <a:pt x="89" y="235"/>
                    <a:pt x="104" y="216"/>
                    <a:pt x="104" y="196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8" y="80"/>
                    <a:pt x="117" y="63"/>
                    <a:pt x="131" y="63"/>
                  </a:cubicBezTo>
                  <a:cubicBezTo>
                    <a:pt x="149" y="63"/>
                    <a:pt x="150" y="83"/>
                    <a:pt x="150" y="83"/>
                  </a:cubicBezTo>
                  <a:cubicBezTo>
                    <a:pt x="150" y="180"/>
                    <a:pt x="150" y="180"/>
                    <a:pt x="150" y="180"/>
                  </a:cubicBezTo>
                  <a:cubicBezTo>
                    <a:pt x="150" y="183"/>
                    <a:pt x="150" y="186"/>
                    <a:pt x="151" y="189"/>
                  </a:cubicBezTo>
                  <a:cubicBezTo>
                    <a:pt x="152" y="194"/>
                    <a:pt x="153" y="199"/>
                    <a:pt x="156" y="203"/>
                  </a:cubicBezTo>
                  <a:cubicBezTo>
                    <a:pt x="165" y="223"/>
                    <a:pt x="186" y="235"/>
                    <a:pt x="215" y="235"/>
                  </a:cubicBezTo>
                  <a:cubicBezTo>
                    <a:pt x="239" y="235"/>
                    <a:pt x="254" y="216"/>
                    <a:pt x="254" y="216"/>
                  </a:cubicBezTo>
                  <a:cubicBezTo>
                    <a:pt x="254" y="216"/>
                    <a:pt x="240" y="211"/>
                    <a:pt x="233" y="193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1" name="Freeform 10"/>
            <p:cNvSpPr>
              <a:spLocks/>
            </p:cNvSpPr>
            <p:nvPr/>
          </p:nvSpPr>
          <p:spPr bwMode="auto">
            <a:xfrm>
              <a:off x="1251927" y="6300789"/>
              <a:ext cx="63174" cy="197013"/>
            </a:xfrm>
            <a:custGeom>
              <a:avLst/>
              <a:gdLst>
                <a:gd name="T0" fmla="*/ 89 w 110"/>
                <a:gd name="T1" fmla="*/ 302 h 344"/>
                <a:gd name="T2" fmla="*/ 86 w 110"/>
                <a:gd name="T3" fmla="*/ 281 h 344"/>
                <a:gd name="T4" fmla="*/ 86 w 110"/>
                <a:gd name="T5" fmla="*/ 42 h 344"/>
                <a:gd name="T6" fmla="*/ 44 w 110"/>
                <a:gd name="T7" fmla="*/ 0 h 344"/>
                <a:gd name="T8" fmla="*/ 2 w 110"/>
                <a:gd name="T9" fmla="*/ 42 h 344"/>
                <a:gd name="T10" fmla="*/ 2 w 110"/>
                <a:gd name="T11" fmla="*/ 254 h 344"/>
                <a:gd name="T12" fmla="*/ 9 w 110"/>
                <a:gd name="T13" fmla="*/ 310 h 344"/>
                <a:gd name="T14" fmla="*/ 71 w 110"/>
                <a:gd name="T15" fmla="*/ 344 h 344"/>
                <a:gd name="T16" fmla="*/ 110 w 110"/>
                <a:gd name="T17" fmla="*/ 325 h 344"/>
                <a:gd name="T18" fmla="*/ 89 w 110"/>
                <a:gd name="T19" fmla="*/ 30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344">
                  <a:moveTo>
                    <a:pt x="89" y="302"/>
                  </a:moveTo>
                  <a:cubicBezTo>
                    <a:pt x="87" y="295"/>
                    <a:pt x="86" y="288"/>
                    <a:pt x="86" y="28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18"/>
                    <a:pt x="67" y="0"/>
                    <a:pt x="44" y="0"/>
                  </a:cubicBezTo>
                  <a:cubicBezTo>
                    <a:pt x="20" y="0"/>
                    <a:pt x="2" y="18"/>
                    <a:pt x="2" y="42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73"/>
                    <a:pt x="0" y="292"/>
                    <a:pt x="9" y="310"/>
                  </a:cubicBezTo>
                  <a:cubicBezTo>
                    <a:pt x="19" y="329"/>
                    <a:pt x="42" y="344"/>
                    <a:pt x="71" y="344"/>
                  </a:cubicBezTo>
                  <a:cubicBezTo>
                    <a:pt x="95" y="344"/>
                    <a:pt x="110" y="325"/>
                    <a:pt x="110" y="325"/>
                  </a:cubicBezTo>
                  <a:cubicBezTo>
                    <a:pt x="110" y="325"/>
                    <a:pt x="95" y="320"/>
                    <a:pt x="89" y="302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2" name="Freeform 11"/>
            <p:cNvSpPr>
              <a:spLocks noEditPoints="1"/>
            </p:cNvSpPr>
            <p:nvPr/>
          </p:nvSpPr>
          <p:spPr bwMode="auto">
            <a:xfrm>
              <a:off x="697686" y="6366568"/>
              <a:ext cx="131233" cy="131233"/>
            </a:xfrm>
            <a:custGeom>
              <a:avLst/>
              <a:gdLst>
                <a:gd name="T0" fmla="*/ 115 w 229"/>
                <a:gd name="T1" fmla="*/ 181 h 229"/>
                <a:gd name="T2" fmla="*/ 115 w 229"/>
                <a:gd name="T3" fmla="*/ 181 h 229"/>
                <a:gd name="T4" fmla="*/ 115 w 229"/>
                <a:gd name="T5" fmla="*/ 181 h 229"/>
                <a:gd name="T6" fmla="*/ 115 w 229"/>
                <a:gd name="T7" fmla="*/ 181 h 229"/>
                <a:gd name="T8" fmla="*/ 115 w 229"/>
                <a:gd name="T9" fmla="*/ 181 h 229"/>
                <a:gd name="T10" fmla="*/ 82 w 229"/>
                <a:gd name="T11" fmla="*/ 115 h 229"/>
                <a:gd name="T12" fmla="*/ 115 w 229"/>
                <a:gd name="T13" fmla="*/ 49 h 229"/>
                <a:gd name="T14" fmla="*/ 115 w 229"/>
                <a:gd name="T15" fmla="*/ 49 h 229"/>
                <a:gd name="T16" fmla="*/ 115 w 229"/>
                <a:gd name="T17" fmla="*/ 49 h 229"/>
                <a:gd name="T18" fmla="*/ 115 w 229"/>
                <a:gd name="T19" fmla="*/ 49 h 229"/>
                <a:gd name="T20" fmla="*/ 115 w 229"/>
                <a:gd name="T21" fmla="*/ 49 h 229"/>
                <a:gd name="T22" fmla="*/ 147 w 229"/>
                <a:gd name="T23" fmla="*/ 115 h 229"/>
                <a:gd name="T24" fmla="*/ 115 w 229"/>
                <a:gd name="T25" fmla="*/ 181 h 229"/>
                <a:gd name="T26" fmla="*/ 114 w 229"/>
                <a:gd name="T27" fmla="*/ 0 h 229"/>
                <a:gd name="T28" fmla="*/ 0 w 229"/>
                <a:gd name="T29" fmla="*/ 115 h 229"/>
                <a:gd name="T30" fmla="*/ 114 w 229"/>
                <a:gd name="T31" fmla="*/ 229 h 229"/>
                <a:gd name="T32" fmla="*/ 229 w 229"/>
                <a:gd name="T33" fmla="*/ 115 h 229"/>
                <a:gd name="T34" fmla="*/ 114 w 229"/>
                <a:gd name="T3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" h="229">
                  <a:moveTo>
                    <a:pt x="115" y="181"/>
                  </a:move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93" y="180"/>
                    <a:pt x="82" y="155"/>
                    <a:pt x="82" y="115"/>
                  </a:cubicBezTo>
                  <a:cubicBezTo>
                    <a:pt x="82" y="74"/>
                    <a:pt x="96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34" y="49"/>
                    <a:pt x="147" y="74"/>
                    <a:pt x="147" y="115"/>
                  </a:cubicBezTo>
                  <a:cubicBezTo>
                    <a:pt x="147" y="155"/>
                    <a:pt x="137" y="180"/>
                    <a:pt x="115" y="181"/>
                  </a:cubicBezTo>
                  <a:moveTo>
                    <a:pt x="114" y="0"/>
                  </a:moveTo>
                  <a:cubicBezTo>
                    <a:pt x="51" y="0"/>
                    <a:pt x="0" y="52"/>
                    <a:pt x="0" y="115"/>
                  </a:cubicBezTo>
                  <a:cubicBezTo>
                    <a:pt x="0" y="178"/>
                    <a:pt x="51" y="229"/>
                    <a:pt x="114" y="229"/>
                  </a:cubicBezTo>
                  <a:cubicBezTo>
                    <a:pt x="177" y="229"/>
                    <a:pt x="229" y="178"/>
                    <a:pt x="229" y="115"/>
                  </a:cubicBezTo>
                  <a:cubicBezTo>
                    <a:pt x="229" y="52"/>
                    <a:pt x="177" y="0"/>
                    <a:pt x="114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3" name="Freeform 12"/>
            <p:cNvSpPr>
              <a:spLocks noEditPoints="1"/>
            </p:cNvSpPr>
            <p:nvPr/>
          </p:nvSpPr>
          <p:spPr bwMode="auto">
            <a:xfrm>
              <a:off x="961781" y="6300789"/>
              <a:ext cx="160215" cy="198641"/>
            </a:xfrm>
            <a:custGeom>
              <a:avLst/>
              <a:gdLst>
                <a:gd name="T0" fmla="*/ 132 w 279"/>
                <a:gd name="T1" fmla="*/ 288 h 347"/>
                <a:gd name="T2" fmla="*/ 132 w 279"/>
                <a:gd name="T3" fmla="*/ 288 h 347"/>
                <a:gd name="T4" fmla="*/ 132 w 279"/>
                <a:gd name="T5" fmla="*/ 288 h 347"/>
                <a:gd name="T6" fmla="*/ 132 w 279"/>
                <a:gd name="T7" fmla="*/ 288 h 347"/>
                <a:gd name="T8" fmla="*/ 132 w 279"/>
                <a:gd name="T9" fmla="*/ 288 h 347"/>
                <a:gd name="T10" fmla="*/ 99 w 279"/>
                <a:gd name="T11" fmla="*/ 231 h 347"/>
                <a:gd name="T12" fmla="*/ 132 w 279"/>
                <a:gd name="T13" fmla="*/ 174 h 347"/>
                <a:gd name="T14" fmla="*/ 132 w 279"/>
                <a:gd name="T15" fmla="*/ 174 h 347"/>
                <a:gd name="T16" fmla="*/ 132 w 279"/>
                <a:gd name="T17" fmla="*/ 174 h 347"/>
                <a:gd name="T18" fmla="*/ 132 w 279"/>
                <a:gd name="T19" fmla="*/ 174 h 347"/>
                <a:gd name="T20" fmla="*/ 132 w 279"/>
                <a:gd name="T21" fmla="*/ 174 h 347"/>
                <a:gd name="T22" fmla="*/ 165 w 279"/>
                <a:gd name="T23" fmla="*/ 231 h 347"/>
                <a:gd name="T24" fmla="*/ 132 w 279"/>
                <a:gd name="T25" fmla="*/ 288 h 347"/>
                <a:gd name="T26" fmla="*/ 258 w 279"/>
                <a:gd name="T27" fmla="*/ 302 h 347"/>
                <a:gd name="T28" fmla="*/ 255 w 279"/>
                <a:gd name="T29" fmla="*/ 281 h 347"/>
                <a:gd name="T30" fmla="*/ 255 w 279"/>
                <a:gd name="T31" fmla="*/ 42 h 347"/>
                <a:gd name="T32" fmla="*/ 212 w 279"/>
                <a:gd name="T33" fmla="*/ 0 h 347"/>
                <a:gd name="T34" fmla="*/ 170 w 279"/>
                <a:gd name="T35" fmla="*/ 42 h 347"/>
                <a:gd name="T36" fmla="*/ 170 w 279"/>
                <a:gd name="T37" fmla="*/ 155 h 347"/>
                <a:gd name="T38" fmla="*/ 103 w 279"/>
                <a:gd name="T39" fmla="*/ 117 h 347"/>
                <a:gd name="T40" fmla="*/ 66 w 279"/>
                <a:gd name="T41" fmla="*/ 332 h 347"/>
                <a:gd name="T42" fmla="*/ 134 w 279"/>
                <a:gd name="T43" fmla="*/ 342 h 347"/>
                <a:gd name="T44" fmla="*/ 176 w 279"/>
                <a:gd name="T45" fmla="*/ 306 h 347"/>
                <a:gd name="T46" fmla="*/ 178 w 279"/>
                <a:gd name="T47" fmla="*/ 310 h 347"/>
                <a:gd name="T48" fmla="*/ 239 w 279"/>
                <a:gd name="T49" fmla="*/ 344 h 347"/>
                <a:gd name="T50" fmla="*/ 279 w 279"/>
                <a:gd name="T51" fmla="*/ 325 h 347"/>
                <a:gd name="T52" fmla="*/ 258 w 279"/>
                <a:gd name="T53" fmla="*/ 302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9" h="347">
                  <a:moveTo>
                    <a:pt x="132" y="288"/>
                  </a:move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10" y="288"/>
                    <a:pt x="99" y="266"/>
                    <a:pt x="99" y="231"/>
                  </a:cubicBezTo>
                  <a:cubicBezTo>
                    <a:pt x="99" y="196"/>
                    <a:pt x="113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51" y="174"/>
                    <a:pt x="165" y="196"/>
                    <a:pt x="165" y="231"/>
                  </a:cubicBezTo>
                  <a:cubicBezTo>
                    <a:pt x="165" y="266"/>
                    <a:pt x="154" y="288"/>
                    <a:pt x="132" y="288"/>
                  </a:cubicBezTo>
                  <a:moveTo>
                    <a:pt x="258" y="302"/>
                  </a:moveTo>
                  <a:cubicBezTo>
                    <a:pt x="256" y="295"/>
                    <a:pt x="255" y="288"/>
                    <a:pt x="255" y="281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18"/>
                    <a:pt x="236" y="0"/>
                    <a:pt x="212" y="0"/>
                  </a:cubicBezTo>
                  <a:cubicBezTo>
                    <a:pt x="189" y="0"/>
                    <a:pt x="170" y="18"/>
                    <a:pt x="170" y="42"/>
                  </a:cubicBezTo>
                  <a:cubicBezTo>
                    <a:pt x="170" y="155"/>
                    <a:pt x="170" y="155"/>
                    <a:pt x="170" y="155"/>
                  </a:cubicBezTo>
                  <a:cubicBezTo>
                    <a:pt x="160" y="141"/>
                    <a:pt x="138" y="117"/>
                    <a:pt x="103" y="117"/>
                  </a:cubicBezTo>
                  <a:cubicBezTo>
                    <a:pt x="6" y="117"/>
                    <a:pt x="0" y="289"/>
                    <a:pt x="66" y="332"/>
                  </a:cubicBezTo>
                  <a:cubicBezTo>
                    <a:pt x="85" y="344"/>
                    <a:pt x="113" y="347"/>
                    <a:pt x="134" y="342"/>
                  </a:cubicBezTo>
                  <a:cubicBezTo>
                    <a:pt x="149" y="338"/>
                    <a:pt x="172" y="323"/>
                    <a:pt x="176" y="306"/>
                  </a:cubicBezTo>
                  <a:cubicBezTo>
                    <a:pt x="177" y="307"/>
                    <a:pt x="177" y="309"/>
                    <a:pt x="178" y="310"/>
                  </a:cubicBezTo>
                  <a:cubicBezTo>
                    <a:pt x="187" y="329"/>
                    <a:pt x="211" y="344"/>
                    <a:pt x="239" y="344"/>
                  </a:cubicBezTo>
                  <a:cubicBezTo>
                    <a:pt x="264" y="344"/>
                    <a:pt x="279" y="325"/>
                    <a:pt x="279" y="325"/>
                  </a:cubicBezTo>
                  <a:cubicBezTo>
                    <a:pt x="279" y="325"/>
                    <a:pt x="264" y="320"/>
                    <a:pt x="258" y="302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4" name="Freeform 13"/>
            <p:cNvSpPr>
              <a:spLocks noEditPoints="1"/>
            </p:cNvSpPr>
            <p:nvPr/>
          </p:nvSpPr>
          <p:spPr bwMode="auto">
            <a:xfrm>
              <a:off x="1120693" y="6367871"/>
              <a:ext cx="120487" cy="129931"/>
            </a:xfrm>
            <a:custGeom>
              <a:avLst/>
              <a:gdLst>
                <a:gd name="T0" fmla="*/ 77 w 210"/>
                <a:gd name="T1" fmla="*/ 100 h 227"/>
                <a:gd name="T2" fmla="*/ 100 w 210"/>
                <a:gd name="T3" fmla="*/ 48 h 227"/>
                <a:gd name="T4" fmla="*/ 133 w 210"/>
                <a:gd name="T5" fmla="*/ 67 h 227"/>
                <a:gd name="T6" fmla="*/ 105 w 210"/>
                <a:gd name="T7" fmla="*/ 100 h 227"/>
                <a:gd name="T8" fmla="*/ 77 w 210"/>
                <a:gd name="T9" fmla="*/ 100 h 227"/>
                <a:gd name="T10" fmla="*/ 200 w 210"/>
                <a:gd name="T11" fmla="*/ 156 h 227"/>
                <a:gd name="T12" fmla="*/ 140 w 210"/>
                <a:gd name="T13" fmla="*/ 173 h 227"/>
                <a:gd name="T14" fmla="*/ 81 w 210"/>
                <a:gd name="T15" fmla="*/ 136 h 227"/>
                <a:gd name="T16" fmla="*/ 210 w 210"/>
                <a:gd name="T17" fmla="*/ 75 h 227"/>
                <a:gd name="T18" fmla="*/ 108 w 210"/>
                <a:gd name="T19" fmla="*/ 0 h 227"/>
                <a:gd name="T20" fmla="*/ 0 w 210"/>
                <a:gd name="T21" fmla="*/ 115 h 227"/>
                <a:gd name="T22" fmla="*/ 109 w 210"/>
                <a:gd name="T23" fmla="*/ 227 h 227"/>
                <a:gd name="T24" fmla="*/ 200 w 210"/>
                <a:gd name="T25" fmla="*/ 15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227">
                  <a:moveTo>
                    <a:pt x="77" y="100"/>
                  </a:moveTo>
                  <a:cubicBezTo>
                    <a:pt x="79" y="82"/>
                    <a:pt x="84" y="59"/>
                    <a:pt x="100" y="48"/>
                  </a:cubicBezTo>
                  <a:cubicBezTo>
                    <a:pt x="113" y="40"/>
                    <a:pt x="132" y="50"/>
                    <a:pt x="133" y="67"/>
                  </a:cubicBezTo>
                  <a:cubicBezTo>
                    <a:pt x="133" y="84"/>
                    <a:pt x="121" y="96"/>
                    <a:pt x="105" y="100"/>
                  </a:cubicBezTo>
                  <a:cubicBezTo>
                    <a:pt x="104" y="100"/>
                    <a:pt x="77" y="102"/>
                    <a:pt x="77" y="100"/>
                  </a:cubicBezTo>
                  <a:moveTo>
                    <a:pt x="200" y="156"/>
                  </a:moveTo>
                  <a:cubicBezTo>
                    <a:pt x="200" y="156"/>
                    <a:pt x="188" y="173"/>
                    <a:pt x="140" y="173"/>
                  </a:cubicBezTo>
                  <a:cubicBezTo>
                    <a:pt x="92" y="173"/>
                    <a:pt x="81" y="136"/>
                    <a:pt x="81" y="136"/>
                  </a:cubicBezTo>
                  <a:cubicBezTo>
                    <a:pt x="151" y="136"/>
                    <a:pt x="210" y="131"/>
                    <a:pt x="210" y="75"/>
                  </a:cubicBezTo>
                  <a:cubicBezTo>
                    <a:pt x="210" y="18"/>
                    <a:pt x="146" y="0"/>
                    <a:pt x="108" y="0"/>
                  </a:cubicBezTo>
                  <a:cubicBezTo>
                    <a:pt x="45" y="0"/>
                    <a:pt x="0" y="50"/>
                    <a:pt x="0" y="115"/>
                  </a:cubicBezTo>
                  <a:cubicBezTo>
                    <a:pt x="0" y="190"/>
                    <a:pt x="59" y="227"/>
                    <a:pt x="109" y="227"/>
                  </a:cubicBezTo>
                  <a:cubicBezTo>
                    <a:pt x="196" y="227"/>
                    <a:pt x="200" y="156"/>
                    <a:pt x="200" y="156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5" name="Freeform 14"/>
            <p:cNvSpPr>
              <a:spLocks noEditPoints="1"/>
            </p:cNvSpPr>
            <p:nvPr/>
          </p:nvSpPr>
          <p:spPr bwMode="auto">
            <a:xfrm>
              <a:off x="1313798" y="6367871"/>
              <a:ext cx="120487" cy="129931"/>
            </a:xfrm>
            <a:custGeom>
              <a:avLst/>
              <a:gdLst>
                <a:gd name="T0" fmla="*/ 77 w 210"/>
                <a:gd name="T1" fmla="*/ 100 h 227"/>
                <a:gd name="T2" fmla="*/ 100 w 210"/>
                <a:gd name="T3" fmla="*/ 48 h 227"/>
                <a:gd name="T4" fmla="*/ 133 w 210"/>
                <a:gd name="T5" fmla="*/ 67 h 227"/>
                <a:gd name="T6" fmla="*/ 105 w 210"/>
                <a:gd name="T7" fmla="*/ 100 h 227"/>
                <a:gd name="T8" fmla="*/ 77 w 210"/>
                <a:gd name="T9" fmla="*/ 100 h 227"/>
                <a:gd name="T10" fmla="*/ 200 w 210"/>
                <a:gd name="T11" fmla="*/ 156 h 227"/>
                <a:gd name="T12" fmla="*/ 140 w 210"/>
                <a:gd name="T13" fmla="*/ 173 h 227"/>
                <a:gd name="T14" fmla="*/ 82 w 210"/>
                <a:gd name="T15" fmla="*/ 136 h 227"/>
                <a:gd name="T16" fmla="*/ 210 w 210"/>
                <a:gd name="T17" fmla="*/ 75 h 227"/>
                <a:gd name="T18" fmla="*/ 108 w 210"/>
                <a:gd name="T19" fmla="*/ 0 h 227"/>
                <a:gd name="T20" fmla="*/ 0 w 210"/>
                <a:gd name="T21" fmla="*/ 115 h 227"/>
                <a:gd name="T22" fmla="*/ 109 w 210"/>
                <a:gd name="T23" fmla="*/ 227 h 227"/>
                <a:gd name="T24" fmla="*/ 200 w 210"/>
                <a:gd name="T25" fmla="*/ 15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227">
                  <a:moveTo>
                    <a:pt x="77" y="100"/>
                  </a:moveTo>
                  <a:cubicBezTo>
                    <a:pt x="79" y="82"/>
                    <a:pt x="84" y="59"/>
                    <a:pt x="100" y="48"/>
                  </a:cubicBezTo>
                  <a:cubicBezTo>
                    <a:pt x="114" y="40"/>
                    <a:pt x="132" y="50"/>
                    <a:pt x="133" y="67"/>
                  </a:cubicBezTo>
                  <a:cubicBezTo>
                    <a:pt x="133" y="84"/>
                    <a:pt x="122" y="96"/>
                    <a:pt x="105" y="100"/>
                  </a:cubicBezTo>
                  <a:cubicBezTo>
                    <a:pt x="104" y="100"/>
                    <a:pt x="77" y="102"/>
                    <a:pt x="77" y="100"/>
                  </a:cubicBezTo>
                  <a:moveTo>
                    <a:pt x="200" y="156"/>
                  </a:moveTo>
                  <a:cubicBezTo>
                    <a:pt x="200" y="156"/>
                    <a:pt x="188" y="173"/>
                    <a:pt x="140" y="173"/>
                  </a:cubicBezTo>
                  <a:cubicBezTo>
                    <a:pt x="92" y="173"/>
                    <a:pt x="82" y="136"/>
                    <a:pt x="82" y="136"/>
                  </a:cubicBezTo>
                  <a:cubicBezTo>
                    <a:pt x="151" y="136"/>
                    <a:pt x="210" y="131"/>
                    <a:pt x="210" y="75"/>
                  </a:cubicBezTo>
                  <a:cubicBezTo>
                    <a:pt x="210" y="18"/>
                    <a:pt x="146" y="0"/>
                    <a:pt x="108" y="0"/>
                  </a:cubicBezTo>
                  <a:cubicBezTo>
                    <a:pt x="46" y="0"/>
                    <a:pt x="0" y="50"/>
                    <a:pt x="0" y="115"/>
                  </a:cubicBezTo>
                  <a:cubicBezTo>
                    <a:pt x="0" y="190"/>
                    <a:pt x="59" y="227"/>
                    <a:pt x="109" y="227"/>
                  </a:cubicBezTo>
                  <a:cubicBezTo>
                    <a:pt x="196" y="227"/>
                    <a:pt x="200" y="156"/>
                    <a:pt x="200" y="156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6" name="Freeform 15"/>
            <p:cNvSpPr>
              <a:spLocks/>
            </p:cNvSpPr>
            <p:nvPr/>
          </p:nvSpPr>
          <p:spPr bwMode="auto">
            <a:xfrm>
              <a:off x="1432332" y="6362986"/>
              <a:ext cx="137746" cy="152074"/>
            </a:xfrm>
            <a:custGeom>
              <a:avLst/>
              <a:gdLst>
                <a:gd name="T0" fmla="*/ 151 w 240"/>
                <a:gd name="T1" fmla="*/ 171 h 265"/>
                <a:gd name="T2" fmla="*/ 103 w 240"/>
                <a:gd name="T3" fmla="*/ 171 h 265"/>
                <a:gd name="T4" fmla="*/ 154 w 240"/>
                <a:gd name="T5" fmla="*/ 131 h 265"/>
                <a:gd name="T6" fmla="*/ 224 w 240"/>
                <a:gd name="T7" fmla="*/ 18 h 265"/>
                <a:gd name="T8" fmla="*/ 224 w 240"/>
                <a:gd name="T9" fmla="*/ 18 h 265"/>
                <a:gd name="T10" fmla="*/ 212 w 240"/>
                <a:gd name="T11" fmla="*/ 0 h 265"/>
                <a:gd name="T12" fmla="*/ 198 w 240"/>
                <a:gd name="T13" fmla="*/ 13 h 265"/>
                <a:gd name="T14" fmla="*/ 184 w 240"/>
                <a:gd name="T15" fmla="*/ 16 h 265"/>
                <a:gd name="T16" fmla="*/ 49 w 240"/>
                <a:gd name="T17" fmla="*/ 16 h 265"/>
                <a:gd name="T18" fmla="*/ 17 w 240"/>
                <a:gd name="T19" fmla="*/ 47 h 265"/>
                <a:gd name="T20" fmla="*/ 48 w 240"/>
                <a:gd name="T21" fmla="*/ 77 h 265"/>
                <a:gd name="T22" fmla="*/ 124 w 240"/>
                <a:gd name="T23" fmla="*/ 78 h 265"/>
                <a:gd name="T24" fmla="*/ 26 w 240"/>
                <a:gd name="T25" fmla="*/ 156 h 265"/>
                <a:gd name="T26" fmla="*/ 5 w 240"/>
                <a:gd name="T27" fmla="*/ 232 h 265"/>
                <a:gd name="T28" fmla="*/ 100 w 240"/>
                <a:gd name="T29" fmla="*/ 210 h 265"/>
                <a:gd name="T30" fmla="*/ 137 w 240"/>
                <a:gd name="T31" fmla="*/ 226 h 265"/>
                <a:gd name="T32" fmla="*/ 208 w 240"/>
                <a:gd name="T33" fmla="*/ 154 h 265"/>
                <a:gd name="T34" fmla="*/ 151 w 240"/>
                <a:gd name="T35" fmla="*/ 17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0" h="265">
                  <a:moveTo>
                    <a:pt x="151" y="171"/>
                  </a:moveTo>
                  <a:cubicBezTo>
                    <a:pt x="103" y="171"/>
                    <a:pt x="103" y="171"/>
                    <a:pt x="103" y="171"/>
                  </a:cubicBezTo>
                  <a:cubicBezTo>
                    <a:pt x="107" y="171"/>
                    <a:pt x="142" y="141"/>
                    <a:pt x="154" y="131"/>
                  </a:cubicBezTo>
                  <a:cubicBezTo>
                    <a:pt x="185" y="104"/>
                    <a:pt x="240" y="67"/>
                    <a:pt x="224" y="18"/>
                  </a:cubicBezTo>
                  <a:cubicBezTo>
                    <a:pt x="224" y="18"/>
                    <a:pt x="224" y="18"/>
                    <a:pt x="224" y="18"/>
                  </a:cubicBezTo>
                  <a:cubicBezTo>
                    <a:pt x="221" y="6"/>
                    <a:pt x="212" y="0"/>
                    <a:pt x="212" y="0"/>
                  </a:cubicBezTo>
                  <a:cubicBezTo>
                    <a:pt x="212" y="0"/>
                    <a:pt x="209" y="9"/>
                    <a:pt x="198" y="13"/>
                  </a:cubicBezTo>
                  <a:cubicBezTo>
                    <a:pt x="193" y="15"/>
                    <a:pt x="188" y="15"/>
                    <a:pt x="184" y="16"/>
                  </a:cubicBezTo>
                  <a:cubicBezTo>
                    <a:pt x="180" y="16"/>
                    <a:pt x="49" y="16"/>
                    <a:pt x="49" y="16"/>
                  </a:cubicBezTo>
                  <a:cubicBezTo>
                    <a:pt x="32" y="16"/>
                    <a:pt x="17" y="30"/>
                    <a:pt x="17" y="47"/>
                  </a:cubicBezTo>
                  <a:cubicBezTo>
                    <a:pt x="17" y="63"/>
                    <a:pt x="30" y="77"/>
                    <a:pt x="48" y="77"/>
                  </a:cubicBezTo>
                  <a:cubicBezTo>
                    <a:pt x="124" y="78"/>
                    <a:pt x="124" y="78"/>
                    <a:pt x="124" y="78"/>
                  </a:cubicBezTo>
                  <a:cubicBezTo>
                    <a:pt x="89" y="97"/>
                    <a:pt x="47" y="121"/>
                    <a:pt x="26" y="156"/>
                  </a:cubicBezTo>
                  <a:cubicBezTo>
                    <a:pt x="13" y="177"/>
                    <a:pt x="0" y="208"/>
                    <a:pt x="5" y="232"/>
                  </a:cubicBezTo>
                  <a:cubicBezTo>
                    <a:pt x="22" y="217"/>
                    <a:pt x="67" y="203"/>
                    <a:pt x="100" y="210"/>
                  </a:cubicBezTo>
                  <a:cubicBezTo>
                    <a:pt x="113" y="212"/>
                    <a:pt x="126" y="219"/>
                    <a:pt x="137" y="226"/>
                  </a:cubicBezTo>
                  <a:cubicBezTo>
                    <a:pt x="201" y="265"/>
                    <a:pt x="239" y="188"/>
                    <a:pt x="208" y="154"/>
                  </a:cubicBezTo>
                  <a:cubicBezTo>
                    <a:pt x="208" y="154"/>
                    <a:pt x="191" y="171"/>
                    <a:pt x="151" y="171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7" name="Freeform 16"/>
            <p:cNvSpPr>
              <a:spLocks/>
            </p:cNvSpPr>
            <p:nvPr/>
          </p:nvSpPr>
          <p:spPr bwMode="auto">
            <a:xfrm>
              <a:off x="459317" y="6308604"/>
              <a:ext cx="291123" cy="237392"/>
            </a:xfrm>
            <a:custGeom>
              <a:avLst/>
              <a:gdLst>
                <a:gd name="T0" fmla="*/ 422 w 508"/>
                <a:gd name="T1" fmla="*/ 314 h 414"/>
                <a:gd name="T2" fmla="*/ 368 w 508"/>
                <a:gd name="T3" fmla="*/ 153 h 414"/>
                <a:gd name="T4" fmla="*/ 401 w 508"/>
                <a:gd name="T5" fmla="*/ 22 h 414"/>
                <a:gd name="T6" fmla="*/ 353 w 508"/>
                <a:gd name="T7" fmla="*/ 3 h 414"/>
                <a:gd name="T8" fmla="*/ 287 w 508"/>
                <a:gd name="T9" fmla="*/ 44 h 414"/>
                <a:gd name="T10" fmla="*/ 222 w 508"/>
                <a:gd name="T11" fmla="*/ 134 h 414"/>
                <a:gd name="T12" fmla="*/ 165 w 508"/>
                <a:gd name="T13" fmla="*/ 45 h 414"/>
                <a:gd name="T14" fmla="*/ 111 w 508"/>
                <a:gd name="T15" fmla="*/ 4 h 414"/>
                <a:gd name="T16" fmla="*/ 50 w 508"/>
                <a:gd name="T17" fmla="*/ 24 h 414"/>
                <a:gd name="T18" fmla="*/ 72 w 508"/>
                <a:gd name="T19" fmla="*/ 151 h 414"/>
                <a:gd name="T20" fmla="*/ 0 w 508"/>
                <a:gd name="T21" fmla="*/ 287 h 414"/>
                <a:gd name="T22" fmla="*/ 117 w 508"/>
                <a:gd name="T23" fmla="*/ 273 h 414"/>
                <a:gd name="T24" fmla="*/ 140 w 508"/>
                <a:gd name="T25" fmla="*/ 147 h 414"/>
                <a:gd name="T26" fmla="*/ 217 w 508"/>
                <a:gd name="T27" fmla="*/ 265 h 414"/>
                <a:gd name="T28" fmla="*/ 304 w 508"/>
                <a:gd name="T29" fmla="*/ 147 h 414"/>
                <a:gd name="T30" fmla="*/ 424 w 508"/>
                <a:gd name="T31" fmla="*/ 414 h 414"/>
                <a:gd name="T32" fmla="*/ 508 w 508"/>
                <a:gd name="T33" fmla="*/ 357 h 414"/>
                <a:gd name="T34" fmla="*/ 422 w 508"/>
                <a:gd name="T35" fmla="*/ 3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8" h="414">
                  <a:moveTo>
                    <a:pt x="422" y="314"/>
                  </a:moveTo>
                  <a:cubicBezTo>
                    <a:pt x="383" y="271"/>
                    <a:pt x="371" y="200"/>
                    <a:pt x="368" y="153"/>
                  </a:cubicBezTo>
                  <a:cubicBezTo>
                    <a:pt x="366" y="113"/>
                    <a:pt x="369" y="42"/>
                    <a:pt x="401" y="22"/>
                  </a:cubicBezTo>
                  <a:cubicBezTo>
                    <a:pt x="390" y="8"/>
                    <a:pt x="369" y="3"/>
                    <a:pt x="353" y="3"/>
                  </a:cubicBezTo>
                  <a:cubicBezTo>
                    <a:pt x="317" y="3"/>
                    <a:pt x="299" y="27"/>
                    <a:pt x="287" y="44"/>
                  </a:cubicBezTo>
                  <a:cubicBezTo>
                    <a:pt x="283" y="50"/>
                    <a:pt x="222" y="134"/>
                    <a:pt x="222" y="134"/>
                  </a:cubicBezTo>
                  <a:cubicBezTo>
                    <a:pt x="222" y="134"/>
                    <a:pt x="171" y="55"/>
                    <a:pt x="165" y="45"/>
                  </a:cubicBezTo>
                  <a:cubicBezTo>
                    <a:pt x="156" y="32"/>
                    <a:pt x="140" y="8"/>
                    <a:pt x="111" y="4"/>
                  </a:cubicBezTo>
                  <a:cubicBezTo>
                    <a:pt x="99" y="2"/>
                    <a:pt x="67" y="0"/>
                    <a:pt x="50" y="24"/>
                  </a:cubicBezTo>
                  <a:cubicBezTo>
                    <a:pt x="79" y="48"/>
                    <a:pt x="79" y="109"/>
                    <a:pt x="72" y="151"/>
                  </a:cubicBezTo>
                  <a:cubicBezTo>
                    <a:pt x="53" y="276"/>
                    <a:pt x="0" y="287"/>
                    <a:pt x="0" y="287"/>
                  </a:cubicBezTo>
                  <a:cubicBezTo>
                    <a:pt x="27" y="361"/>
                    <a:pt x="97" y="332"/>
                    <a:pt x="117" y="273"/>
                  </a:cubicBezTo>
                  <a:cubicBezTo>
                    <a:pt x="130" y="235"/>
                    <a:pt x="138" y="187"/>
                    <a:pt x="140" y="147"/>
                  </a:cubicBezTo>
                  <a:cubicBezTo>
                    <a:pt x="217" y="265"/>
                    <a:pt x="217" y="265"/>
                    <a:pt x="217" y="265"/>
                  </a:cubicBezTo>
                  <a:cubicBezTo>
                    <a:pt x="217" y="265"/>
                    <a:pt x="304" y="147"/>
                    <a:pt x="304" y="147"/>
                  </a:cubicBezTo>
                  <a:cubicBezTo>
                    <a:pt x="290" y="355"/>
                    <a:pt x="361" y="414"/>
                    <a:pt x="424" y="414"/>
                  </a:cubicBezTo>
                  <a:cubicBezTo>
                    <a:pt x="486" y="414"/>
                    <a:pt x="508" y="357"/>
                    <a:pt x="508" y="357"/>
                  </a:cubicBezTo>
                  <a:cubicBezTo>
                    <a:pt x="474" y="355"/>
                    <a:pt x="444" y="338"/>
                    <a:pt x="422" y="314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8" name="Freeform 17"/>
            <p:cNvSpPr>
              <a:spLocks/>
            </p:cNvSpPr>
            <p:nvPr/>
          </p:nvSpPr>
          <p:spPr bwMode="auto">
            <a:xfrm>
              <a:off x="807752" y="6516689"/>
              <a:ext cx="27028" cy="88900"/>
            </a:xfrm>
            <a:custGeom>
              <a:avLst/>
              <a:gdLst>
                <a:gd name="T0" fmla="*/ 9 w 47"/>
                <a:gd name="T1" fmla="*/ 18 h 155"/>
                <a:gd name="T2" fmla="*/ 11 w 47"/>
                <a:gd name="T3" fmla="*/ 28 h 155"/>
                <a:gd name="T4" fmla="*/ 11 w 47"/>
                <a:gd name="T5" fmla="*/ 138 h 155"/>
                <a:gd name="T6" fmla="*/ 28 w 47"/>
                <a:gd name="T7" fmla="*/ 155 h 155"/>
                <a:gd name="T8" fmla="*/ 47 w 47"/>
                <a:gd name="T9" fmla="*/ 138 h 155"/>
                <a:gd name="T10" fmla="*/ 47 w 47"/>
                <a:gd name="T11" fmla="*/ 39 h 155"/>
                <a:gd name="T12" fmla="*/ 43 w 47"/>
                <a:gd name="T13" fmla="*/ 15 h 155"/>
                <a:gd name="T14" fmla="*/ 17 w 47"/>
                <a:gd name="T15" fmla="*/ 0 h 155"/>
                <a:gd name="T16" fmla="*/ 0 w 47"/>
                <a:gd name="T17" fmla="*/ 9 h 155"/>
                <a:gd name="T18" fmla="*/ 9 w 47"/>
                <a:gd name="T19" fmla="*/ 1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5">
                  <a:moveTo>
                    <a:pt x="9" y="18"/>
                  </a:moveTo>
                  <a:cubicBezTo>
                    <a:pt x="10" y="22"/>
                    <a:pt x="10" y="25"/>
                    <a:pt x="11" y="28"/>
                  </a:cubicBezTo>
                  <a:cubicBezTo>
                    <a:pt x="11" y="28"/>
                    <a:pt x="10" y="136"/>
                    <a:pt x="11" y="138"/>
                  </a:cubicBezTo>
                  <a:cubicBezTo>
                    <a:pt x="11" y="147"/>
                    <a:pt x="19" y="154"/>
                    <a:pt x="28" y="155"/>
                  </a:cubicBezTo>
                  <a:cubicBezTo>
                    <a:pt x="37" y="155"/>
                    <a:pt x="46" y="147"/>
                    <a:pt x="47" y="138"/>
                  </a:cubicBezTo>
                  <a:cubicBezTo>
                    <a:pt x="47" y="137"/>
                    <a:pt x="47" y="39"/>
                    <a:pt x="47" y="39"/>
                  </a:cubicBezTo>
                  <a:cubicBezTo>
                    <a:pt x="46" y="31"/>
                    <a:pt x="47" y="23"/>
                    <a:pt x="43" y="15"/>
                  </a:cubicBezTo>
                  <a:cubicBezTo>
                    <a:pt x="39" y="7"/>
                    <a:pt x="29" y="0"/>
                    <a:pt x="17" y="0"/>
                  </a:cubicBezTo>
                  <a:cubicBezTo>
                    <a:pt x="6" y="0"/>
                    <a:pt x="0" y="9"/>
                    <a:pt x="0" y="9"/>
                  </a:cubicBezTo>
                  <a:cubicBezTo>
                    <a:pt x="0" y="9"/>
                    <a:pt x="6" y="11"/>
                    <a:pt x="9" y="18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9" name="Freeform 18"/>
            <p:cNvSpPr>
              <a:spLocks/>
            </p:cNvSpPr>
            <p:nvPr/>
          </p:nvSpPr>
          <p:spPr bwMode="auto">
            <a:xfrm>
              <a:off x="1445683" y="6516689"/>
              <a:ext cx="27028" cy="88900"/>
            </a:xfrm>
            <a:custGeom>
              <a:avLst/>
              <a:gdLst>
                <a:gd name="T0" fmla="*/ 38 w 47"/>
                <a:gd name="T1" fmla="*/ 137 h 155"/>
                <a:gd name="T2" fmla="*/ 37 w 47"/>
                <a:gd name="T3" fmla="*/ 128 h 155"/>
                <a:gd name="T4" fmla="*/ 37 w 47"/>
                <a:gd name="T5" fmla="*/ 17 h 155"/>
                <a:gd name="T6" fmla="*/ 20 w 47"/>
                <a:gd name="T7" fmla="*/ 0 h 155"/>
                <a:gd name="T8" fmla="*/ 1 w 47"/>
                <a:gd name="T9" fmla="*/ 17 h 155"/>
                <a:gd name="T10" fmla="*/ 1 w 47"/>
                <a:gd name="T11" fmla="*/ 116 h 155"/>
                <a:gd name="T12" fmla="*/ 4 w 47"/>
                <a:gd name="T13" fmla="*/ 140 h 155"/>
                <a:gd name="T14" fmla="*/ 30 w 47"/>
                <a:gd name="T15" fmla="*/ 155 h 155"/>
                <a:gd name="T16" fmla="*/ 47 w 47"/>
                <a:gd name="T17" fmla="*/ 146 h 155"/>
                <a:gd name="T18" fmla="*/ 38 w 47"/>
                <a:gd name="T19" fmla="*/ 13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5">
                  <a:moveTo>
                    <a:pt x="38" y="137"/>
                  </a:moveTo>
                  <a:cubicBezTo>
                    <a:pt x="37" y="134"/>
                    <a:pt x="37" y="131"/>
                    <a:pt x="37" y="128"/>
                  </a:cubicBezTo>
                  <a:cubicBezTo>
                    <a:pt x="37" y="127"/>
                    <a:pt x="37" y="19"/>
                    <a:pt x="37" y="17"/>
                  </a:cubicBezTo>
                  <a:cubicBezTo>
                    <a:pt x="37" y="8"/>
                    <a:pt x="28" y="1"/>
                    <a:pt x="20" y="0"/>
                  </a:cubicBezTo>
                  <a:cubicBezTo>
                    <a:pt x="10" y="0"/>
                    <a:pt x="1" y="8"/>
                    <a:pt x="1" y="17"/>
                  </a:cubicBezTo>
                  <a:cubicBezTo>
                    <a:pt x="1" y="19"/>
                    <a:pt x="1" y="116"/>
                    <a:pt x="1" y="116"/>
                  </a:cubicBezTo>
                  <a:cubicBezTo>
                    <a:pt x="1" y="124"/>
                    <a:pt x="0" y="133"/>
                    <a:pt x="4" y="140"/>
                  </a:cubicBezTo>
                  <a:cubicBezTo>
                    <a:pt x="8" y="148"/>
                    <a:pt x="18" y="155"/>
                    <a:pt x="30" y="155"/>
                  </a:cubicBezTo>
                  <a:cubicBezTo>
                    <a:pt x="41" y="155"/>
                    <a:pt x="47" y="146"/>
                    <a:pt x="47" y="146"/>
                  </a:cubicBezTo>
                  <a:cubicBezTo>
                    <a:pt x="47" y="146"/>
                    <a:pt x="41" y="144"/>
                    <a:pt x="38" y="137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0" name="Freeform 19"/>
            <p:cNvSpPr>
              <a:spLocks/>
            </p:cNvSpPr>
            <p:nvPr/>
          </p:nvSpPr>
          <p:spPr bwMode="auto">
            <a:xfrm>
              <a:off x="1054263" y="6545997"/>
              <a:ext cx="54382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9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8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7 w 95"/>
                <a:gd name="T25" fmla="*/ 39 h 104"/>
                <a:gd name="T26" fmla="*/ 57 w 95"/>
                <a:gd name="T27" fmla="*/ 87 h 104"/>
                <a:gd name="T28" fmla="*/ 74 w 95"/>
                <a:gd name="T29" fmla="*/ 104 h 104"/>
                <a:gd name="T30" fmla="*/ 93 w 95"/>
                <a:gd name="T31" fmla="*/ 87 h 104"/>
                <a:gd name="T32" fmla="*/ 93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1" y="5"/>
                    <a:pt x="40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6" y="8"/>
                    <a:pt x="28" y="1"/>
                    <a:pt x="19" y="1"/>
                  </a:cubicBez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1" y="96"/>
                    <a:pt x="9" y="103"/>
                    <a:pt x="18" y="104"/>
                  </a:cubicBezTo>
                  <a:cubicBezTo>
                    <a:pt x="27" y="104"/>
                    <a:pt x="36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8" y="37"/>
                    <a:pt x="42" y="30"/>
                    <a:pt x="48" y="30"/>
                  </a:cubicBezTo>
                  <a:cubicBezTo>
                    <a:pt x="56" y="30"/>
                    <a:pt x="57" y="39"/>
                    <a:pt x="57" y="39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96"/>
                    <a:pt x="65" y="103"/>
                    <a:pt x="74" y="104"/>
                  </a:cubicBezTo>
                  <a:cubicBezTo>
                    <a:pt x="83" y="104"/>
                    <a:pt x="92" y="96"/>
                    <a:pt x="93" y="87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3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1" name="Freeform 20"/>
            <p:cNvSpPr>
              <a:spLocks/>
            </p:cNvSpPr>
            <p:nvPr/>
          </p:nvSpPr>
          <p:spPr bwMode="auto">
            <a:xfrm>
              <a:off x="1318357" y="6545997"/>
              <a:ext cx="54382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8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7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6 w 95"/>
                <a:gd name="T25" fmla="*/ 39 h 104"/>
                <a:gd name="T26" fmla="*/ 56 w 95"/>
                <a:gd name="T27" fmla="*/ 87 h 104"/>
                <a:gd name="T28" fmla="*/ 74 w 95"/>
                <a:gd name="T29" fmla="*/ 104 h 104"/>
                <a:gd name="T30" fmla="*/ 92 w 95"/>
                <a:gd name="T31" fmla="*/ 87 h 104"/>
                <a:gd name="T32" fmla="*/ 92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0" y="5"/>
                    <a:pt x="39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5" y="8"/>
                    <a:pt x="27" y="1"/>
                    <a:pt x="18" y="1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0" y="96"/>
                    <a:pt x="8" y="103"/>
                    <a:pt x="17" y="104"/>
                  </a:cubicBezTo>
                  <a:cubicBezTo>
                    <a:pt x="26" y="104"/>
                    <a:pt x="35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37"/>
                    <a:pt x="42" y="30"/>
                    <a:pt x="48" y="30"/>
                  </a:cubicBezTo>
                  <a:cubicBezTo>
                    <a:pt x="56" y="30"/>
                    <a:pt x="56" y="39"/>
                    <a:pt x="56" y="39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96"/>
                    <a:pt x="65" y="103"/>
                    <a:pt x="74" y="104"/>
                  </a:cubicBezTo>
                  <a:cubicBezTo>
                    <a:pt x="83" y="104"/>
                    <a:pt x="92" y="96"/>
                    <a:pt x="92" y="87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2" name="Freeform 21"/>
            <p:cNvSpPr>
              <a:spLocks/>
            </p:cNvSpPr>
            <p:nvPr/>
          </p:nvSpPr>
          <p:spPr bwMode="auto">
            <a:xfrm>
              <a:off x="844875" y="6545997"/>
              <a:ext cx="54708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8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7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6 w 95"/>
                <a:gd name="T25" fmla="*/ 39 h 104"/>
                <a:gd name="T26" fmla="*/ 56 w 95"/>
                <a:gd name="T27" fmla="*/ 87 h 104"/>
                <a:gd name="T28" fmla="*/ 73 w 95"/>
                <a:gd name="T29" fmla="*/ 104 h 104"/>
                <a:gd name="T30" fmla="*/ 92 w 95"/>
                <a:gd name="T31" fmla="*/ 87 h 104"/>
                <a:gd name="T32" fmla="*/ 92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0" y="5"/>
                    <a:pt x="39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5" y="8"/>
                    <a:pt x="27" y="1"/>
                    <a:pt x="18" y="1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0" y="96"/>
                    <a:pt x="8" y="103"/>
                    <a:pt x="17" y="104"/>
                  </a:cubicBezTo>
                  <a:cubicBezTo>
                    <a:pt x="26" y="104"/>
                    <a:pt x="35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37"/>
                    <a:pt x="41" y="30"/>
                    <a:pt x="48" y="30"/>
                  </a:cubicBezTo>
                  <a:cubicBezTo>
                    <a:pt x="56" y="30"/>
                    <a:pt x="56" y="39"/>
                    <a:pt x="56" y="39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96"/>
                    <a:pt x="65" y="103"/>
                    <a:pt x="73" y="104"/>
                  </a:cubicBezTo>
                  <a:cubicBezTo>
                    <a:pt x="83" y="104"/>
                    <a:pt x="92" y="96"/>
                    <a:pt x="92" y="87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3" name="Freeform 22"/>
            <p:cNvSpPr>
              <a:spLocks noEditPoints="1"/>
            </p:cNvSpPr>
            <p:nvPr/>
          </p:nvSpPr>
          <p:spPr bwMode="auto">
            <a:xfrm>
              <a:off x="1253555" y="6546648"/>
              <a:ext cx="59267" cy="58290"/>
            </a:xfrm>
            <a:custGeom>
              <a:avLst/>
              <a:gdLst>
                <a:gd name="T0" fmla="*/ 52 w 103"/>
                <a:gd name="T1" fmla="*/ 81 h 102"/>
                <a:gd name="T2" fmla="*/ 52 w 103"/>
                <a:gd name="T3" fmla="*/ 81 h 102"/>
                <a:gd name="T4" fmla="*/ 51 w 103"/>
                <a:gd name="T5" fmla="*/ 81 h 102"/>
                <a:gd name="T6" fmla="*/ 51 w 103"/>
                <a:gd name="T7" fmla="*/ 81 h 102"/>
                <a:gd name="T8" fmla="*/ 51 w 103"/>
                <a:gd name="T9" fmla="*/ 81 h 102"/>
                <a:gd name="T10" fmla="*/ 37 w 103"/>
                <a:gd name="T11" fmla="*/ 51 h 102"/>
                <a:gd name="T12" fmla="*/ 51 w 103"/>
                <a:gd name="T13" fmla="*/ 22 h 102"/>
                <a:gd name="T14" fmla="*/ 51 w 103"/>
                <a:gd name="T15" fmla="*/ 22 h 102"/>
                <a:gd name="T16" fmla="*/ 51 w 103"/>
                <a:gd name="T17" fmla="*/ 22 h 102"/>
                <a:gd name="T18" fmla="*/ 52 w 103"/>
                <a:gd name="T19" fmla="*/ 22 h 102"/>
                <a:gd name="T20" fmla="*/ 52 w 103"/>
                <a:gd name="T21" fmla="*/ 22 h 102"/>
                <a:gd name="T22" fmla="*/ 66 w 103"/>
                <a:gd name="T23" fmla="*/ 51 h 102"/>
                <a:gd name="T24" fmla="*/ 52 w 103"/>
                <a:gd name="T25" fmla="*/ 81 h 102"/>
                <a:gd name="T26" fmla="*/ 51 w 103"/>
                <a:gd name="T27" fmla="*/ 0 h 102"/>
                <a:gd name="T28" fmla="*/ 0 w 103"/>
                <a:gd name="T29" fmla="*/ 51 h 102"/>
                <a:gd name="T30" fmla="*/ 51 w 103"/>
                <a:gd name="T31" fmla="*/ 102 h 102"/>
                <a:gd name="T32" fmla="*/ 103 w 103"/>
                <a:gd name="T33" fmla="*/ 51 h 102"/>
                <a:gd name="T34" fmla="*/ 51 w 103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02">
                  <a:moveTo>
                    <a:pt x="52" y="81"/>
                  </a:moveTo>
                  <a:cubicBezTo>
                    <a:pt x="52" y="81"/>
                    <a:pt x="52" y="81"/>
                    <a:pt x="52" y="81"/>
                  </a:cubicBezTo>
                  <a:cubicBezTo>
                    <a:pt x="52" y="81"/>
                    <a:pt x="52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42" y="80"/>
                    <a:pt x="37" y="69"/>
                    <a:pt x="37" y="51"/>
                  </a:cubicBezTo>
                  <a:cubicBezTo>
                    <a:pt x="37" y="33"/>
                    <a:pt x="43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60" y="22"/>
                    <a:pt x="66" y="33"/>
                    <a:pt x="66" y="51"/>
                  </a:cubicBezTo>
                  <a:cubicBezTo>
                    <a:pt x="66" y="69"/>
                    <a:pt x="61" y="80"/>
                    <a:pt x="52" y="81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80"/>
                    <a:pt x="23" y="102"/>
                    <a:pt x="51" y="102"/>
                  </a:cubicBezTo>
                  <a:cubicBezTo>
                    <a:pt x="80" y="102"/>
                    <a:pt x="103" y="80"/>
                    <a:pt x="103" y="51"/>
                  </a:cubicBezTo>
                  <a:cubicBezTo>
                    <a:pt x="103" y="23"/>
                    <a:pt x="80" y="0"/>
                    <a:pt x="51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4" name="Freeform 23"/>
            <p:cNvSpPr>
              <a:spLocks noEditPoints="1"/>
            </p:cNvSpPr>
            <p:nvPr/>
          </p:nvSpPr>
          <p:spPr bwMode="auto">
            <a:xfrm>
              <a:off x="1107668" y="6544368"/>
              <a:ext cx="65779" cy="61221"/>
            </a:xfrm>
            <a:custGeom>
              <a:avLst/>
              <a:gdLst>
                <a:gd name="T0" fmla="*/ 60 w 115"/>
                <a:gd name="T1" fmla="*/ 81 h 107"/>
                <a:gd name="T2" fmla="*/ 60 w 115"/>
                <a:gd name="T3" fmla="*/ 81 h 107"/>
                <a:gd name="T4" fmla="*/ 59 w 115"/>
                <a:gd name="T5" fmla="*/ 81 h 107"/>
                <a:gd name="T6" fmla="*/ 59 w 115"/>
                <a:gd name="T7" fmla="*/ 81 h 107"/>
                <a:gd name="T8" fmla="*/ 59 w 115"/>
                <a:gd name="T9" fmla="*/ 81 h 107"/>
                <a:gd name="T10" fmla="*/ 45 w 115"/>
                <a:gd name="T11" fmla="*/ 55 h 107"/>
                <a:gd name="T12" fmla="*/ 59 w 115"/>
                <a:gd name="T13" fmla="*/ 29 h 107"/>
                <a:gd name="T14" fmla="*/ 59 w 115"/>
                <a:gd name="T15" fmla="*/ 29 h 107"/>
                <a:gd name="T16" fmla="*/ 59 w 115"/>
                <a:gd name="T17" fmla="*/ 29 h 107"/>
                <a:gd name="T18" fmla="*/ 60 w 115"/>
                <a:gd name="T19" fmla="*/ 29 h 107"/>
                <a:gd name="T20" fmla="*/ 60 w 115"/>
                <a:gd name="T21" fmla="*/ 29 h 107"/>
                <a:gd name="T22" fmla="*/ 74 w 115"/>
                <a:gd name="T23" fmla="*/ 55 h 107"/>
                <a:gd name="T24" fmla="*/ 60 w 115"/>
                <a:gd name="T25" fmla="*/ 81 h 107"/>
                <a:gd name="T26" fmla="*/ 115 w 115"/>
                <a:gd name="T27" fmla="*/ 19 h 107"/>
                <a:gd name="T28" fmla="*/ 96 w 115"/>
                <a:gd name="T29" fmla="*/ 1 h 107"/>
                <a:gd name="T30" fmla="*/ 77 w 115"/>
                <a:gd name="T31" fmla="*/ 19 h 107"/>
                <a:gd name="T32" fmla="*/ 77 w 115"/>
                <a:gd name="T33" fmla="*/ 21 h 107"/>
                <a:gd name="T34" fmla="*/ 46 w 115"/>
                <a:gd name="T35" fmla="*/ 4 h 107"/>
                <a:gd name="T36" fmla="*/ 30 w 115"/>
                <a:gd name="T37" fmla="*/ 100 h 107"/>
                <a:gd name="T38" fmla="*/ 61 w 115"/>
                <a:gd name="T39" fmla="*/ 105 h 107"/>
                <a:gd name="T40" fmla="*/ 78 w 115"/>
                <a:gd name="T41" fmla="*/ 93 h 107"/>
                <a:gd name="T42" fmla="*/ 95 w 115"/>
                <a:gd name="T43" fmla="*/ 106 h 107"/>
                <a:gd name="T44" fmla="*/ 115 w 115"/>
                <a:gd name="T45" fmla="*/ 89 h 107"/>
                <a:gd name="T46" fmla="*/ 115 w 115"/>
                <a:gd name="T47" fmla="*/ 1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07">
                  <a:moveTo>
                    <a:pt x="60" y="81"/>
                  </a:move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60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0" y="81"/>
                    <a:pt x="45" y="71"/>
                    <a:pt x="45" y="55"/>
                  </a:cubicBezTo>
                  <a:cubicBezTo>
                    <a:pt x="45" y="39"/>
                    <a:pt x="51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4" y="39"/>
                    <a:pt x="74" y="55"/>
                  </a:cubicBezTo>
                  <a:cubicBezTo>
                    <a:pt x="74" y="71"/>
                    <a:pt x="69" y="81"/>
                    <a:pt x="60" y="81"/>
                  </a:cubicBezTo>
                  <a:moveTo>
                    <a:pt x="115" y="19"/>
                  </a:moveTo>
                  <a:cubicBezTo>
                    <a:pt x="114" y="9"/>
                    <a:pt x="105" y="1"/>
                    <a:pt x="96" y="1"/>
                  </a:cubicBezTo>
                  <a:cubicBezTo>
                    <a:pt x="87" y="0"/>
                    <a:pt x="77" y="9"/>
                    <a:pt x="77" y="19"/>
                  </a:cubicBezTo>
                  <a:cubicBezTo>
                    <a:pt x="77" y="19"/>
                    <a:pt x="77" y="21"/>
                    <a:pt x="77" y="21"/>
                  </a:cubicBezTo>
                  <a:cubicBezTo>
                    <a:pt x="72" y="15"/>
                    <a:pt x="62" y="4"/>
                    <a:pt x="46" y="4"/>
                  </a:cubicBezTo>
                  <a:cubicBezTo>
                    <a:pt x="3" y="4"/>
                    <a:pt x="0" y="81"/>
                    <a:pt x="30" y="100"/>
                  </a:cubicBezTo>
                  <a:cubicBezTo>
                    <a:pt x="38" y="106"/>
                    <a:pt x="51" y="107"/>
                    <a:pt x="61" y="105"/>
                  </a:cubicBezTo>
                  <a:cubicBezTo>
                    <a:pt x="66" y="103"/>
                    <a:pt x="74" y="99"/>
                    <a:pt x="78" y="93"/>
                  </a:cubicBezTo>
                  <a:cubicBezTo>
                    <a:pt x="80" y="100"/>
                    <a:pt x="87" y="106"/>
                    <a:pt x="95" y="106"/>
                  </a:cubicBezTo>
                  <a:cubicBezTo>
                    <a:pt x="105" y="107"/>
                    <a:pt x="114" y="99"/>
                    <a:pt x="115" y="89"/>
                  </a:cubicBezTo>
                  <a:cubicBezTo>
                    <a:pt x="115" y="87"/>
                    <a:pt x="115" y="19"/>
                    <a:pt x="115" y="19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5" name="Freeform 24"/>
            <p:cNvSpPr>
              <a:spLocks noEditPoints="1"/>
            </p:cNvSpPr>
            <p:nvPr/>
          </p:nvSpPr>
          <p:spPr bwMode="auto">
            <a:xfrm>
              <a:off x="1371111" y="6544368"/>
              <a:ext cx="65779" cy="61221"/>
            </a:xfrm>
            <a:custGeom>
              <a:avLst/>
              <a:gdLst>
                <a:gd name="T0" fmla="*/ 60 w 115"/>
                <a:gd name="T1" fmla="*/ 81 h 107"/>
                <a:gd name="T2" fmla="*/ 60 w 115"/>
                <a:gd name="T3" fmla="*/ 81 h 107"/>
                <a:gd name="T4" fmla="*/ 60 w 115"/>
                <a:gd name="T5" fmla="*/ 81 h 107"/>
                <a:gd name="T6" fmla="*/ 59 w 115"/>
                <a:gd name="T7" fmla="*/ 81 h 107"/>
                <a:gd name="T8" fmla="*/ 59 w 115"/>
                <a:gd name="T9" fmla="*/ 81 h 107"/>
                <a:gd name="T10" fmla="*/ 45 w 115"/>
                <a:gd name="T11" fmla="*/ 55 h 107"/>
                <a:gd name="T12" fmla="*/ 59 w 115"/>
                <a:gd name="T13" fmla="*/ 29 h 107"/>
                <a:gd name="T14" fmla="*/ 59 w 115"/>
                <a:gd name="T15" fmla="*/ 29 h 107"/>
                <a:gd name="T16" fmla="*/ 60 w 115"/>
                <a:gd name="T17" fmla="*/ 29 h 107"/>
                <a:gd name="T18" fmla="*/ 60 w 115"/>
                <a:gd name="T19" fmla="*/ 29 h 107"/>
                <a:gd name="T20" fmla="*/ 60 w 115"/>
                <a:gd name="T21" fmla="*/ 29 h 107"/>
                <a:gd name="T22" fmla="*/ 74 w 115"/>
                <a:gd name="T23" fmla="*/ 55 h 107"/>
                <a:gd name="T24" fmla="*/ 60 w 115"/>
                <a:gd name="T25" fmla="*/ 81 h 107"/>
                <a:gd name="T26" fmla="*/ 115 w 115"/>
                <a:gd name="T27" fmla="*/ 19 h 107"/>
                <a:gd name="T28" fmla="*/ 96 w 115"/>
                <a:gd name="T29" fmla="*/ 1 h 107"/>
                <a:gd name="T30" fmla="*/ 77 w 115"/>
                <a:gd name="T31" fmla="*/ 19 h 107"/>
                <a:gd name="T32" fmla="*/ 77 w 115"/>
                <a:gd name="T33" fmla="*/ 21 h 107"/>
                <a:gd name="T34" fmla="*/ 46 w 115"/>
                <a:gd name="T35" fmla="*/ 4 h 107"/>
                <a:gd name="T36" fmla="*/ 30 w 115"/>
                <a:gd name="T37" fmla="*/ 100 h 107"/>
                <a:gd name="T38" fmla="*/ 61 w 115"/>
                <a:gd name="T39" fmla="*/ 105 h 107"/>
                <a:gd name="T40" fmla="*/ 78 w 115"/>
                <a:gd name="T41" fmla="*/ 93 h 107"/>
                <a:gd name="T42" fmla="*/ 95 w 115"/>
                <a:gd name="T43" fmla="*/ 106 h 107"/>
                <a:gd name="T44" fmla="*/ 115 w 115"/>
                <a:gd name="T45" fmla="*/ 89 h 107"/>
                <a:gd name="T46" fmla="*/ 115 w 115"/>
                <a:gd name="T47" fmla="*/ 1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07">
                  <a:moveTo>
                    <a:pt x="60" y="81"/>
                  </a:move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59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0" y="81"/>
                    <a:pt x="45" y="71"/>
                    <a:pt x="45" y="55"/>
                  </a:cubicBezTo>
                  <a:cubicBezTo>
                    <a:pt x="45" y="39"/>
                    <a:pt x="51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4" y="39"/>
                    <a:pt x="74" y="55"/>
                  </a:cubicBezTo>
                  <a:cubicBezTo>
                    <a:pt x="74" y="71"/>
                    <a:pt x="69" y="81"/>
                    <a:pt x="60" y="81"/>
                  </a:cubicBezTo>
                  <a:moveTo>
                    <a:pt x="115" y="19"/>
                  </a:moveTo>
                  <a:cubicBezTo>
                    <a:pt x="114" y="9"/>
                    <a:pt x="105" y="1"/>
                    <a:pt x="96" y="1"/>
                  </a:cubicBezTo>
                  <a:cubicBezTo>
                    <a:pt x="87" y="0"/>
                    <a:pt x="77" y="9"/>
                    <a:pt x="77" y="19"/>
                  </a:cubicBezTo>
                  <a:cubicBezTo>
                    <a:pt x="77" y="19"/>
                    <a:pt x="77" y="21"/>
                    <a:pt x="77" y="21"/>
                  </a:cubicBezTo>
                  <a:cubicBezTo>
                    <a:pt x="72" y="15"/>
                    <a:pt x="62" y="4"/>
                    <a:pt x="46" y="4"/>
                  </a:cubicBezTo>
                  <a:cubicBezTo>
                    <a:pt x="3" y="4"/>
                    <a:pt x="0" y="81"/>
                    <a:pt x="30" y="100"/>
                  </a:cubicBezTo>
                  <a:cubicBezTo>
                    <a:pt x="38" y="106"/>
                    <a:pt x="51" y="107"/>
                    <a:pt x="61" y="105"/>
                  </a:cubicBezTo>
                  <a:cubicBezTo>
                    <a:pt x="66" y="103"/>
                    <a:pt x="74" y="99"/>
                    <a:pt x="78" y="93"/>
                  </a:cubicBezTo>
                  <a:cubicBezTo>
                    <a:pt x="80" y="100"/>
                    <a:pt x="87" y="106"/>
                    <a:pt x="95" y="106"/>
                  </a:cubicBezTo>
                  <a:cubicBezTo>
                    <a:pt x="105" y="107"/>
                    <a:pt x="114" y="99"/>
                    <a:pt x="115" y="89"/>
                  </a:cubicBezTo>
                  <a:cubicBezTo>
                    <a:pt x="115" y="87"/>
                    <a:pt x="115" y="19"/>
                    <a:pt x="115" y="19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6" name="Freeform 25"/>
            <p:cNvSpPr>
              <a:spLocks/>
            </p:cNvSpPr>
            <p:nvPr/>
          </p:nvSpPr>
          <p:spPr bwMode="auto">
            <a:xfrm>
              <a:off x="1226852" y="6550556"/>
              <a:ext cx="20515" cy="54382"/>
            </a:xfrm>
            <a:custGeom>
              <a:avLst/>
              <a:gdLst>
                <a:gd name="T0" fmla="*/ 36 w 36"/>
                <a:gd name="T1" fmla="*/ 17 h 95"/>
                <a:gd name="T2" fmla="*/ 19 w 36"/>
                <a:gd name="T3" fmla="*/ 1 h 95"/>
                <a:gd name="T4" fmla="*/ 18 w 36"/>
                <a:gd name="T5" fmla="*/ 0 h 95"/>
                <a:gd name="T6" fmla="*/ 0 w 36"/>
                <a:gd name="T7" fmla="*/ 16 h 95"/>
                <a:gd name="T8" fmla="*/ 0 w 36"/>
                <a:gd name="T9" fmla="*/ 49 h 95"/>
                <a:gd name="T10" fmla="*/ 0 w 36"/>
                <a:gd name="T11" fmla="*/ 49 h 95"/>
                <a:gd name="T12" fmla="*/ 0 w 36"/>
                <a:gd name="T13" fmla="*/ 79 h 95"/>
                <a:gd name="T14" fmla="*/ 16 w 36"/>
                <a:gd name="T15" fmla="*/ 95 h 95"/>
                <a:gd name="T16" fmla="*/ 17 w 36"/>
                <a:gd name="T17" fmla="*/ 95 h 95"/>
                <a:gd name="T18" fmla="*/ 36 w 36"/>
                <a:gd name="T19" fmla="*/ 80 h 95"/>
                <a:gd name="T20" fmla="*/ 36 w 36"/>
                <a:gd name="T21" fmla="*/ 52 h 95"/>
                <a:gd name="T22" fmla="*/ 36 w 36"/>
                <a:gd name="T23" fmla="*/ 52 h 95"/>
                <a:gd name="T24" fmla="*/ 36 w 36"/>
                <a:gd name="T25" fmla="*/ 1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95">
                  <a:moveTo>
                    <a:pt x="36" y="17"/>
                  </a:moveTo>
                  <a:cubicBezTo>
                    <a:pt x="35" y="8"/>
                    <a:pt x="28" y="1"/>
                    <a:pt x="19" y="1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0" y="0"/>
                    <a:pt x="0" y="7"/>
                    <a:pt x="0" y="1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0"/>
                    <a:pt x="0" y="78"/>
                    <a:pt x="0" y="79"/>
                  </a:cubicBezTo>
                  <a:cubicBezTo>
                    <a:pt x="0" y="88"/>
                    <a:pt x="7" y="95"/>
                    <a:pt x="16" y="95"/>
                  </a:cubicBezTo>
                  <a:cubicBezTo>
                    <a:pt x="16" y="95"/>
                    <a:pt x="17" y="95"/>
                    <a:pt x="17" y="95"/>
                  </a:cubicBezTo>
                  <a:cubicBezTo>
                    <a:pt x="26" y="95"/>
                    <a:pt x="36" y="89"/>
                    <a:pt x="36" y="80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42"/>
                    <a:pt x="36" y="17"/>
                    <a:pt x="36" y="17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7" name="Oval 26"/>
            <p:cNvSpPr>
              <a:spLocks noChangeArrowheads="1"/>
            </p:cNvSpPr>
            <p:nvPr/>
          </p:nvSpPr>
          <p:spPr bwMode="auto">
            <a:xfrm>
              <a:off x="1226852" y="6524179"/>
              <a:ext cx="19864" cy="20515"/>
            </a:xfrm>
            <a:prstGeom prst="ellipse">
              <a:avLst/>
            </a:pr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8" name="Freeform 27"/>
            <p:cNvSpPr>
              <a:spLocks/>
            </p:cNvSpPr>
            <p:nvPr/>
          </p:nvSpPr>
          <p:spPr bwMode="auto">
            <a:xfrm>
              <a:off x="1003788" y="6545997"/>
              <a:ext cx="50474" cy="59592"/>
            </a:xfrm>
            <a:custGeom>
              <a:avLst/>
              <a:gdLst>
                <a:gd name="T0" fmla="*/ 60 w 88"/>
                <a:gd name="T1" fmla="*/ 4 h 104"/>
                <a:gd name="T2" fmla="*/ 36 w 88"/>
                <a:gd name="T3" fmla="*/ 23 h 104"/>
                <a:gd name="T4" fmla="*/ 36 w 88"/>
                <a:gd name="T5" fmla="*/ 18 h 104"/>
                <a:gd name="T6" fmla="*/ 19 w 88"/>
                <a:gd name="T7" fmla="*/ 1 h 104"/>
                <a:gd name="T8" fmla="*/ 0 w 88"/>
                <a:gd name="T9" fmla="*/ 18 h 104"/>
                <a:gd name="T10" fmla="*/ 0 w 88"/>
                <a:gd name="T11" fmla="*/ 44 h 104"/>
                <a:gd name="T12" fmla="*/ 0 w 88"/>
                <a:gd name="T13" fmla="*/ 87 h 104"/>
                <a:gd name="T14" fmla="*/ 0 w 88"/>
                <a:gd name="T15" fmla="*/ 87 h 104"/>
                <a:gd name="T16" fmla="*/ 18 w 88"/>
                <a:gd name="T17" fmla="*/ 104 h 104"/>
                <a:gd name="T18" fmla="*/ 36 w 88"/>
                <a:gd name="T19" fmla="*/ 87 h 104"/>
                <a:gd name="T20" fmla="*/ 36 w 88"/>
                <a:gd name="T21" fmla="*/ 87 h 104"/>
                <a:gd name="T22" fmla="*/ 36 w 88"/>
                <a:gd name="T23" fmla="*/ 43 h 104"/>
                <a:gd name="T24" fmla="*/ 45 w 88"/>
                <a:gd name="T25" fmla="*/ 29 h 104"/>
                <a:gd name="T26" fmla="*/ 61 w 88"/>
                <a:gd name="T27" fmla="*/ 47 h 104"/>
                <a:gd name="T28" fmla="*/ 60 w 88"/>
                <a:gd name="T29" fmla="*/ 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04">
                  <a:moveTo>
                    <a:pt x="60" y="4"/>
                  </a:moveTo>
                  <a:cubicBezTo>
                    <a:pt x="49" y="5"/>
                    <a:pt x="44" y="13"/>
                    <a:pt x="36" y="23"/>
                  </a:cubicBezTo>
                  <a:cubicBezTo>
                    <a:pt x="36" y="23"/>
                    <a:pt x="36" y="18"/>
                    <a:pt x="36" y="18"/>
                  </a:cubicBezTo>
                  <a:cubicBezTo>
                    <a:pt x="36" y="9"/>
                    <a:pt x="28" y="1"/>
                    <a:pt x="19" y="1"/>
                  </a:cubicBezTo>
                  <a:cubicBezTo>
                    <a:pt x="10" y="0"/>
                    <a:pt x="1" y="8"/>
                    <a:pt x="0" y="1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96"/>
                    <a:pt x="9" y="103"/>
                    <a:pt x="18" y="104"/>
                  </a:cubicBezTo>
                  <a:cubicBezTo>
                    <a:pt x="27" y="104"/>
                    <a:pt x="36" y="97"/>
                    <a:pt x="36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37"/>
                    <a:pt x="40" y="29"/>
                    <a:pt x="45" y="29"/>
                  </a:cubicBezTo>
                  <a:cubicBezTo>
                    <a:pt x="52" y="29"/>
                    <a:pt x="45" y="47"/>
                    <a:pt x="61" y="47"/>
                  </a:cubicBezTo>
                  <a:cubicBezTo>
                    <a:pt x="85" y="47"/>
                    <a:pt x="88" y="3"/>
                    <a:pt x="60" y="4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9" name="Freeform 28"/>
            <p:cNvSpPr>
              <a:spLocks noEditPoints="1"/>
            </p:cNvSpPr>
            <p:nvPr/>
          </p:nvSpPr>
          <p:spPr bwMode="auto">
            <a:xfrm>
              <a:off x="944196" y="6546648"/>
              <a:ext cx="54382" cy="58290"/>
            </a:xfrm>
            <a:custGeom>
              <a:avLst/>
              <a:gdLst>
                <a:gd name="T0" fmla="*/ 35 w 95"/>
                <a:gd name="T1" fmla="*/ 45 h 102"/>
                <a:gd name="T2" fmla="*/ 45 w 95"/>
                <a:gd name="T3" fmla="*/ 22 h 102"/>
                <a:gd name="T4" fmla="*/ 60 w 95"/>
                <a:gd name="T5" fmla="*/ 30 h 102"/>
                <a:gd name="T6" fmla="*/ 48 w 95"/>
                <a:gd name="T7" fmla="*/ 45 h 102"/>
                <a:gd name="T8" fmla="*/ 35 w 95"/>
                <a:gd name="T9" fmla="*/ 45 h 102"/>
                <a:gd name="T10" fmla="*/ 90 w 95"/>
                <a:gd name="T11" fmla="*/ 71 h 102"/>
                <a:gd name="T12" fmla="*/ 63 w 95"/>
                <a:gd name="T13" fmla="*/ 78 h 102"/>
                <a:gd name="T14" fmla="*/ 37 w 95"/>
                <a:gd name="T15" fmla="*/ 62 h 102"/>
                <a:gd name="T16" fmla="*/ 95 w 95"/>
                <a:gd name="T17" fmla="*/ 34 h 102"/>
                <a:gd name="T18" fmla="*/ 49 w 95"/>
                <a:gd name="T19" fmla="*/ 0 h 102"/>
                <a:gd name="T20" fmla="*/ 0 w 95"/>
                <a:gd name="T21" fmla="*/ 52 h 102"/>
                <a:gd name="T22" fmla="*/ 49 w 95"/>
                <a:gd name="T23" fmla="*/ 102 h 102"/>
                <a:gd name="T24" fmla="*/ 90 w 95"/>
                <a:gd name="T25" fmla="*/ 7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02">
                  <a:moveTo>
                    <a:pt x="35" y="45"/>
                  </a:moveTo>
                  <a:cubicBezTo>
                    <a:pt x="36" y="37"/>
                    <a:pt x="38" y="27"/>
                    <a:pt x="45" y="22"/>
                  </a:cubicBezTo>
                  <a:cubicBezTo>
                    <a:pt x="51" y="18"/>
                    <a:pt x="60" y="23"/>
                    <a:pt x="60" y="30"/>
                  </a:cubicBezTo>
                  <a:cubicBezTo>
                    <a:pt x="60" y="38"/>
                    <a:pt x="55" y="44"/>
                    <a:pt x="48" y="45"/>
                  </a:cubicBezTo>
                  <a:cubicBezTo>
                    <a:pt x="47" y="45"/>
                    <a:pt x="35" y="46"/>
                    <a:pt x="35" y="45"/>
                  </a:cubicBezTo>
                  <a:moveTo>
                    <a:pt x="90" y="71"/>
                  </a:moveTo>
                  <a:cubicBezTo>
                    <a:pt x="90" y="71"/>
                    <a:pt x="85" y="78"/>
                    <a:pt x="63" y="78"/>
                  </a:cubicBezTo>
                  <a:cubicBezTo>
                    <a:pt x="42" y="78"/>
                    <a:pt x="37" y="62"/>
                    <a:pt x="37" y="62"/>
                  </a:cubicBezTo>
                  <a:cubicBezTo>
                    <a:pt x="68" y="62"/>
                    <a:pt x="95" y="59"/>
                    <a:pt x="95" y="34"/>
                  </a:cubicBezTo>
                  <a:cubicBezTo>
                    <a:pt x="95" y="9"/>
                    <a:pt x="66" y="0"/>
                    <a:pt x="49" y="0"/>
                  </a:cubicBezTo>
                  <a:cubicBezTo>
                    <a:pt x="21" y="0"/>
                    <a:pt x="0" y="23"/>
                    <a:pt x="0" y="52"/>
                  </a:cubicBezTo>
                  <a:cubicBezTo>
                    <a:pt x="0" y="86"/>
                    <a:pt x="27" y="102"/>
                    <a:pt x="49" y="102"/>
                  </a:cubicBezTo>
                  <a:cubicBezTo>
                    <a:pt x="88" y="102"/>
                    <a:pt x="90" y="71"/>
                    <a:pt x="90" y="71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40" name="Freeform 29"/>
            <p:cNvSpPr>
              <a:spLocks/>
            </p:cNvSpPr>
            <p:nvPr/>
          </p:nvSpPr>
          <p:spPr bwMode="auto">
            <a:xfrm>
              <a:off x="902188" y="6533297"/>
              <a:ext cx="40705" cy="71641"/>
            </a:xfrm>
            <a:custGeom>
              <a:avLst/>
              <a:gdLst>
                <a:gd name="T0" fmla="*/ 71 w 71"/>
                <a:gd name="T1" fmla="*/ 106 h 125"/>
                <a:gd name="T2" fmla="*/ 44 w 71"/>
                <a:gd name="T3" fmla="*/ 125 h 125"/>
                <a:gd name="T4" fmla="*/ 12 w 71"/>
                <a:gd name="T5" fmla="*/ 95 h 125"/>
                <a:gd name="T6" fmla="*/ 12 w 71"/>
                <a:gd name="T7" fmla="*/ 46 h 125"/>
                <a:gd name="T8" fmla="*/ 7 w 71"/>
                <a:gd name="T9" fmla="*/ 46 h 125"/>
                <a:gd name="T10" fmla="*/ 0 w 71"/>
                <a:gd name="T11" fmla="*/ 38 h 125"/>
                <a:gd name="T12" fmla="*/ 7 w 71"/>
                <a:gd name="T13" fmla="*/ 30 h 125"/>
                <a:gd name="T14" fmla="*/ 12 w 71"/>
                <a:gd name="T15" fmla="*/ 30 h 125"/>
                <a:gd name="T16" fmla="*/ 12 w 71"/>
                <a:gd name="T17" fmla="*/ 17 h 125"/>
                <a:gd name="T18" fmla="*/ 30 w 71"/>
                <a:gd name="T19" fmla="*/ 0 h 125"/>
                <a:gd name="T20" fmla="*/ 48 w 71"/>
                <a:gd name="T21" fmla="*/ 17 h 125"/>
                <a:gd name="T22" fmla="*/ 48 w 71"/>
                <a:gd name="T23" fmla="*/ 17 h 125"/>
                <a:gd name="T24" fmla="*/ 48 w 71"/>
                <a:gd name="T25" fmla="*/ 30 h 125"/>
                <a:gd name="T26" fmla="*/ 63 w 71"/>
                <a:gd name="T27" fmla="*/ 30 h 125"/>
                <a:gd name="T28" fmla="*/ 70 w 71"/>
                <a:gd name="T29" fmla="*/ 38 h 125"/>
                <a:gd name="T30" fmla="*/ 63 w 71"/>
                <a:gd name="T31" fmla="*/ 46 h 125"/>
                <a:gd name="T32" fmla="*/ 48 w 71"/>
                <a:gd name="T33" fmla="*/ 46 h 125"/>
                <a:gd name="T34" fmla="*/ 48 w 71"/>
                <a:gd name="T35" fmla="*/ 87 h 125"/>
                <a:gd name="T36" fmla="*/ 71 w 71"/>
                <a:gd name="T37" fmla="*/ 10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125">
                  <a:moveTo>
                    <a:pt x="71" y="106"/>
                  </a:moveTo>
                  <a:cubicBezTo>
                    <a:pt x="71" y="106"/>
                    <a:pt x="62" y="125"/>
                    <a:pt x="44" y="125"/>
                  </a:cubicBezTo>
                  <a:cubicBezTo>
                    <a:pt x="30" y="125"/>
                    <a:pt x="13" y="113"/>
                    <a:pt x="12" y="95"/>
                  </a:cubicBezTo>
                  <a:cubicBezTo>
                    <a:pt x="12" y="94"/>
                    <a:pt x="12" y="68"/>
                    <a:pt x="12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6"/>
                    <a:pt x="0" y="45"/>
                    <a:pt x="0" y="38"/>
                  </a:cubicBezTo>
                  <a:cubicBezTo>
                    <a:pt x="0" y="32"/>
                    <a:pt x="5" y="30"/>
                    <a:pt x="7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3"/>
                    <a:pt x="12" y="17"/>
                    <a:pt x="12" y="17"/>
                  </a:cubicBezTo>
                  <a:cubicBezTo>
                    <a:pt x="12" y="8"/>
                    <a:pt x="21" y="0"/>
                    <a:pt x="30" y="0"/>
                  </a:cubicBezTo>
                  <a:cubicBezTo>
                    <a:pt x="39" y="1"/>
                    <a:pt x="48" y="8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5" y="30"/>
                    <a:pt x="70" y="32"/>
                    <a:pt x="70" y="38"/>
                  </a:cubicBezTo>
                  <a:cubicBezTo>
                    <a:pt x="70" y="45"/>
                    <a:pt x="65" y="46"/>
                    <a:pt x="63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100"/>
                    <a:pt x="59" y="106"/>
                    <a:pt x="71" y="106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41" name="Freeform 30"/>
            <p:cNvSpPr>
              <a:spLocks/>
            </p:cNvSpPr>
            <p:nvPr/>
          </p:nvSpPr>
          <p:spPr bwMode="auto">
            <a:xfrm>
              <a:off x="1178657" y="6533297"/>
              <a:ext cx="40705" cy="71641"/>
            </a:xfrm>
            <a:custGeom>
              <a:avLst/>
              <a:gdLst>
                <a:gd name="T0" fmla="*/ 71 w 71"/>
                <a:gd name="T1" fmla="*/ 106 h 125"/>
                <a:gd name="T2" fmla="*/ 44 w 71"/>
                <a:gd name="T3" fmla="*/ 125 h 125"/>
                <a:gd name="T4" fmla="*/ 12 w 71"/>
                <a:gd name="T5" fmla="*/ 95 h 125"/>
                <a:gd name="T6" fmla="*/ 12 w 71"/>
                <a:gd name="T7" fmla="*/ 46 h 125"/>
                <a:gd name="T8" fmla="*/ 7 w 71"/>
                <a:gd name="T9" fmla="*/ 46 h 125"/>
                <a:gd name="T10" fmla="*/ 0 w 71"/>
                <a:gd name="T11" fmla="*/ 38 h 125"/>
                <a:gd name="T12" fmla="*/ 7 w 71"/>
                <a:gd name="T13" fmla="*/ 30 h 125"/>
                <a:gd name="T14" fmla="*/ 12 w 71"/>
                <a:gd name="T15" fmla="*/ 30 h 125"/>
                <a:gd name="T16" fmla="*/ 12 w 71"/>
                <a:gd name="T17" fmla="*/ 17 h 125"/>
                <a:gd name="T18" fmla="*/ 30 w 71"/>
                <a:gd name="T19" fmla="*/ 0 h 125"/>
                <a:gd name="T20" fmla="*/ 48 w 71"/>
                <a:gd name="T21" fmla="*/ 17 h 125"/>
                <a:gd name="T22" fmla="*/ 48 w 71"/>
                <a:gd name="T23" fmla="*/ 17 h 125"/>
                <a:gd name="T24" fmla="*/ 48 w 71"/>
                <a:gd name="T25" fmla="*/ 30 h 125"/>
                <a:gd name="T26" fmla="*/ 63 w 71"/>
                <a:gd name="T27" fmla="*/ 30 h 125"/>
                <a:gd name="T28" fmla="*/ 70 w 71"/>
                <a:gd name="T29" fmla="*/ 38 h 125"/>
                <a:gd name="T30" fmla="*/ 62 w 71"/>
                <a:gd name="T31" fmla="*/ 46 h 125"/>
                <a:gd name="T32" fmla="*/ 48 w 71"/>
                <a:gd name="T33" fmla="*/ 46 h 125"/>
                <a:gd name="T34" fmla="*/ 48 w 71"/>
                <a:gd name="T35" fmla="*/ 87 h 125"/>
                <a:gd name="T36" fmla="*/ 71 w 71"/>
                <a:gd name="T37" fmla="*/ 10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125">
                  <a:moveTo>
                    <a:pt x="71" y="106"/>
                  </a:moveTo>
                  <a:cubicBezTo>
                    <a:pt x="71" y="106"/>
                    <a:pt x="62" y="125"/>
                    <a:pt x="44" y="125"/>
                  </a:cubicBezTo>
                  <a:cubicBezTo>
                    <a:pt x="30" y="125"/>
                    <a:pt x="13" y="113"/>
                    <a:pt x="12" y="95"/>
                  </a:cubicBezTo>
                  <a:cubicBezTo>
                    <a:pt x="12" y="94"/>
                    <a:pt x="12" y="68"/>
                    <a:pt x="12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6"/>
                    <a:pt x="0" y="45"/>
                    <a:pt x="0" y="38"/>
                  </a:cubicBezTo>
                  <a:cubicBezTo>
                    <a:pt x="0" y="32"/>
                    <a:pt x="5" y="30"/>
                    <a:pt x="7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3"/>
                    <a:pt x="12" y="17"/>
                    <a:pt x="12" y="17"/>
                  </a:cubicBezTo>
                  <a:cubicBezTo>
                    <a:pt x="12" y="8"/>
                    <a:pt x="21" y="0"/>
                    <a:pt x="30" y="0"/>
                  </a:cubicBezTo>
                  <a:cubicBezTo>
                    <a:pt x="39" y="1"/>
                    <a:pt x="47" y="8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5" y="30"/>
                    <a:pt x="70" y="32"/>
                    <a:pt x="70" y="38"/>
                  </a:cubicBezTo>
                  <a:cubicBezTo>
                    <a:pt x="70" y="45"/>
                    <a:pt x="65" y="46"/>
                    <a:pt x="62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100"/>
                    <a:pt x="59" y="106"/>
                    <a:pt x="71" y="106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Candara" panose="020E0502030303020204" pitchFamily="34" charset="0"/>
              </a:defRPr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 baseline="0">
                <a:latin typeface="Candara" panose="020E0502030303020204" pitchFamily="34" charset="0"/>
              </a:defRPr>
            </a:lvl1pPr>
            <a:lvl2pPr>
              <a:defRPr>
                <a:latin typeface="Candara" panose="020E0502030303020204" pitchFamily="34" charset="0"/>
              </a:defRPr>
            </a:lvl2pPr>
            <a:lvl3pPr>
              <a:defRPr>
                <a:latin typeface="Candara" panose="020E0502030303020204" pitchFamily="34" charset="0"/>
              </a:defRPr>
            </a:lvl3pPr>
            <a:lvl4pPr>
              <a:defRPr>
                <a:latin typeface="Candara" panose="020E0502030303020204" pitchFamily="34" charset="0"/>
              </a:defRPr>
            </a:lvl4pPr>
            <a:lvl5pPr>
              <a:defRPr>
                <a:latin typeface="Candara" panose="020E0502030303020204" pitchFamily="34" charset="0"/>
              </a:defRPr>
            </a:lvl5pPr>
          </a:lstStyle>
          <a:p>
            <a:pPr lvl="0"/>
            <a:r>
              <a:rPr lang="en-GB"/>
              <a:t>Click to add text or choose an icon below to insert a table, chart, SmartArt, picture, clip art or video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59E774-D87C-47FD-9FFF-B924B0B352C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4475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*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40D9E0EA-5297-8446-88CA-23623EC20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4991"/>
            <a:ext cx="11430001" cy="418576"/>
          </a:xfrm>
          <a:prstGeom prst="rect">
            <a:avLst/>
          </a:prstGeom>
        </p:spPr>
        <p:txBody>
          <a:bodyPr lIns="0" tIns="0" rIns="0" bIns="0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28DC731-EE7C-4692-B234-3B78C7C95A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61753" y="6071616"/>
            <a:ext cx="1449249" cy="654101"/>
          </a:xfrm>
          <a:prstGeom prst="rect">
            <a:avLst/>
          </a:prstGeom>
        </p:spPr>
      </p:pic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D27D6E9C-A4A9-4E1C-B4F3-68AC16BBEF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956162" y="6431327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900">
                <a:solidFill>
                  <a:schemeClr val="tx2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A0C534-1902-4221-B3EE-F9BBA8F7653A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145894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625623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7460903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1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E85B7E9-7B59-E76F-4E85-C0A890587747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2EB1475D-EF5B-48A6-8CCB-3BD08F726926}" type="datetimeFigureOut">
              <a:rPr lang="en-US" smtClean="0"/>
              <a:pPr/>
              <a:t>10/29/2026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2151367-80A4-68C5-77A9-3C635C7916D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78CBB37-9699-F436-85C1-91FC9C8316D1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2525062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92045" y="4754433"/>
            <a:ext cx="3853975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4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2045" y="1905284"/>
            <a:ext cx="3853975" cy="2565401"/>
          </a:xfrm>
        </p:spPr>
        <p:txBody>
          <a:bodyPr/>
          <a:lstStyle>
            <a:lvl1pPr>
              <a:lnSpc>
                <a:spcPct val="82000"/>
              </a:lnSpc>
              <a:defRPr sz="5800" b="0" i="0">
                <a:solidFill>
                  <a:schemeClr val="bg1"/>
                </a:solidFill>
                <a:latin typeface="MDLZ BITE TYPE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00F4F4F-B41E-47FE-AFA1-5013480D3F0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8601" y="6073749"/>
            <a:ext cx="1449249" cy="654101"/>
          </a:xfrm>
          <a:prstGeom prst="rect">
            <a:avLst/>
          </a:prstGeom>
        </p:spPr>
      </p:pic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EE73870-EE14-3647-A5D2-F266E17A6A3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465540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02DB6B9-C6D3-4991-573B-A9F994A33B5A}"/>
              </a:ext>
            </a:extLst>
          </p:cNvPr>
          <p:cNvSpPr/>
          <p:nvPr userDrawn="1"/>
        </p:nvSpPr>
        <p:spPr>
          <a:xfrm>
            <a:off x="289737" y="6019800"/>
            <a:ext cx="1516912" cy="74250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6">
            <a:extLst>
              <a:ext uri="{FF2B5EF4-FFF2-40B4-BE49-F238E27FC236}">
                <a16:creationId xmlns:a16="http://schemas.microsoft.com/office/drawing/2014/main" id="{10FACAB3-E8C8-02E9-436F-8251B9FA26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737" y="6167215"/>
            <a:ext cx="1209675" cy="447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F017B7A0-7CFF-7BE8-1A3B-79F56A522958}"/>
              </a:ext>
            </a:extLst>
          </p:cNvPr>
          <p:cNvSpPr/>
          <p:nvPr userDrawn="1"/>
        </p:nvSpPr>
        <p:spPr>
          <a:xfrm>
            <a:off x="10385351" y="6019798"/>
            <a:ext cx="1516912" cy="74250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n 13">
            <a:extLst>
              <a:ext uri="{FF2B5EF4-FFF2-40B4-BE49-F238E27FC236}">
                <a16:creationId xmlns:a16="http://schemas.microsoft.com/office/drawing/2014/main" id="{F6C3F71F-5276-3549-7B7C-49CE4B9C1AA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589588" y="6196054"/>
            <a:ext cx="1108438" cy="418836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B1C8493A-D071-05E9-297B-4D46979208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0" tIns="0" rIns="0" bIns="0" rtlCol="0" anchor="ctr">
            <a:noAutofit/>
          </a:bodyPr>
          <a:lstStyle>
            <a:lvl1pPr>
              <a:defRPr lang="en-US">
                <a:solidFill>
                  <a:srgbClr val="17418C"/>
                </a:solidFill>
                <a:latin typeface="MDLZ BITE TYPE" panose="00000500000000000000" pitchFamily="2" charset="0"/>
                <a:ea typeface="+mn-ea"/>
                <a:cs typeface="+mn-cs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3682905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Close up of a plant&#10;&#10;Description automatically generated">
            <a:extLst>
              <a:ext uri="{FF2B5EF4-FFF2-40B4-BE49-F238E27FC236}">
                <a16:creationId xmlns:a16="http://schemas.microsoft.com/office/drawing/2014/main" id="{EC0CE349-CAE1-0370-7A41-B9468339692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grayscl/>
            <a:alphaModFix amt="6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389" cy="6858000"/>
          </a:xfrm>
          <a:prstGeom prst="rect">
            <a:avLst/>
          </a:prstGeom>
          <a:solidFill>
            <a:srgbClr val="F4F5F9"/>
          </a:solidFill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624BD1-914F-CF43-92F6-F0ED2122BD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58B824D1-D975-FC43-BD72-40BA5EB8D582}" type="datetime1">
              <a:rPr lang="pl-PL" smtClean="0"/>
              <a:t>29.10.2026</a:t>
            </a:fld>
            <a:endParaRPr lang="en-P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48BC73-C701-7743-994C-059E1C191B3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©Lingaro Group 2024</a:t>
            </a:r>
            <a:endParaRPr lang="en-P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6F10BC-57A7-2D49-AF5C-F8F1631C57C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05CD89BD-8A8D-1F43-BC43-3DCA15ED54E5}" type="slidenum">
              <a:rPr lang="en-PL" smtClean="0"/>
              <a:pPr/>
              <a:t>‹#›</a:t>
            </a:fld>
            <a:endParaRPr lang="en-PL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AC555D8-34E8-A144-9030-152179FDA2F0}"/>
              </a:ext>
            </a:extLst>
          </p:cNvPr>
          <p:cNvGrpSpPr/>
          <p:nvPr userDrawn="1"/>
        </p:nvGrpSpPr>
        <p:grpSpPr>
          <a:xfrm>
            <a:off x="11470652" y="408416"/>
            <a:ext cx="320675" cy="685800"/>
            <a:chOff x="11499850" y="409031"/>
            <a:chExt cx="320675" cy="685800"/>
          </a:xfrm>
          <a:solidFill>
            <a:schemeClr val="accent1"/>
          </a:solidFill>
        </p:grpSpPr>
        <p:sp>
          <p:nvSpPr>
            <p:cNvPr id="8" name="Doughnut 7">
              <a:extLst>
                <a:ext uri="{FF2B5EF4-FFF2-40B4-BE49-F238E27FC236}">
                  <a16:creationId xmlns:a16="http://schemas.microsoft.com/office/drawing/2014/main" id="{AFEB5E68-73AC-B547-9F78-EBB5716FE847}"/>
                </a:ext>
              </a:extLst>
            </p:cNvPr>
            <p:cNvSpPr/>
            <p:nvPr userDrawn="1"/>
          </p:nvSpPr>
          <p:spPr>
            <a:xfrm>
              <a:off x="11499850" y="409031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  <p:sp>
          <p:nvSpPr>
            <p:cNvPr id="9" name="Doughnut 8">
              <a:extLst>
                <a:ext uri="{FF2B5EF4-FFF2-40B4-BE49-F238E27FC236}">
                  <a16:creationId xmlns:a16="http://schemas.microsoft.com/office/drawing/2014/main" id="{22ED63C6-C267-BA42-B093-3697B5BD0E4D}"/>
                </a:ext>
              </a:extLst>
            </p:cNvPr>
            <p:cNvSpPr/>
            <p:nvPr userDrawn="1"/>
          </p:nvSpPr>
          <p:spPr>
            <a:xfrm>
              <a:off x="11499850" y="774156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ymbol zastępczy tekstu 11">
            <a:extLst>
              <a:ext uri="{FF2B5EF4-FFF2-40B4-BE49-F238E27FC236}">
                <a16:creationId xmlns:a16="http://schemas.microsoft.com/office/drawing/2014/main" id="{FAE780AD-F953-3210-12BB-11BF6A0029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07988" y="773541"/>
            <a:ext cx="9412712" cy="283574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600">
                <a:latin typeface="Maven Pro" panose="00000500000000000000" pitchFamily="2" charset="-18"/>
              </a:defRPr>
            </a:lvl1pPr>
          </a:lstStyle>
          <a:p>
            <a:pPr lvl="0"/>
            <a:r>
              <a:rPr lang="en-US" noProof="0"/>
              <a:t>Subtitle, in 1 line, font: Maven Pro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F26EA2B-0A10-8216-AF94-F075DB5650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88" y="361094"/>
            <a:ext cx="9413206" cy="36933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PL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E65BF7A-67BD-FBB7-DC1F-798164EB024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109591" y="509019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3105F04-C9D9-7107-2339-FB53D36A465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67B0485-09E1-782C-28DA-4130E274871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160A20F-3FE0-A1EE-9981-005A77A79B11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EFDF963-BFAB-C665-A61D-AE556644866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8AEE898-5982-DD70-68CD-6202B0240B6E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FDBF2C2-4299-0AB4-CD9B-C00AFC93A4D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D38DA7D-2EBA-34EC-02B0-6E914C710626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E49AB43-88B0-AB71-A60C-998CE4B8DB6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C7D5AC-34F4-7616-3BB8-8509A54077F1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7416BF-5304-1A16-FC00-D96500D8A230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CA0A6B-6436-38C3-E0CE-08769E96D554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52112BB-7633-F365-9AEB-E49B3D139C85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1FD1C7-40AF-0E5F-5E61-AEFC92D86BE5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A6433D5-5179-D610-9C9E-3C577E88E73E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B4DC025-531F-35AD-C9A9-83081DF452E0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111A535-C1D0-8136-DBEE-B6ADF6AAB5A5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627E22-144F-38A5-CBE3-EA2FFA28366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EA038C-B1B1-67E4-AD0B-53B0BDEBDAB4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6A127B6-B1C5-0075-DED6-8C2F2698D6A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C1AC4A9-3A27-FCEF-9C52-352F1030EDB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F43C6F1-E13C-58C3-4D2A-27C88CA2DBD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F97F8C-A755-81D7-A5BC-F552AF3AAB7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10FD8E-B857-4716-DE9B-2FF1F22B2D2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AA3F76-6061-BD63-9172-B3B225378337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0F35251-94E1-D377-41B0-AC1D65D20681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58DB332-E6FE-9739-4BB6-4EE42257EFAA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BF0EF0C-24AA-A78A-C65F-D892972B7CEF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A33D9B-BABE-827E-4DE6-8C80F3422A8C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B63D1C3-2271-6E5B-413B-F458A1292648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D06F6A8-1158-1439-BC2E-EC689D5F1BC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CCD0C21-8E36-0943-BDB8-38990B93CA1E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FC6DE5-86F1-D4B2-42B9-1FA8E0EA25F2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FB93447-7F08-8764-217F-53A69D92B60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84A589E-7A6F-7404-B9CB-36808CBBD91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0AB490B-1218-92E4-AD81-5B52AA147A09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084DA4C-9FEA-2D38-7F2A-F0F086AA667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1962D74-2F87-28C7-DF7E-DB9C47E4499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E877547-39AE-C94D-AECE-B227742121CD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29F3544-9238-4897-CECA-057A8CE4A2A7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913C596-4B5F-084A-F9DD-C537E66B6DBA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F1538DB-83E2-2F45-15E9-00299064663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BF68111-B822-8402-B5B9-583611E7D69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99092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257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Close up of a plant&#10;&#10;Description automatically generated">
            <a:extLst>
              <a:ext uri="{FF2B5EF4-FFF2-40B4-BE49-F238E27FC236}">
                <a16:creationId xmlns:a16="http://schemas.microsoft.com/office/drawing/2014/main" id="{EC0CE349-CAE1-0370-7A41-B9468339692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grayscl/>
            <a:alphaModFix amt="6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389" cy="6858000"/>
          </a:xfrm>
          <a:prstGeom prst="rect">
            <a:avLst/>
          </a:prstGeom>
          <a:solidFill>
            <a:srgbClr val="F4F5F9"/>
          </a:solidFill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624BD1-914F-CF43-92F6-F0ED2122BD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053ABE18-35EA-6641-A300-6EB93A5AF190}" type="datetime1">
              <a:rPr lang="pl-PL" smtClean="0"/>
              <a:t>29.10.2026</a:t>
            </a:fld>
            <a:endParaRPr lang="en-P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48BC73-C701-7743-994C-059E1C191B3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©Lingaro Group 2025</a:t>
            </a:r>
            <a:endParaRPr lang="en-P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6F10BC-57A7-2D49-AF5C-F8F1631C57C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05CD89BD-8A8D-1F43-BC43-3DCA15ED54E5}" type="slidenum">
              <a:rPr lang="en-PL" smtClean="0"/>
              <a:pPr/>
              <a:t>‹#›</a:t>
            </a:fld>
            <a:endParaRPr lang="en-PL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AC555D8-34E8-A144-9030-152179FDA2F0}"/>
              </a:ext>
            </a:extLst>
          </p:cNvPr>
          <p:cNvGrpSpPr/>
          <p:nvPr userDrawn="1"/>
        </p:nvGrpSpPr>
        <p:grpSpPr>
          <a:xfrm>
            <a:off x="11470652" y="408416"/>
            <a:ext cx="320675" cy="685800"/>
            <a:chOff x="11499850" y="409031"/>
            <a:chExt cx="320675" cy="685800"/>
          </a:xfrm>
          <a:solidFill>
            <a:schemeClr val="accent1"/>
          </a:solidFill>
        </p:grpSpPr>
        <p:sp>
          <p:nvSpPr>
            <p:cNvPr id="8" name="Doughnut 7">
              <a:extLst>
                <a:ext uri="{FF2B5EF4-FFF2-40B4-BE49-F238E27FC236}">
                  <a16:creationId xmlns:a16="http://schemas.microsoft.com/office/drawing/2014/main" id="{AFEB5E68-73AC-B547-9F78-EBB5716FE847}"/>
                </a:ext>
              </a:extLst>
            </p:cNvPr>
            <p:cNvSpPr/>
            <p:nvPr userDrawn="1"/>
          </p:nvSpPr>
          <p:spPr>
            <a:xfrm>
              <a:off x="11499850" y="409031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  <p:sp>
          <p:nvSpPr>
            <p:cNvPr id="9" name="Doughnut 8">
              <a:extLst>
                <a:ext uri="{FF2B5EF4-FFF2-40B4-BE49-F238E27FC236}">
                  <a16:creationId xmlns:a16="http://schemas.microsoft.com/office/drawing/2014/main" id="{22ED63C6-C267-BA42-B093-3697B5BD0E4D}"/>
                </a:ext>
              </a:extLst>
            </p:cNvPr>
            <p:cNvSpPr/>
            <p:nvPr userDrawn="1"/>
          </p:nvSpPr>
          <p:spPr>
            <a:xfrm>
              <a:off x="11499850" y="774156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ymbol zastępczy tekstu 11">
            <a:extLst>
              <a:ext uri="{FF2B5EF4-FFF2-40B4-BE49-F238E27FC236}">
                <a16:creationId xmlns:a16="http://schemas.microsoft.com/office/drawing/2014/main" id="{FAE780AD-F953-3210-12BB-11BF6A0029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07988" y="773541"/>
            <a:ext cx="9412712" cy="283574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600">
                <a:latin typeface="Maven Pro" panose="00000500000000000000" pitchFamily="2" charset="-18"/>
              </a:defRPr>
            </a:lvl1pPr>
          </a:lstStyle>
          <a:p>
            <a:pPr lvl="0"/>
            <a:r>
              <a:rPr lang="en-US" noProof="0"/>
              <a:t>Subtitle, in 1 line, font: Maven Pro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F26EA2B-0A10-8216-AF94-F075DB5650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88" y="361094"/>
            <a:ext cx="9413206" cy="36933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PL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E65BF7A-67BD-FBB7-DC1F-798164EB024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109591" y="509019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3105F04-C9D9-7107-2339-FB53D36A465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67B0485-09E1-782C-28DA-4130E274871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160A20F-3FE0-A1EE-9981-005A77A79B11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EFDF963-BFAB-C665-A61D-AE556644866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8AEE898-5982-DD70-68CD-6202B0240B6E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FDBF2C2-4299-0AB4-CD9B-C00AFC93A4D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D38DA7D-2EBA-34EC-02B0-6E914C710626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E49AB43-88B0-AB71-A60C-998CE4B8DB6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C7D5AC-34F4-7616-3BB8-8509A54077F1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7416BF-5304-1A16-FC00-D96500D8A230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CA0A6B-6436-38C3-E0CE-08769E96D554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52112BB-7633-F365-9AEB-E49B3D139C85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1FD1C7-40AF-0E5F-5E61-AEFC92D86BE5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A6433D5-5179-D610-9C9E-3C577E88E73E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B4DC025-531F-35AD-C9A9-83081DF452E0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111A535-C1D0-8136-DBEE-B6ADF6AAB5A5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627E22-144F-38A5-CBE3-EA2FFA28366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EA038C-B1B1-67E4-AD0B-53B0BDEBDAB4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6A127B6-B1C5-0075-DED6-8C2F2698D6A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C1AC4A9-3A27-FCEF-9C52-352F1030EDB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F43C6F1-E13C-58C3-4D2A-27C88CA2DBD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F97F8C-A755-81D7-A5BC-F552AF3AAB7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10FD8E-B857-4716-DE9B-2FF1F22B2D2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AA3F76-6061-BD63-9172-B3B225378337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0F35251-94E1-D377-41B0-AC1D65D20681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58DB332-E6FE-9739-4BB6-4EE42257EFAA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BF0EF0C-24AA-A78A-C65F-D892972B7CEF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A33D9B-BABE-827E-4DE6-8C80F3422A8C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B63D1C3-2271-6E5B-413B-F458A1292648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D06F6A8-1158-1439-BC2E-EC689D5F1BC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CCD0C21-8E36-0943-BDB8-38990B93CA1E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FC6DE5-86F1-D4B2-42B9-1FA8E0EA25F2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FB93447-7F08-8764-217F-53A69D92B60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84A589E-7A6F-7404-B9CB-36808CBBD91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0AB490B-1218-92E4-AD81-5B52AA147A09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084DA4C-9FEA-2D38-7F2A-F0F086AA667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1962D74-2F87-28C7-DF7E-DB9C47E4499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E877547-39AE-C94D-AECE-B227742121CD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29F3544-9238-4897-CECA-057A8CE4A2A7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913C596-4B5F-084A-F9DD-C537E66B6DBA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F1538DB-83E2-2F45-15E9-00299064663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BF68111-B822-8402-B5B9-583611E7D69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78024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257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C17779D-6C52-4F4D-A902-6B2DE749C411}"/>
              </a:ext>
            </a:extLst>
          </p:cNvPr>
          <p:cNvGrpSpPr>
            <a:grpSpLocks noChangeAspect="1"/>
          </p:cNvGrpSpPr>
          <p:nvPr/>
        </p:nvGrpSpPr>
        <p:grpSpPr>
          <a:xfrm>
            <a:off x="9787545" y="4308631"/>
            <a:ext cx="1770558" cy="681805"/>
            <a:chOff x="2078951" y="1888610"/>
            <a:chExt cx="8030200" cy="3092248"/>
          </a:xfrm>
          <a:solidFill>
            <a:schemeClr val="bg1"/>
          </a:solidFill>
        </p:grpSpPr>
        <p:sp>
          <p:nvSpPr>
            <p:cNvPr id="55" name="Freeform: Shape 11">
              <a:extLst>
                <a:ext uri="{FF2B5EF4-FFF2-40B4-BE49-F238E27FC236}">
                  <a16:creationId xmlns:a16="http://schemas.microsoft.com/office/drawing/2014/main" id="{DD5D5EF0-C0D3-F242-B247-3A8EF6BA1213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Freeform: Shape 12">
              <a:extLst>
                <a:ext uri="{FF2B5EF4-FFF2-40B4-BE49-F238E27FC236}">
                  <a16:creationId xmlns:a16="http://schemas.microsoft.com/office/drawing/2014/main" id="{0862EF4E-AAAE-9E46-892B-0130ABBFA63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Freeform: Shape 13">
              <a:extLst>
                <a:ext uri="{FF2B5EF4-FFF2-40B4-BE49-F238E27FC236}">
                  <a16:creationId xmlns:a16="http://schemas.microsoft.com/office/drawing/2014/main" id="{DB650945-ECF3-F144-8228-C50FC68990B7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Freeform: Shape 14">
              <a:extLst>
                <a:ext uri="{FF2B5EF4-FFF2-40B4-BE49-F238E27FC236}">
                  <a16:creationId xmlns:a16="http://schemas.microsoft.com/office/drawing/2014/main" id="{A2065F47-C74F-134D-88DE-B69F81207776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9" name="Freeform: Shape 15">
              <a:extLst>
                <a:ext uri="{FF2B5EF4-FFF2-40B4-BE49-F238E27FC236}">
                  <a16:creationId xmlns:a16="http://schemas.microsoft.com/office/drawing/2014/main" id="{C0BB73F3-0417-714C-B47B-1670AE989D83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Freeform: Shape 16">
              <a:extLst>
                <a:ext uri="{FF2B5EF4-FFF2-40B4-BE49-F238E27FC236}">
                  <a16:creationId xmlns:a16="http://schemas.microsoft.com/office/drawing/2014/main" id="{B06F9B69-BF53-E54F-BA16-FCE1CBE92786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Freeform: Shape 17">
              <a:extLst>
                <a:ext uri="{FF2B5EF4-FFF2-40B4-BE49-F238E27FC236}">
                  <a16:creationId xmlns:a16="http://schemas.microsoft.com/office/drawing/2014/main" id="{1C28C6BA-E14A-6046-B20B-0E16D246A43D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Freeform: Shape 18">
              <a:extLst>
                <a:ext uri="{FF2B5EF4-FFF2-40B4-BE49-F238E27FC236}">
                  <a16:creationId xmlns:a16="http://schemas.microsoft.com/office/drawing/2014/main" id="{42E78A5D-7348-8746-9262-C508A60B69D7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Freeform: Shape 19">
              <a:extLst>
                <a:ext uri="{FF2B5EF4-FFF2-40B4-BE49-F238E27FC236}">
                  <a16:creationId xmlns:a16="http://schemas.microsoft.com/office/drawing/2014/main" id="{3D36E4ED-3FF5-8B4C-AA7B-287C888E8F4D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: Shape 20">
              <a:extLst>
                <a:ext uri="{FF2B5EF4-FFF2-40B4-BE49-F238E27FC236}">
                  <a16:creationId xmlns:a16="http://schemas.microsoft.com/office/drawing/2014/main" id="{6BC1EAB5-5604-6147-8804-21E2A6EF4FB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Freeform: Shape 21">
              <a:extLst>
                <a:ext uri="{FF2B5EF4-FFF2-40B4-BE49-F238E27FC236}">
                  <a16:creationId xmlns:a16="http://schemas.microsoft.com/office/drawing/2014/main" id="{CE1B0BE1-F669-5648-B182-F26BAEC00875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" name="Freeform: Shape 22">
              <a:extLst>
                <a:ext uri="{FF2B5EF4-FFF2-40B4-BE49-F238E27FC236}">
                  <a16:creationId xmlns:a16="http://schemas.microsoft.com/office/drawing/2014/main" id="{E8D50920-2409-CA40-A1C9-2B3B0372EAD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Freeform: Shape 23">
              <a:extLst>
                <a:ext uri="{FF2B5EF4-FFF2-40B4-BE49-F238E27FC236}">
                  <a16:creationId xmlns:a16="http://schemas.microsoft.com/office/drawing/2014/main" id="{F7DA2F2D-8727-E34E-BC1D-4434A3972FC6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Freeform: Shape 24">
              <a:extLst>
                <a:ext uri="{FF2B5EF4-FFF2-40B4-BE49-F238E27FC236}">
                  <a16:creationId xmlns:a16="http://schemas.microsoft.com/office/drawing/2014/main" id="{57F8323C-3D9B-5B46-974F-308AE5D2D99C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9" name="Freeform: Shape 25">
              <a:extLst>
                <a:ext uri="{FF2B5EF4-FFF2-40B4-BE49-F238E27FC236}">
                  <a16:creationId xmlns:a16="http://schemas.microsoft.com/office/drawing/2014/main" id="{598008AB-8CF4-7D40-A578-D0004FA9466F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Freeform: Shape 26">
              <a:extLst>
                <a:ext uri="{FF2B5EF4-FFF2-40B4-BE49-F238E27FC236}">
                  <a16:creationId xmlns:a16="http://schemas.microsoft.com/office/drawing/2014/main" id="{97CC4485-B979-0945-B16F-9E21A72E35D7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1" name="Freeform: Shape 27">
              <a:extLst>
                <a:ext uri="{FF2B5EF4-FFF2-40B4-BE49-F238E27FC236}">
                  <a16:creationId xmlns:a16="http://schemas.microsoft.com/office/drawing/2014/main" id="{104EE3B7-30A6-FC40-ADAF-B35B7B857ED5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2" name="Freeform: Shape 28">
              <a:extLst>
                <a:ext uri="{FF2B5EF4-FFF2-40B4-BE49-F238E27FC236}">
                  <a16:creationId xmlns:a16="http://schemas.microsoft.com/office/drawing/2014/main" id="{DC06A955-0349-8F4A-8C04-B7B36E0CBF1A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Freeform: Shape 29">
              <a:extLst>
                <a:ext uri="{FF2B5EF4-FFF2-40B4-BE49-F238E27FC236}">
                  <a16:creationId xmlns:a16="http://schemas.microsoft.com/office/drawing/2014/main" id="{7B43CF5E-DC14-B441-9AFD-EE89500C6ADF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Freeform: Shape 30">
              <a:extLst>
                <a:ext uri="{FF2B5EF4-FFF2-40B4-BE49-F238E27FC236}">
                  <a16:creationId xmlns:a16="http://schemas.microsoft.com/office/drawing/2014/main" id="{6C25316C-163B-044E-98FB-963089071A50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Freeform: Shape 31">
              <a:extLst>
                <a:ext uri="{FF2B5EF4-FFF2-40B4-BE49-F238E27FC236}">
                  <a16:creationId xmlns:a16="http://schemas.microsoft.com/office/drawing/2014/main" id="{BD39955D-474E-A742-A141-367AE2A486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Freeform: Shape 32">
              <a:extLst>
                <a:ext uri="{FF2B5EF4-FFF2-40B4-BE49-F238E27FC236}">
                  <a16:creationId xmlns:a16="http://schemas.microsoft.com/office/drawing/2014/main" id="{7C42522E-4927-7841-9CB1-8AA16B64C2DD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7" name="Freeform: Shape 33">
              <a:extLst>
                <a:ext uri="{FF2B5EF4-FFF2-40B4-BE49-F238E27FC236}">
                  <a16:creationId xmlns:a16="http://schemas.microsoft.com/office/drawing/2014/main" id="{A79BF4AE-F942-E347-8437-0C8EB5D4C5EC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Freeform: Shape 34">
              <a:extLst>
                <a:ext uri="{FF2B5EF4-FFF2-40B4-BE49-F238E27FC236}">
                  <a16:creationId xmlns:a16="http://schemas.microsoft.com/office/drawing/2014/main" id="{197ED4B1-929A-C041-A269-EC1F3FF0B73D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Freeform: Shape 35">
              <a:extLst>
                <a:ext uri="{FF2B5EF4-FFF2-40B4-BE49-F238E27FC236}">
                  <a16:creationId xmlns:a16="http://schemas.microsoft.com/office/drawing/2014/main" id="{EB68E8C8-AAF9-3647-96EE-921A4040B93C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Freeform: Shape 36">
              <a:extLst>
                <a:ext uri="{FF2B5EF4-FFF2-40B4-BE49-F238E27FC236}">
                  <a16:creationId xmlns:a16="http://schemas.microsoft.com/office/drawing/2014/main" id="{61E58161-3388-B04F-A44F-4D91EE1124D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Freeform: Shape 37">
              <a:extLst>
                <a:ext uri="{FF2B5EF4-FFF2-40B4-BE49-F238E27FC236}">
                  <a16:creationId xmlns:a16="http://schemas.microsoft.com/office/drawing/2014/main" id="{21A9AACE-1F26-9641-AB58-5A6D9EE4AD7C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2" name="Freeform: Shape 38">
              <a:extLst>
                <a:ext uri="{FF2B5EF4-FFF2-40B4-BE49-F238E27FC236}">
                  <a16:creationId xmlns:a16="http://schemas.microsoft.com/office/drawing/2014/main" id="{B34DFD18-0C59-334B-9747-602ED9F2C0C5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Freeform: Shape 39">
              <a:extLst>
                <a:ext uri="{FF2B5EF4-FFF2-40B4-BE49-F238E27FC236}">
                  <a16:creationId xmlns:a16="http://schemas.microsoft.com/office/drawing/2014/main" id="{93C5715C-90E5-C942-B952-C3F4A1E6A43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Freeform: Shape 40">
              <a:extLst>
                <a:ext uri="{FF2B5EF4-FFF2-40B4-BE49-F238E27FC236}">
                  <a16:creationId xmlns:a16="http://schemas.microsoft.com/office/drawing/2014/main" id="{D03967A6-EA91-174C-B350-04EB4AFB4B7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5" name="Freeform: Shape 41">
              <a:extLst>
                <a:ext uri="{FF2B5EF4-FFF2-40B4-BE49-F238E27FC236}">
                  <a16:creationId xmlns:a16="http://schemas.microsoft.com/office/drawing/2014/main" id="{2ED0CBCA-E8EE-CB4C-86FC-7F4E04CCDBAC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Freeform: Shape 42">
              <a:extLst>
                <a:ext uri="{FF2B5EF4-FFF2-40B4-BE49-F238E27FC236}">
                  <a16:creationId xmlns:a16="http://schemas.microsoft.com/office/drawing/2014/main" id="{AABD5B00-C750-7D4F-98AB-07558073F4B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7" name="Freeform: Shape 43">
              <a:extLst>
                <a:ext uri="{FF2B5EF4-FFF2-40B4-BE49-F238E27FC236}">
                  <a16:creationId xmlns:a16="http://schemas.microsoft.com/office/drawing/2014/main" id="{BFD342AD-75EA-4846-9F07-87F6842CDA85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Freeform: Shape 44">
              <a:extLst>
                <a:ext uri="{FF2B5EF4-FFF2-40B4-BE49-F238E27FC236}">
                  <a16:creationId xmlns:a16="http://schemas.microsoft.com/office/drawing/2014/main" id="{F969B098-C1D6-B648-9DDC-252EC89AA5F4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Freeform: Shape 45">
              <a:extLst>
                <a:ext uri="{FF2B5EF4-FFF2-40B4-BE49-F238E27FC236}">
                  <a16:creationId xmlns:a16="http://schemas.microsoft.com/office/drawing/2014/main" id="{B2D9FDBA-08CB-E64D-80FD-9C63D5B9FE6F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Freeform: Shape 46">
              <a:extLst>
                <a:ext uri="{FF2B5EF4-FFF2-40B4-BE49-F238E27FC236}">
                  <a16:creationId xmlns:a16="http://schemas.microsoft.com/office/drawing/2014/main" id="{B40D38D6-8929-4B46-BB18-004E59102AA0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: Shape 47">
              <a:extLst>
                <a:ext uri="{FF2B5EF4-FFF2-40B4-BE49-F238E27FC236}">
                  <a16:creationId xmlns:a16="http://schemas.microsoft.com/office/drawing/2014/main" id="{DF5788D4-5AA0-064C-BB6C-131ADEDE660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Freeform: Shape 48">
              <a:extLst>
                <a:ext uri="{FF2B5EF4-FFF2-40B4-BE49-F238E27FC236}">
                  <a16:creationId xmlns:a16="http://schemas.microsoft.com/office/drawing/2014/main" id="{B6B7D80E-73EA-1240-86FA-25F8D2B25623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3" name="Freeform: Shape 49">
              <a:extLst>
                <a:ext uri="{FF2B5EF4-FFF2-40B4-BE49-F238E27FC236}">
                  <a16:creationId xmlns:a16="http://schemas.microsoft.com/office/drawing/2014/main" id="{4BF0422B-1CA9-4F4D-A4B3-933CB87783FA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4" name="Freeform: Shape 50">
              <a:extLst>
                <a:ext uri="{FF2B5EF4-FFF2-40B4-BE49-F238E27FC236}">
                  <a16:creationId xmlns:a16="http://schemas.microsoft.com/office/drawing/2014/main" id="{B5C8F4B6-6FF1-0444-ADB4-050C973549BF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Freeform: Shape 51">
              <a:extLst>
                <a:ext uri="{FF2B5EF4-FFF2-40B4-BE49-F238E27FC236}">
                  <a16:creationId xmlns:a16="http://schemas.microsoft.com/office/drawing/2014/main" id="{F643FD55-3DFA-5B49-9CA6-556288B8818E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6" name="Freeform: Shape 52">
              <a:extLst>
                <a:ext uri="{FF2B5EF4-FFF2-40B4-BE49-F238E27FC236}">
                  <a16:creationId xmlns:a16="http://schemas.microsoft.com/office/drawing/2014/main" id="{139D7B2C-B2DF-E54C-ACD4-B02CE69AA8E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53" name="Graphic 52">
            <a:extLst>
              <a:ext uri="{FF2B5EF4-FFF2-40B4-BE49-F238E27FC236}">
                <a16:creationId xmlns:a16="http://schemas.microsoft.com/office/drawing/2014/main" id="{015D8581-F44A-B44C-895F-7296009A70C6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6200000">
            <a:off x="10650746" y="4497173"/>
            <a:ext cx="44157" cy="1413011"/>
          </a:xfrm>
          <a:prstGeom prst="rect">
            <a:avLst/>
          </a:prstGeom>
        </p:spPr>
      </p:pic>
      <p:pic>
        <p:nvPicPr>
          <p:cNvPr id="4" name="Picture 3" descr="Diagram&#10;&#10;Description automatically generated with medium confidence">
            <a:extLst>
              <a:ext uri="{FF2B5EF4-FFF2-40B4-BE49-F238E27FC236}">
                <a16:creationId xmlns:a16="http://schemas.microsoft.com/office/drawing/2014/main" id="{847C1F90-CE25-4CC4-A8F4-E35B2DB7572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815133" y="5398466"/>
            <a:ext cx="1715382" cy="981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14762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2410F133-604A-4AC7-8A06-35B16808E83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683E8B-89CE-4EF5-BBB9-62368C3820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5" name="Text Placeholder 53">
            <a:extLst>
              <a:ext uri="{FF2B5EF4-FFF2-40B4-BE49-F238E27FC236}">
                <a16:creationId xmlns:a16="http://schemas.microsoft.com/office/drawing/2014/main" id="{6C6F15D6-83AC-4099-9946-CE8B5A1B72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or Presenter Name</a:t>
            </a:r>
          </a:p>
          <a:p>
            <a:pPr lvl="1"/>
            <a:endParaRPr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E46C881-7ED5-46EA-86EA-769AE126A5A9}"/>
              </a:ext>
            </a:extLst>
          </p:cNvPr>
          <p:cNvGrpSpPr/>
          <p:nvPr userDrawn="1"/>
        </p:nvGrpSpPr>
        <p:grpSpPr>
          <a:xfrm>
            <a:off x="696883" y="4648200"/>
            <a:ext cx="1770558" cy="2059089"/>
            <a:chOff x="628059" y="4648200"/>
            <a:chExt cx="1770558" cy="2059089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928A5B2-C37D-0F4C-9423-E53BF1E3DF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8059" y="4648200"/>
              <a:ext cx="1770558" cy="681805"/>
              <a:chOff x="2078951" y="1888610"/>
              <a:chExt cx="8030200" cy="3092248"/>
            </a:xfrm>
            <a:solidFill>
              <a:schemeClr val="tx1"/>
            </a:solidFill>
          </p:grpSpPr>
          <p:sp>
            <p:nvSpPr>
              <p:cNvPr id="59" name="Freeform: Shape 11">
                <a:extLst>
                  <a:ext uri="{FF2B5EF4-FFF2-40B4-BE49-F238E27FC236}">
                    <a16:creationId xmlns:a16="http://schemas.microsoft.com/office/drawing/2014/main" id="{FE38AFC9-A886-744B-8F98-902B93271BC6}"/>
                  </a:ext>
                </a:extLst>
              </p:cNvPr>
              <p:cNvSpPr/>
              <p:nvPr/>
            </p:nvSpPr>
            <p:spPr>
              <a:xfrm>
                <a:off x="2078951" y="2872694"/>
                <a:ext cx="951880" cy="652717"/>
              </a:xfrm>
              <a:custGeom>
                <a:avLst/>
                <a:gdLst>
                  <a:gd name="connsiteX0" fmla="*/ 903041 w 951880"/>
                  <a:gd name="connsiteY0" fmla="*/ 330574 h 652717"/>
                  <a:gd name="connsiteX1" fmla="*/ 780656 w 951880"/>
                  <a:gd name="connsiteY1" fmla="*/ 379528 h 652717"/>
                  <a:gd name="connsiteX2" fmla="*/ 598439 w 951880"/>
                  <a:gd name="connsiteY2" fmla="*/ 311537 h 652717"/>
                  <a:gd name="connsiteX3" fmla="*/ 505970 w 951880"/>
                  <a:gd name="connsiteY3" fmla="*/ 164675 h 652717"/>
                  <a:gd name="connsiteX4" fmla="*/ 266640 w 951880"/>
                  <a:gd name="connsiteY4" fmla="*/ 61329 h 652717"/>
                  <a:gd name="connsiteX5" fmla="*/ 103461 w 951880"/>
                  <a:gd name="connsiteY5" fmla="*/ 458398 h 652717"/>
                  <a:gd name="connsiteX6" fmla="*/ 756179 w 951880"/>
                  <a:gd name="connsiteY6" fmla="*/ 485595 h 652717"/>
                  <a:gd name="connsiteX7" fmla="*/ 903041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903041" y="330574"/>
                    </a:moveTo>
                    <a:cubicBezTo>
                      <a:pt x="867685" y="363210"/>
                      <a:pt x="813292" y="374089"/>
                      <a:pt x="780656" y="379528"/>
                    </a:cubicBezTo>
                    <a:cubicBezTo>
                      <a:pt x="712664" y="387687"/>
                      <a:pt x="641953" y="365930"/>
                      <a:pt x="598439" y="311537"/>
                    </a:cubicBezTo>
                    <a:cubicBezTo>
                      <a:pt x="563083" y="268022"/>
                      <a:pt x="544046" y="210910"/>
                      <a:pt x="505970" y="164675"/>
                    </a:cubicBezTo>
                    <a:cubicBezTo>
                      <a:pt x="448858" y="93964"/>
                      <a:pt x="359109" y="45011"/>
                      <a:pt x="266640" y="61329"/>
                    </a:cubicBezTo>
                    <a:cubicBezTo>
                      <a:pt x="81704" y="93964"/>
                      <a:pt x="114" y="308817"/>
                      <a:pt x="103461" y="458398"/>
                    </a:cubicBezTo>
                    <a:cubicBezTo>
                      <a:pt x="253042" y="670531"/>
                      <a:pt x="584840" y="635176"/>
                      <a:pt x="756179" y="485595"/>
                    </a:cubicBezTo>
                    <a:cubicBezTo>
                      <a:pt x="813292" y="442080"/>
                      <a:pt x="862246" y="390407"/>
                      <a:pt x="903041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12">
                <a:extLst>
                  <a:ext uri="{FF2B5EF4-FFF2-40B4-BE49-F238E27FC236}">
                    <a16:creationId xmlns:a16="http://schemas.microsoft.com/office/drawing/2014/main" id="{E15BA52D-0D5C-4D4C-BE80-C647C6B434FC}"/>
                  </a:ext>
                </a:extLst>
              </p:cNvPr>
              <p:cNvSpPr/>
              <p:nvPr/>
            </p:nvSpPr>
            <p:spPr>
              <a:xfrm>
                <a:off x="9151831" y="2872694"/>
                <a:ext cx="951880" cy="652717"/>
              </a:xfrm>
              <a:custGeom>
                <a:avLst/>
                <a:gdLst>
                  <a:gd name="connsiteX0" fmla="*/ 58178 w 951880"/>
                  <a:gd name="connsiteY0" fmla="*/ 330574 h 652717"/>
                  <a:gd name="connsiteX1" fmla="*/ 180563 w 951880"/>
                  <a:gd name="connsiteY1" fmla="*/ 379528 h 652717"/>
                  <a:gd name="connsiteX2" fmla="*/ 362780 w 951880"/>
                  <a:gd name="connsiteY2" fmla="*/ 311537 h 652717"/>
                  <a:gd name="connsiteX3" fmla="*/ 455249 w 951880"/>
                  <a:gd name="connsiteY3" fmla="*/ 164675 h 652717"/>
                  <a:gd name="connsiteX4" fmla="*/ 694578 w 951880"/>
                  <a:gd name="connsiteY4" fmla="*/ 61329 h 652717"/>
                  <a:gd name="connsiteX5" fmla="*/ 857758 w 951880"/>
                  <a:gd name="connsiteY5" fmla="*/ 458398 h 652717"/>
                  <a:gd name="connsiteX6" fmla="*/ 205040 w 951880"/>
                  <a:gd name="connsiteY6" fmla="*/ 485595 h 652717"/>
                  <a:gd name="connsiteX7" fmla="*/ 58178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58178" y="330574"/>
                    </a:moveTo>
                    <a:cubicBezTo>
                      <a:pt x="96253" y="363210"/>
                      <a:pt x="147927" y="374089"/>
                      <a:pt x="180563" y="379528"/>
                    </a:cubicBezTo>
                    <a:cubicBezTo>
                      <a:pt x="248554" y="387687"/>
                      <a:pt x="319266" y="365930"/>
                      <a:pt x="362780" y="311537"/>
                    </a:cubicBezTo>
                    <a:cubicBezTo>
                      <a:pt x="398136" y="268022"/>
                      <a:pt x="417174" y="210910"/>
                      <a:pt x="455249" y="164675"/>
                    </a:cubicBezTo>
                    <a:cubicBezTo>
                      <a:pt x="512362" y="93964"/>
                      <a:pt x="602110" y="45011"/>
                      <a:pt x="694578" y="61329"/>
                    </a:cubicBezTo>
                    <a:cubicBezTo>
                      <a:pt x="879515" y="93964"/>
                      <a:pt x="961105" y="308817"/>
                      <a:pt x="857758" y="458398"/>
                    </a:cubicBezTo>
                    <a:cubicBezTo>
                      <a:pt x="708176" y="670531"/>
                      <a:pt x="376379" y="635176"/>
                      <a:pt x="205040" y="485595"/>
                    </a:cubicBezTo>
                    <a:cubicBezTo>
                      <a:pt x="150646" y="442080"/>
                      <a:pt x="101693" y="390407"/>
                      <a:pt x="58178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13">
                <a:extLst>
                  <a:ext uri="{FF2B5EF4-FFF2-40B4-BE49-F238E27FC236}">
                    <a16:creationId xmlns:a16="http://schemas.microsoft.com/office/drawing/2014/main" id="{A15B33AE-4904-7D4E-BDF2-8D0CB9A3C3C3}"/>
                  </a:ext>
                </a:extLst>
              </p:cNvPr>
              <p:cNvSpPr/>
              <p:nvPr/>
            </p:nvSpPr>
            <p:spPr>
              <a:xfrm>
                <a:off x="8001294" y="2010994"/>
                <a:ext cx="734308" cy="299162"/>
              </a:xfrm>
              <a:custGeom>
                <a:avLst/>
                <a:gdLst>
                  <a:gd name="connsiteX0" fmla="*/ 596792 w 734307"/>
                  <a:gd name="connsiteY0" fmla="*/ 58178 h 299162"/>
                  <a:gd name="connsiteX1" fmla="*/ 148048 w 734307"/>
                  <a:gd name="connsiteY1" fmla="*/ 58178 h 299162"/>
                  <a:gd name="connsiteX2" fmla="*/ 58299 w 734307"/>
                  <a:gd name="connsiteY2" fmla="*/ 150646 h 299162"/>
                  <a:gd name="connsiteX3" fmla="*/ 148048 w 734307"/>
                  <a:gd name="connsiteY3" fmla="*/ 251274 h 299162"/>
                  <a:gd name="connsiteX4" fmla="*/ 596792 w 734307"/>
                  <a:gd name="connsiteY4" fmla="*/ 251274 h 299162"/>
                  <a:gd name="connsiteX5" fmla="*/ 686541 w 734307"/>
                  <a:gd name="connsiteY5" fmla="*/ 158805 h 299162"/>
                  <a:gd name="connsiteX6" fmla="*/ 596792 w 734307"/>
                  <a:gd name="connsiteY6" fmla="*/ 58178 h 299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4307" h="299162">
                    <a:moveTo>
                      <a:pt x="596792" y="58178"/>
                    </a:moveTo>
                    <a:cubicBezTo>
                      <a:pt x="591353" y="58178"/>
                      <a:pt x="153487" y="58178"/>
                      <a:pt x="148048" y="58178"/>
                    </a:cubicBezTo>
                    <a:cubicBezTo>
                      <a:pt x="99094" y="60898"/>
                      <a:pt x="61019" y="104412"/>
                      <a:pt x="58299" y="150646"/>
                    </a:cubicBezTo>
                    <a:cubicBezTo>
                      <a:pt x="55580" y="199600"/>
                      <a:pt x="99094" y="248554"/>
                      <a:pt x="148048" y="251274"/>
                    </a:cubicBezTo>
                    <a:cubicBezTo>
                      <a:pt x="153487" y="251274"/>
                      <a:pt x="591353" y="251274"/>
                      <a:pt x="596792" y="251274"/>
                    </a:cubicBezTo>
                    <a:cubicBezTo>
                      <a:pt x="645746" y="248554"/>
                      <a:pt x="683821" y="205040"/>
                      <a:pt x="686541" y="158805"/>
                    </a:cubicBezTo>
                    <a:cubicBezTo>
                      <a:pt x="689260" y="109852"/>
                      <a:pt x="648465" y="60898"/>
                      <a:pt x="596792" y="581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14">
                <a:extLst>
                  <a:ext uri="{FF2B5EF4-FFF2-40B4-BE49-F238E27FC236}">
                    <a16:creationId xmlns:a16="http://schemas.microsoft.com/office/drawing/2014/main" id="{C46B8B42-5710-B74B-BBF8-2BCE33BE266E}"/>
                  </a:ext>
                </a:extLst>
              </p:cNvPr>
              <p:cNvSpPr/>
              <p:nvPr/>
            </p:nvSpPr>
            <p:spPr>
              <a:xfrm>
                <a:off x="4920042" y="2277520"/>
                <a:ext cx="1006274" cy="951879"/>
              </a:xfrm>
              <a:custGeom>
                <a:avLst/>
                <a:gdLst>
                  <a:gd name="connsiteX0" fmla="*/ 884954 w 1006273"/>
                  <a:gd name="connsiteY0" fmla="*/ 746251 h 951879"/>
                  <a:gd name="connsiteX1" fmla="*/ 874076 w 1006273"/>
                  <a:gd name="connsiteY1" fmla="*/ 670101 h 951879"/>
                  <a:gd name="connsiteX2" fmla="*/ 874076 w 1006273"/>
                  <a:gd name="connsiteY2" fmla="*/ 536837 h 951879"/>
                  <a:gd name="connsiteX3" fmla="*/ 689139 w 1006273"/>
                  <a:gd name="connsiteY3" fmla="*/ 88094 h 951879"/>
                  <a:gd name="connsiteX4" fmla="*/ 428052 w 1006273"/>
                  <a:gd name="connsiteY4" fmla="*/ 253993 h 951879"/>
                  <a:gd name="connsiteX5" fmla="*/ 196881 w 1006273"/>
                  <a:gd name="connsiteY5" fmla="*/ 58178 h 951879"/>
                  <a:gd name="connsiteX6" fmla="*/ 58178 w 1006273"/>
                  <a:gd name="connsiteY6" fmla="*/ 128889 h 951879"/>
                  <a:gd name="connsiteX7" fmla="*/ 142488 w 1006273"/>
                  <a:gd name="connsiteY7" fmla="*/ 273031 h 951879"/>
                  <a:gd name="connsiteX8" fmla="*/ 142488 w 1006273"/>
                  <a:gd name="connsiteY8" fmla="*/ 757130 h 951879"/>
                  <a:gd name="connsiteX9" fmla="*/ 283910 w 1006273"/>
                  <a:gd name="connsiteY9" fmla="*/ 895832 h 951879"/>
                  <a:gd name="connsiteX10" fmla="*/ 428052 w 1006273"/>
                  <a:gd name="connsiteY10" fmla="*/ 757130 h 951879"/>
                  <a:gd name="connsiteX11" fmla="*/ 428052 w 1006273"/>
                  <a:gd name="connsiteY11" fmla="*/ 400855 h 951879"/>
                  <a:gd name="connsiteX12" fmla="*/ 523240 w 1006273"/>
                  <a:gd name="connsiteY12" fmla="*/ 283910 h 951879"/>
                  <a:gd name="connsiteX13" fmla="*/ 591231 w 1006273"/>
                  <a:gd name="connsiteY13" fmla="*/ 354621 h 951879"/>
                  <a:gd name="connsiteX14" fmla="*/ 591231 w 1006273"/>
                  <a:gd name="connsiteY14" fmla="*/ 697297 h 951879"/>
                  <a:gd name="connsiteX15" fmla="*/ 593951 w 1006273"/>
                  <a:gd name="connsiteY15" fmla="*/ 729933 h 951879"/>
                  <a:gd name="connsiteX16" fmla="*/ 610269 w 1006273"/>
                  <a:gd name="connsiteY16" fmla="*/ 778887 h 951879"/>
                  <a:gd name="connsiteX17" fmla="*/ 822402 w 1006273"/>
                  <a:gd name="connsiteY17" fmla="*/ 893112 h 951879"/>
                  <a:gd name="connsiteX18" fmla="*/ 961105 w 1006273"/>
                  <a:gd name="connsiteY18" fmla="*/ 822401 h 951879"/>
                  <a:gd name="connsiteX19" fmla="*/ 884954 w 1006273"/>
                  <a:gd name="connsiteY19" fmla="*/ 74625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06273" h="951879">
                    <a:moveTo>
                      <a:pt x="884954" y="746251"/>
                    </a:moveTo>
                    <a:cubicBezTo>
                      <a:pt x="879515" y="721774"/>
                      <a:pt x="876795" y="694578"/>
                      <a:pt x="874076" y="670101"/>
                    </a:cubicBezTo>
                    <a:cubicBezTo>
                      <a:pt x="874076" y="634745"/>
                      <a:pt x="874076" y="583072"/>
                      <a:pt x="874076" y="536837"/>
                    </a:cubicBezTo>
                    <a:cubicBezTo>
                      <a:pt x="879515" y="373658"/>
                      <a:pt x="909431" y="88094"/>
                      <a:pt x="689139" y="88094"/>
                    </a:cubicBezTo>
                    <a:cubicBezTo>
                      <a:pt x="539558" y="88094"/>
                      <a:pt x="452529" y="213199"/>
                      <a:pt x="428052" y="253993"/>
                    </a:cubicBezTo>
                    <a:cubicBezTo>
                      <a:pt x="425332" y="139768"/>
                      <a:pt x="335583" y="58178"/>
                      <a:pt x="196881" y="58178"/>
                    </a:cubicBezTo>
                    <a:cubicBezTo>
                      <a:pt x="109852" y="58178"/>
                      <a:pt x="58178" y="128889"/>
                      <a:pt x="58178" y="128889"/>
                    </a:cubicBezTo>
                    <a:cubicBezTo>
                      <a:pt x="58178" y="128889"/>
                      <a:pt x="142488" y="158805"/>
                      <a:pt x="142488" y="273031"/>
                    </a:cubicBezTo>
                    <a:cubicBezTo>
                      <a:pt x="142488" y="354621"/>
                      <a:pt x="142488" y="757130"/>
                      <a:pt x="142488" y="757130"/>
                    </a:cubicBezTo>
                    <a:cubicBezTo>
                      <a:pt x="145207" y="827841"/>
                      <a:pt x="194161" y="895832"/>
                      <a:pt x="283910" y="895832"/>
                    </a:cubicBezTo>
                    <a:cubicBezTo>
                      <a:pt x="373659" y="895832"/>
                      <a:pt x="428052" y="827841"/>
                      <a:pt x="428052" y="757130"/>
                    </a:cubicBezTo>
                    <a:lnTo>
                      <a:pt x="428052" y="400855"/>
                    </a:lnTo>
                    <a:cubicBezTo>
                      <a:pt x="441650" y="343742"/>
                      <a:pt x="474286" y="283910"/>
                      <a:pt x="523240" y="283910"/>
                    </a:cubicBezTo>
                    <a:cubicBezTo>
                      <a:pt x="585792" y="283910"/>
                      <a:pt x="591231" y="354621"/>
                      <a:pt x="591231" y="354621"/>
                    </a:cubicBezTo>
                    <a:lnTo>
                      <a:pt x="591231" y="697297"/>
                    </a:lnTo>
                    <a:cubicBezTo>
                      <a:pt x="591231" y="708176"/>
                      <a:pt x="593951" y="719054"/>
                      <a:pt x="593951" y="729933"/>
                    </a:cubicBezTo>
                    <a:cubicBezTo>
                      <a:pt x="596671" y="748971"/>
                      <a:pt x="602110" y="765289"/>
                      <a:pt x="610269" y="778887"/>
                    </a:cubicBezTo>
                    <a:cubicBezTo>
                      <a:pt x="645624" y="846878"/>
                      <a:pt x="719055" y="893112"/>
                      <a:pt x="822402" y="893112"/>
                    </a:cubicBezTo>
                    <a:cubicBezTo>
                      <a:pt x="909431" y="893112"/>
                      <a:pt x="961105" y="822401"/>
                      <a:pt x="961105" y="822401"/>
                    </a:cubicBezTo>
                    <a:cubicBezTo>
                      <a:pt x="961105" y="822401"/>
                      <a:pt x="909431" y="808803"/>
                      <a:pt x="884954" y="74625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15">
                <a:extLst>
                  <a:ext uri="{FF2B5EF4-FFF2-40B4-BE49-F238E27FC236}">
                    <a16:creationId xmlns:a16="http://schemas.microsoft.com/office/drawing/2014/main" id="{07775B61-AB7F-A84A-92FD-C23F0E6FA4ED}"/>
                  </a:ext>
                </a:extLst>
              </p:cNvPr>
              <p:cNvSpPr/>
              <p:nvPr/>
            </p:nvSpPr>
            <p:spPr>
              <a:xfrm>
                <a:off x="7552331" y="1888610"/>
                <a:ext cx="489539" cy="1332631"/>
              </a:xfrm>
              <a:custGeom>
                <a:avLst/>
                <a:gdLst>
                  <a:gd name="connsiteX0" fmla="*/ 368560 w 489538"/>
                  <a:gd name="connsiteY0" fmla="*/ 1135162 h 1332630"/>
                  <a:gd name="connsiteX1" fmla="*/ 357681 w 489538"/>
                  <a:gd name="connsiteY1" fmla="*/ 1059011 h 1332630"/>
                  <a:gd name="connsiteX2" fmla="*/ 357681 w 489538"/>
                  <a:gd name="connsiteY2" fmla="*/ 207759 h 1332630"/>
                  <a:gd name="connsiteX3" fmla="*/ 208099 w 489538"/>
                  <a:gd name="connsiteY3" fmla="*/ 58178 h 1332630"/>
                  <a:gd name="connsiteX4" fmla="*/ 58518 w 489538"/>
                  <a:gd name="connsiteY4" fmla="*/ 207759 h 1332630"/>
                  <a:gd name="connsiteX5" fmla="*/ 58518 w 489538"/>
                  <a:gd name="connsiteY5" fmla="*/ 961104 h 1332630"/>
                  <a:gd name="connsiteX6" fmla="*/ 85715 w 489538"/>
                  <a:gd name="connsiteY6" fmla="*/ 1159639 h 1332630"/>
                  <a:gd name="connsiteX7" fmla="*/ 306007 w 489538"/>
                  <a:gd name="connsiteY7" fmla="*/ 1282023 h 1332630"/>
                  <a:gd name="connsiteX8" fmla="*/ 444710 w 489538"/>
                  <a:gd name="connsiteY8" fmla="*/ 1211312 h 1332630"/>
                  <a:gd name="connsiteX9" fmla="*/ 368560 w 489538"/>
                  <a:gd name="connsiteY9" fmla="*/ 1135162 h 13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38" h="1332630">
                    <a:moveTo>
                      <a:pt x="368560" y="1135162"/>
                    </a:moveTo>
                    <a:cubicBezTo>
                      <a:pt x="363120" y="1110685"/>
                      <a:pt x="357681" y="1083488"/>
                      <a:pt x="357681" y="1059011"/>
                    </a:cubicBezTo>
                    <a:lnTo>
                      <a:pt x="357681" y="207759"/>
                    </a:lnTo>
                    <a:cubicBezTo>
                      <a:pt x="357681" y="126170"/>
                      <a:pt x="289689" y="58178"/>
                      <a:pt x="208099" y="58178"/>
                    </a:cubicBezTo>
                    <a:cubicBezTo>
                      <a:pt x="126510" y="58178"/>
                      <a:pt x="58518" y="126170"/>
                      <a:pt x="58518" y="207759"/>
                    </a:cubicBezTo>
                    <a:lnTo>
                      <a:pt x="58518" y="961104"/>
                    </a:lnTo>
                    <a:cubicBezTo>
                      <a:pt x="58518" y="1029095"/>
                      <a:pt x="53079" y="1097086"/>
                      <a:pt x="85715" y="1159639"/>
                    </a:cubicBezTo>
                    <a:cubicBezTo>
                      <a:pt x="118351" y="1227630"/>
                      <a:pt x="202660" y="1282023"/>
                      <a:pt x="306007" y="1282023"/>
                    </a:cubicBezTo>
                    <a:cubicBezTo>
                      <a:pt x="393036" y="1282023"/>
                      <a:pt x="444710" y="1211312"/>
                      <a:pt x="444710" y="1211312"/>
                    </a:cubicBezTo>
                    <a:cubicBezTo>
                      <a:pt x="444710" y="1211312"/>
                      <a:pt x="393036" y="1197714"/>
                      <a:pt x="368560" y="113516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16">
                <a:extLst>
                  <a:ext uri="{FF2B5EF4-FFF2-40B4-BE49-F238E27FC236}">
                    <a16:creationId xmlns:a16="http://schemas.microsoft.com/office/drawing/2014/main" id="{B54C66BD-7C87-E24B-B960-B26EC0DE21A9}"/>
                  </a:ext>
                </a:extLst>
              </p:cNvPr>
              <p:cNvSpPr/>
              <p:nvPr/>
            </p:nvSpPr>
            <p:spPr>
              <a:xfrm>
                <a:off x="4162324" y="2357456"/>
                <a:ext cx="815899" cy="815898"/>
              </a:xfrm>
              <a:custGeom>
                <a:avLst/>
                <a:gdLst>
                  <a:gd name="connsiteX0" fmla="*/ 407949 w 815899"/>
                  <a:gd name="connsiteY0" fmla="*/ 174058 h 815898"/>
                  <a:gd name="connsiteX1" fmla="*/ 293723 w 815899"/>
                  <a:gd name="connsiteY1" fmla="*/ 407950 h 815898"/>
                  <a:gd name="connsiteX2" fmla="*/ 410669 w 815899"/>
                  <a:gd name="connsiteY2" fmla="*/ 641840 h 815898"/>
                  <a:gd name="connsiteX3" fmla="*/ 522175 w 815899"/>
                  <a:gd name="connsiteY3" fmla="*/ 407950 h 815898"/>
                  <a:gd name="connsiteX4" fmla="*/ 407949 w 815899"/>
                  <a:gd name="connsiteY4" fmla="*/ 174058 h 815898"/>
                  <a:gd name="connsiteX5" fmla="*/ 407950 w 815899"/>
                  <a:gd name="connsiteY5" fmla="*/ 0 h 815898"/>
                  <a:gd name="connsiteX6" fmla="*/ 815899 w 815899"/>
                  <a:gd name="connsiteY6" fmla="*/ 407949 h 815898"/>
                  <a:gd name="connsiteX7" fmla="*/ 407950 w 815899"/>
                  <a:gd name="connsiteY7" fmla="*/ 815898 h 815898"/>
                  <a:gd name="connsiteX8" fmla="*/ 0 w 815899"/>
                  <a:gd name="connsiteY8" fmla="*/ 407949 h 815898"/>
                  <a:gd name="connsiteX9" fmla="*/ 407950 w 815899"/>
                  <a:gd name="connsiteY9" fmla="*/ 0 h 81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5899" h="815898">
                    <a:moveTo>
                      <a:pt x="407949" y="174058"/>
                    </a:moveTo>
                    <a:cubicBezTo>
                      <a:pt x="342677" y="174058"/>
                      <a:pt x="293723" y="263807"/>
                      <a:pt x="293723" y="407950"/>
                    </a:cubicBezTo>
                    <a:cubicBezTo>
                      <a:pt x="293723" y="552091"/>
                      <a:pt x="331799" y="639120"/>
                      <a:pt x="410669" y="641840"/>
                    </a:cubicBezTo>
                    <a:cubicBezTo>
                      <a:pt x="489539" y="641840"/>
                      <a:pt x="527614" y="552091"/>
                      <a:pt x="522175" y="407950"/>
                    </a:cubicBezTo>
                    <a:cubicBezTo>
                      <a:pt x="522175" y="263807"/>
                      <a:pt x="473221" y="176778"/>
                      <a:pt x="407949" y="174058"/>
                    </a:cubicBezTo>
                    <a:close/>
                    <a:moveTo>
                      <a:pt x="407950" y="0"/>
                    </a:moveTo>
                    <a:cubicBezTo>
                      <a:pt x="633682" y="0"/>
                      <a:pt x="815899" y="182217"/>
                      <a:pt x="815899" y="407949"/>
                    </a:cubicBezTo>
                    <a:cubicBezTo>
                      <a:pt x="815899" y="633681"/>
                      <a:pt x="633682" y="815898"/>
                      <a:pt x="407950" y="815898"/>
                    </a:cubicBezTo>
                    <a:cubicBezTo>
                      <a:pt x="182218" y="815898"/>
                      <a:pt x="0" y="633681"/>
                      <a:pt x="0" y="407949"/>
                    </a:cubicBezTo>
                    <a:cubicBezTo>
                      <a:pt x="0" y="182217"/>
                      <a:pt x="182218" y="0"/>
                      <a:pt x="407950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17">
                <a:extLst>
                  <a:ext uri="{FF2B5EF4-FFF2-40B4-BE49-F238E27FC236}">
                    <a16:creationId xmlns:a16="http://schemas.microsoft.com/office/drawing/2014/main" id="{E4991879-AAE3-E045-8E73-EA9C362FDB49}"/>
                  </a:ext>
                </a:extLst>
              </p:cNvPr>
              <p:cNvSpPr/>
              <p:nvPr/>
            </p:nvSpPr>
            <p:spPr>
              <a:xfrm>
                <a:off x="5884871" y="1946788"/>
                <a:ext cx="912802" cy="1223846"/>
              </a:xfrm>
              <a:custGeom>
                <a:avLst/>
                <a:gdLst>
                  <a:gd name="connsiteX0" fmla="*/ 387907 w 912802"/>
                  <a:gd name="connsiteY0" fmla="*/ 620081 h 1223846"/>
                  <a:gd name="connsiteX1" fmla="*/ 273681 w 912802"/>
                  <a:gd name="connsiteY1" fmla="*/ 824055 h 1223846"/>
                  <a:gd name="connsiteX2" fmla="*/ 390627 w 912802"/>
                  <a:gd name="connsiteY2" fmla="*/ 1028029 h 1223846"/>
                  <a:gd name="connsiteX3" fmla="*/ 502132 w 912802"/>
                  <a:gd name="connsiteY3" fmla="*/ 824055 h 1223846"/>
                  <a:gd name="connsiteX4" fmla="*/ 387907 w 912802"/>
                  <a:gd name="connsiteY4" fmla="*/ 620081 h 1223846"/>
                  <a:gd name="connsiteX5" fmla="*/ 676192 w 912802"/>
                  <a:gd name="connsiteY5" fmla="*/ 0 h 1223846"/>
                  <a:gd name="connsiteX6" fmla="*/ 825773 w 912802"/>
                  <a:gd name="connsiteY6" fmla="*/ 149581 h 1223846"/>
                  <a:gd name="connsiteX7" fmla="*/ 825773 w 912802"/>
                  <a:gd name="connsiteY7" fmla="*/ 1000834 h 1223846"/>
                  <a:gd name="connsiteX8" fmla="*/ 836651 w 912802"/>
                  <a:gd name="connsiteY8" fmla="*/ 1076985 h 1223846"/>
                  <a:gd name="connsiteX9" fmla="*/ 912802 w 912802"/>
                  <a:gd name="connsiteY9" fmla="*/ 1150415 h 1223846"/>
                  <a:gd name="connsiteX10" fmla="*/ 774099 w 912802"/>
                  <a:gd name="connsiteY10" fmla="*/ 1221126 h 1223846"/>
                  <a:gd name="connsiteX11" fmla="*/ 553807 w 912802"/>
                  <a:gd name="connsiteY11" fmla="*/ 1098742 h 1223846"/>
                  <a:gd name="connsiteX12" fmla="*/ 548367 w 912802"/>
                  <a:gd name="connsiteY12" fmla="*/ 1085144 h 1223846"/>
                  <a:gd name="connsiteX13" fmla="*/ 398786 w 912802"/>
                  <a:gd name="connsiteY13" fmla="*/ 1212967 h 1223846"/>
                  <a:gd name="connsiteX14" fmla="*/ 156736 w 912802"/>
                  <a:gd name="connsiteY14" fmla="*/ 1180332 h 1223846"/>
                  <a:gd name="connsiteX15" fmla="*/ 287280 w 912802"/>
                  <a:gd name="connsiteY15" fmla="*/ 416107 h 1223846"/>
                  <a:gd name="connsiteX16" fmla="*/ 526611 w 912802"/>
                  <a:gd name="connsiteY16" fmla="*/ 552091 h 1223846"/>
                  <a:gd name="connsiteX17" fmla="*/ 526611 w 912802"/>
                  <a:gd name="connsiteY17" fmla="*/ 149581 h 1223846"/>
                  <a:gd name="connsiteX18" fmla="*/ 676192 w 912802"/>
                  <a:gd name="connsiteY18" fmla="*/ 0 h 12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2802" h="1223846">
                    <a:moveTo>
                      <a:pt x="387907" y="620081"/>
                    </a:moveTo>
                    <a:cubicBezTo>
                      <a:pt x="322635" y="620081"/>
                      <a:pt x="273681" y="698951"/>
                      <a:pt x="273681" y="824055"/>
                    </a:cubicBezTo>
                    <a:cubicBezTo>
                      <a:pt x="273681" y="949160"/>
                      <a:pt x="311756" y="1028029"/>
                      <a:pt x="390627" y="1028029"/>
                    </a:cubicBezTo>
                    <a:cubicBezTo>
                      <a:pt x="466777" y="1025310"/>
                      <a:pt x="504852" y="949160"/>
                      <a:pt x="502132" y="824055"/>
                    </a:cubicBezTo>
                    <a:cubicBezTo>
                      <a:pt x="502132" y="698951"/>
                      <a:pt x="455898" y="622801"/>
                      <a:pt x="387907" y="620081"/>
                    </a:cubicBezTo>
                    <a:close/>
                    <a:moveTo>
                      <a:pt x="676192" y="0"/>
                    </a:moveTo>
                    <a:cubicBezTo>
                      <a:pt x="757781" y="0"/>
                      <a:pt x="825773" y="67992"/>
                      <a:pt x="825773" y="149581"/>
                    </a:cubicBezTo>
                    <a:lnTo>
                      <a:pt x="825773" y="1000834"/>
                    </a:lnTo>
                    <a:cubicBezTo>
                      <a:pt x="828492" y="1025311"/>
                      <a:pt x="831212" y="1052508"/>
                      <a:pt x="836651" y="1076985"/>
                    </a:cubicBezTo>
                    <a:cubicBezTo>
                      <a:pt x="861128" y="1139537"/>
                      <a:pt x="912802" y="1150415"/>
                      <a:pt x="912802" y="1150415"/>
                    </a:cubicBezTo>
                    <a:cubicBezTo>
                      <a:pt x="912802" y="1150415"/>
                      <a:pt x="861128" y="1221126"/>
                      <a:pt x="774099" y="1221126"/>
                    </a:cubicBezTo>
                    <a:cubicBezTo>
                      <a:pt x="670752" y="1221126"/>
                      <a:pt x="589162" y="1166733"/>
                      <a:pt x="553807" y="1098742"/>
                    </a:cubicBezTo>
                    <a:cubicBezTo>
                      <a:pt x="551087" y="1093303"/>
                      <a:pt x="551087" y="1090583"/>
                      <a:pt x="548367" y="1085144"/>
                    </a:cubicBezTo>
                    <a:cubicBezTo>
                      <a:pt x="534769" y="1147696"/>
                      <a:pt x="450460" y="1199369"/>
                      <a:pt x="398786" y="1212967"/>
                    </a:cubicBezTo>
                    <a:cubicBezTo>
                      <a:pt x="322636" y="1234725"/>
                      <a:pt x="222008" y="1223846"/>
                      <a:pt x="156736" y="1180332"/>
                    </a:cubicBezTo>
                    <a:cubicBezTo>
                      <a:pt x="-79874" y="1028031"/>
                      <a:pt x="-58117" y="416107"/>
                      <a:pt x="287280" y="416107"/>
                    </a:cubicBezTo>
                    <a:cubicBezTo>
                      <a:pt x="412385" y="416107"/>
                      <a:pt x="491255" y="503137"/>
                      <a:pt x="526611" y="552091"/>
                    </a:cubicBezTo>
                    <a:lnTo>
                      <a:pt x="526611" y="149581"/>
                    </a:lnTo>
                    <a:cubicBezTo>
                      <a:pt x="526611" y="67992"/>
                      <a:pt x="594602" y="0"/>
                      <a:pt x="67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18">
                <a:extLst>
                  <a:ext uri="{FF2B5EF4-FFF2-40B4-BE49-F238E27FC236}">
                    <a16:creationId xmlns:a16="http://schemas.microsoft.com/office/drawing/2014/main" id="{4148E391-61C8-AF4D-B56C-0F9DEAC7E597}"/>
                  </a:ext>
                </a:extLst>
              </p:cNvPr>
              <p:cNvSpPr/>
              <p:nvPr/>
            </p:nvSpPr>
            <p:spPr>
              <a:xfrm>
                <a:off x="6789513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8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2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5" y="345396"/>
                      <a:pt x="473220" y="301881"/>
                      <a:pt x="473220" y="239329"/>
                    </a:cubicBezTo>
                    <a:cubicBezTo>
                      <a:pt x="471181" y="194455"/>
                      <a:pt x="433956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3" y="484100"/>
                      <a:pt x="291004" y="484100"/>
                    </a:cubicBezTo>
                    <a:cubicBezTo>
                      <a:pt x="291004" y="484100"/>
                      <a:pt x="326359" y="617363"/>
                      <a:pt x="497698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2" y="810458"/>
                    </a:cubicBezTo>
                    <a:cubicBezTo>
                      <a:pt x="212134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19">
                <a:extLst>
                  <a:ext uri="{FF2B5EF4-FFF2-40B4-BE49-F238E27FC236}">
                    <a16:creationId xmlns:a16="http://schemas.microsoft.com/office/drawing/2014/main" id="{01D020D5-6455-8A4A-94A4-751683D48ACB}"/>
                  </a:ext>
                </a:extLst>
              </p:cNvPr>
              <p:cNvSpPr/>
              <p:nvPr/>
            </p:nvSpPr>
            <p:spPr>
              <a:xfrm>
                <a:off x="7988882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7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1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6" y="345396"/>
                      <a:pt x="473220" y="301881"/>
                      <a:pt x="473220" y="239329"/>
                    </a:cubicBezTo>
                    <a:cubicBezTo>
                      <a:pt x="471181" y="194455"/>
                      <a:pt x="433955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2" y="484100"/>
                      <a:pt x="291004" y="484100"/>
                    </a:cubicBezTo>
                    <a:cubicBezTo>
                      <a:pt x="291004" y="484100"/>
                      <a:pt x="326359" y="617363"/>
                      <a:pt x="497697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1" y="810458"/>
                    </a:cubicBezTo>
                    <a:cubicBezTo>
                      <a:pt x="212133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20">
                <a:extLst>
                  <a:ext uri="{FF2B5EF4-FFF2-40B4-BE49-F238E27FC236}">
                    <a16:creationId xmlns:a16="http://schemas.microsoft.com/office/drawing/2014/main" id="{FE9012A4-9AC0-894D-912D-D1AF07B457B2}"/>
                  </a:ext>
                </a:extLst>
              </p:cNvPr>
              <p:cNvSpPr/>
              <p:nvPr/>
            </p:nvSpPr>
            <p:spPr>
              <a:xfrm>
                <a:off x="8683414" y="2274801"/>
                <a:ext cx="897487" cy="951879"/>
              </a:xfrm>
              <a:custGeom>
                <a:avLst/>
                <a:gdLst>
                  <a:gd name="connsiteX0" fmla="*/ 580988 w 897487"/>
                  <a:gd name="connsiteY0" fmla="*/ 667381 h 951879"/>
                  <a:gd name="connsiteX1" fmla="*/ 409649 w 897487"/>
                  <a:gd name="connsiteY1" fmla="*/ 667381 h 951879"/>
                  <a:gd name="connsiteX2" fmla="*/ 591866 w 897487"/>
                  <a:gd name="connsiteY2" fmla="*/ 525959 h 951879"/>
                  <a:gd name="connsiteX3" fmla="*/ 842075 w 897487"/>
                  <a:gd name="connsiteY3" fmla="*/ 123450 h 951879"/>
                  <a:gd name="connsiteX4" fmla="*/ 842075 w 897487"/>
                  <a:gd name="connsiteY4" fmla="*/ 123450 h 951879"/>
                  <a:gd name="connsiteX5" fmla="*/ 798560 w 897487"/>
                  <a:gd name="connsiteY5" fmla="*/ 58178 h 951879"/>
                  <a:gd name="connsiteX6" fmla="*/ 746887 w 897487"/>
                  <a:gd name="connsiteY6" fmla="*/ 107132 h 951879"/>
                  <a:gd name="connsiteX7" fmla="*/ 697933 w 897487"/>
                  <a:gd name="connsiteY7" fmla="*/ 115291 h 951879"/>
                  <a:gd name="connsiteX8" fmla="*/ 219273 w 897487"/>
                  <a:gd name="connsiteY8" fmla="*/ 115291 h 951879"/>
                  <a:gd name="connsiteX9" fmla="*/ 102328 w 897487"/>
                  <a:gd name="connsiteY9" fmla="*/ 224077 h 951879"/>
                  <a:gd name="connsiteX10" fmla="*/ 213834 w 897487"/>
                  <a:gd name="connsiteY10" fmla="*/ 332863 h 951879"/>
                  <a:gd name="connsiteX11" fmla="*/ 485800 w 897487"/>
                  <a:gd name="connsiteY11" fmla="*/ 335583 h 951879"/>
                  <a:gd name="connsiteX12" fmla="*/ 134964 w 897487"/>
                  <a:gd name="connsiteY12" fmla="*/ 615708 h 951879"/>
                  <a:gd name="connsiteX13" fmla="*/ 61533 w 897487"/>
                  <a:gd name="connsiteY13" fmla="*/ 884953 h 951879"/>
                  <a:gd name="connsiteX14" fmla="*/ 398771 w 897487"/>
                  <a:gd name="connsiteY14" fmla="*/ 806083 h 951879"/>
                  <a:gd name="connsiteX15" fmla="*/ 529314 w 897487"/>
                  <a:gd name="connsiteY15" fmla="*/ 863196 h 951879"/>
                  <a:gd name="connsiteX16" fmla="*/ 782242 w 897487"/>
                  <a:gd name="connsiteY16" fmla="*/ 607549 h 951879"/>
                  <a:gd name="connsiteX17" fmla="*/ 580988 w 897487"/>
                  <a:gd name="connsiteY17" fmla="*/ 66738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97487" h="951879">
                    <a:moveTo>
                      <a:pt x="580988" y="667381"/>
                    </a:moveTo>
                    <a:lnTo>
                      <a:pt x="409649" y="667381"/>
                    </a:lnTo>
                    <a:cubicBezTo>
                      <a:pt x="423248" y="667381"/>
                      <a:pt x="548352" y="561314"/>
                      <a:pt x="591866" y="525959"/>
                    </a:cubicBezTo>
                    <a:cubicBezTo>
                      <a:pt x="700653" y="433491"/>
                      <a:pt x="899188" y="297508"/>
                      <a:pt x="842075" y="123450"/>
                    </a:cubicBezTo>
                    <a:lnTo>
                      <a:pt x="842075" y="123450"/>
                    </a:lnTo>
                    <a:cubicBezTo>
                      <a:pt x="831197" y="82655"/>
                      <a:pt x="798560" y="58178"/>
                      <a:pt x="798560" y="58178"/>
                    </a:cubicBezTo>
                    <a:cubicBezTo>
                      <a:pt x="798560" y="58178"/>
                      <a:pt x="787682" y="90814"/>
                      <a:pt x="746887" y="107132"/>
                    </a:cubicBezTo>
                    <a:cubicBezTo>
                      <a:pt x="730569" y="109852"/>
                      <a:pt x="714251" y="115291"/>
                      <a:pt x="697933" y="115291"/>
                    </a:cubicBezTo>
                    <a:cubicBezTo>
                      <a:pt x="684334" y="115291"/>
                      <a:pt x="219273" y="115291"/>
                      <a:pt x="219273" y="115291"/>
                    </a:cubicBezTo>
                    <a:cubicBezTo>
                      <a:pt x="156721" y="115291"/>
                      <a:pt x="105048" y="166964"/>
                      <a:pt x="102328" y="224077"/>
                    </a:cubicBezTo>
                    <a:cubicBezTo>
                      <a:pt x="102328" y="283910"/>
                      <a:pt x="151282" y="332863"/>
                      <a:pt x="213834" y="332863"/>
                    </a:cubicBezTo>
                    <a:lnTo>
                      <a:pt x="485800" y="335583"/>
                    </a:lnTo>
                    <a:cubicBezTo>
                      <a:pt x="360695" y="406294"/>
                      <a:pt x="211114" y="487884"/>
                      <a:pt x="134964" y="615708"/>
                    </a:cubicBezTo>
                    <a:cubicBezTo>
                      <a:pt x="91449" y="689138"/>
                      <a:pt x="45215" y="800644"/>
                      <a:pt x="61533" y="884953"/>
                    </a:cubicBezTo>
                    <a:cubicBezTo>
                      <a:pt x="121366" y="830560"/>
                      <a:pt x="279106" y="778887"/>
                      <a:pt x="398771" y="806083"/>
                    </a:cubicBezTo>
                    <a:cubicBezTo>
                      <a:pt x="445005" y="814242"/>
                      <a:pt x="491239" y="838719"/>
                      <a:pt x="529314" y="863196"/>
                    </a:cubicBezTo>
                    <a:cubicBezTo>
                      <a:pt x="755046" y="1004618"/>
                      <a:pt x="891029" y="727213"/>
                      <a:pt x="782242" y="607549"/>
                    </a:cubicBezTo>
                    <a:cubicBezTo>
                      <a:pt x="784962" y="607549"/>
                      <a:pt x="722410" y="667381"/>
                      <a:pt x="580988" y="66738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21">
                <a:extLst>
                  <a:ext uri="{FF2B5EF4-FFF2-40B4-BE49-F238E27FC236}">
                    <a16:creationId xmlns:a16="http://schemas.microsoft.com/office/drawing/2014/main" id="{F2221CFA-256B-364C-84A2-1A105FFD85A0}"/>
                  </a:ext>
                </a:extLst>
              </p:cNvPr>
              <p:cNvSpPr/>
              <p:nvPr/>
            </p:nvSpPr>
            <p:spPr>
              <a:xfrm>
                <a:off x="2624650" y="1948442"/>
                <a:ext cx="1903761" cy="1577400"/>
              </a:xfrm>
              <a:custGeom>
                <a:avLst/>
                <a:gdLst>
                  <a:gd name="connsiteX0" fmla="*/ 1559430 w 1903760"/>
                  <a:gd name="connsiteY0" fmla="*/ 1165078 h 1577399"/>
                  <a:gd name="connsiteX1" fmla="*/ 1369054 w 1903760"/>
                  <a:gd name="connsiteY1" fmla="*/ 593950 h 1577399"/>
                  <a:gd name="connsiteX2" fmla="*/ 1483279 w 1903760"/>
                  <a:gd name="connsiteY2" fmla="*/ 126170 h 1577399"/>
                  <a:gd name="connsiteX3" fmla="*/ 1311941 w 1903760"/>
                  <a:gd name="connsiteY3" fmla="*/ 58178 h 1577399"/>
                  <a:gd name="connsiteX4" fmla="*/ 1078050 w 1903760"/>
                  <a:gd name="connsiteY4" fmla="*/ 205040 h 1577399"/>
                  <a:gd name="connsiteX5" fmla="*/ 846879 w 1903760"/>
                  <a:gd name="connsiteY5" fmla="*/ 523239 h 1577399"/>
                  <a:gd name="connsiteX6" fmla="*/ 645624 w 1903760"/>
                  <a:gd name="connsiteY6" fmla="*/ 210479 h 1577399"/>
                  <a:gd name="connsiteX7" fmla="*/ 455248 w 1903760"/>
                  <a:gd name="connsiteY7" fmla="*/ 63617 h 1577399"/>
                  <a:gd name="connsiteX8" fmla="*/ 234956 w 1903760"/>
                  <a:gd name="connsiteY8" fmla="*/ 137048 h 1577399"/>
                  <a:gd name="connsiteX9" fmla="*/ 316546 w 1903760"/>
                  <a:gd name="connsiteY9" fmla="*/ 588511 h 1577399"/>
                  <a:gd name="connsiteX10" fmla="*/ 58178 w 1903760"/>
                  <a:gd name="connsiteY10" fmla="*/ 1072610 h 1577399"/>
                  <a:gd name="connsiteX11" fmla="*/ 474286 w 1903760"/>
                  <a:gd name="connsiteY11" fmla="*/ 1020936 h 1577399"/>
                  <a:gd name="connsiteX12" fmla="*/ 555876 w 1903760"/>
                  <a:gd name="connsiteY12" fmla="*/ 572193 h 1577399"/>
                  <a:gd name="connsiteX13" fmla="*/ 830561 w 1903760"/>
                  <a:gd name="connsiteY13" fmla="*/ 993740 h 1577399"/>
                  <a:gd name="connsiteX14" fmla="*/ 1140602 w 1903760"/>
                  <a:gd name="connsiteY14" fmla="*/ 574913 h 1577399"/>
                  <a:gd name="connsiteX15" fmla="*/ 1567589 w 1903760"/>
                  <a:gd name="connsiteY15" fmla="*/ 1526792 h 1577399"/>
                  <a:gd name="connsiteX16" fmla="*/ 1866751 w 1903760"/>
                  <a:gd name="connsiteY16" fmla="*/ 1322818 h 1577399"/>
                  <a:gd name="connsiteX17" fmla="*/ 1559430 w 1903760"/>
                  <a:gd name="connsiteY17" fmla="*/ 1165078 h 157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03760" h="1577399">
                    <a:moveTo>
                      <a:pt x="1559430" y="1165078"/>
                    </a:moveTo>
                    <a:cubicBezTo>
                      <a:pt x="1420727" y="1012777"/>
                      <a:pt x="1377213" y="762569"/>
                      <a:pt x="1369054" y="593950"/>
                    </a:cubicBezTo>
                    <a:cubicBezTo>
                      <a:pt x="1360895" y="449809"/>
                      <a:pt x="1369054" y="199600"/>
                      <a:pt x="1483279" y="126170"/>
                    </a:cubicBezTo>
                    <a:cubicBezTo>
                      <a:pt x="1445204" y="77216"/>
                      <a:pt x="1369054" y="58178"/>
                      <a:pt x="1311941" y="58178"/>
                    </a:cubicBezTo>
                    <a:cubicBezTo>
                      <a:pt x="1184117" y="58178"/>
                      <a:pt x="1121565" y="142488"/>
                      <a:pt x="1078050" y="205040"/>
                    </a:cubicBezTo>
                    <a:cubicBezTo>
                      <a:pt x="1064452" y="224077"/>
                      <a:pt x="846879" y="523239"/>
                      <a:pt x="846879" y="523239"/>
                    </a:cubicBezTo>
                    <a:cubicBezTo>
                      <a:pt x="846879" y="523239"/>
                      <a:pt x="667382" y="243115"/>
                      <a:pt x="645624" y="210479"/>
                    </a:cubicBezTo>
                    <a:cubicBezTo>
                      <a:pt x="615708" y="164245"/>
                      <a:pt x="555876" y="77216"/>
                      <a:pt x="455248" y="63617"/>
                    </a:cubicBezTo>
                    <a:cubicBezTo>
                      <a:pt x="411734" y="58178"/>
                      <a:pt x="297508" y="52739"/>
                      <a:pt x="234956" y="137048"/>
                    </a:cubicBezTo>
                    <a:cubicBezTo>
                      <a:pt x="341023" y="221357"/>
                      <a:pt x="338303" y="438930"/>
                      <a:pt x="316546" y="588511"/>
                    </a:cubicBezTo>
                    <a:cubicBezTo>
                      <a:pt x="248554" y="1031815"/>
                      <a:pt x="58178" y="1072610"/>
                      <a:pt x="58178" y="1072610"/>
                    </a:cubicBezTo>
                    <a:cubicBezTo>
                      <a:pt x="156086" y="1333696"/>
                      <a:pt x="403575" y="1230350"/>
                      <a:pt x="474286" y="1020936"/>
                    </a:cubicBezTo>
                    <a:cubicBezTo>
                      <a:pt x="520520" y="884953"/>
                      <a:pt x="550436" y="713615"/>
                      <a:pt x="555876" y="572193"/>
                    </a:cubicBezTo>
                    <a:lnTo>
                      <a:pt x="830561" y="993740"/>
                    </a:lnTo>
                    <a:cubicBezTo>
                      <a:pt x="830561" y="993740"/>
                      <a:pt x="1140602" y="574913"/>
                      <a:pt x="1140602" y="574913"/>
                    </a:cubicBezTo>
                    <a:cubicBezTo>
                      <a:pt x="1088929" y="1314659"/>
                      <a:pt x="1344577" y="1526792"/>
                      <a:pt x="1567589" y="1526792"/>
                    </a:cubicBezTo>
                    <a:cubicBezTo>
                      <a:pt x="1790601" y="1526792"/>
                      <a:pt x="1866751" y="1322818"/>
                      <a:pt x="1866751" y="1322818"/>
                    </a:cubicBezTo>
                    <a:cubicBezTo>
                      <a:pt x="1744367" y="1314659"/>
                      <a:pt x="1641019" y="1252107"/>
                      <a:pt x="1559430" y="11650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22">
                <a:extLst>
                  <a:ext uri="{FF2B5EF4-FFF2-40B4-BE49-F238E27FC236}">
                    <a16:creationId xmlns:a16="http://schemas.microsoft.com/office/drawing/2014/main" id="{755FBC40-E267-8040-96C2-1A0DB834344D}"/>
                  </a:ext>
                </a:extLst>
              </p:cNvPr>
              <p:cNvSpPr/>
              <p:nvPr/>
            </p:nvSpPr>
            <p:spPr>
              <a:xfrm>
                <a:off x="4792218" y="3234839"/>
                <a:ext cx="271966" cy="652717"/>
              </a:xfrm>
              <a:custGeom>
                <a:avLst/>
                <a:gdLst>
                  <a:gd name="connsiteX0" fmla="*/ 88095 w 271965"/>
                  <a:gd name="connsiteY0" fmla="*/ 120730 h 652717"/>
                  <a:gd name="connsiteX1" fmla="*/ 93534 w 271965"/>
                  <a:gd name="connsiteY1" fmla="*/ 153366 h 652717"/>
                  <a:gd name="connsiteX2" fmla="*/ 93534 w 271965"/>
                  <a:gd name="connsiteY2" fmla="*/ 544997 h 652717"/>
                  <a:gd name="connsiteX3" fmla="*/ 156086 w 271965"/>
                  <a:gd name="connsiteY3" fmla="*/ 604829 h 652717"/>
                  <a:gd name="connsiteX4" fmla="*/ 221358 w 271965"/>
                  <a:gd name="connsiteY4" fmla="*/ 544997 h 652717"/>
                  <a:gd name="connsiteX5" fmla="*/ 221358 w 271965"/>
                  <a:gd name="connsiteY5" fmla="*/ 194161 h 652717"/>
                  <a:gd name="connsiteX6" fmla="*/ 210479 w 271965"/>
                  <a:gd name="connsiteY6" fmla="*/ 109852 h 652717"/>
                  <a:gd name="connsiteX7" fmla="*/ 118011 w 271965"/>
                  <a:gd name="connsiteY7" fmla="*/ 58178 h 652717"/>
                  <a:gd name="connsiteX8" fmla="*/ 58178 w 271965"/>
                  <a:gd name="connsiteY8" fmla="*/ 88094 h 652717"/>
                  <a:gd name="connsiteX9" fmla="*/ 88095 w 271965"/>
                  <a:gd name="connsiteY9" fmla="*/ 120730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88095" y="120730"/>
                    </a:moveTo>
                    <a:cubicBezTo>
                      <a:pt x="90814" y="131609"/>
                      <a:pt x="90814" y="142487"/>
                      <a:pt x="93534" y="153366"/>
                    </a:cubicBezTo>
                    <a:cubicBezTo>
                      <a:pt x="93534" y="156086"/>
                      <a:pt x="93534" y="542277"/>
                      <a:pt x="93534" y="544997"/>
                    </a:cubicBezTo>
                    <a:cubicBezTo>
                      <a:pt x="93534" y="577632"/>
                      <a:pt x="123450" y="604829"/>
                      <a:pt x="156086" y="604829"/>
                    </a:cubicBezTo>
                    <a:cubicBezTo>
                      <a:pt x="188722" y="607548"/>
                      <a:pt x="221358" y="577632"/>
                      <a:pt x="221358" y="544997"/>
                    </a:cubicBezTo>
                    <a:cubicBezTo>
                      <a:pt x="221358" y="539557"/>
                      <a:pt x="221358" y="194161"/>
                      <a:pt x="221358" y="194161"/>
                    </a:cubicBezTo>
                    <a:cubicBezTo>
                      <a:pt x="221358" y="164245"/>
                      <a:pt x="224078" y="134329"/>
                      <a:pt x="210479" y="109852"/>
                    </a:cubicBezTo>
                    <a:cubicBezTo>
                      <a:pt x="196881" y="79935"/>
                      <a:pt x="158806" y="58178"/>
                      <a:pt x="118011" y="58178"/>
                    </a:cubicBezTo>
                    <a:cubicBezTo>
                      <a:pt x="79936" y="58178"/>
                      <a:pt x="58178" y="88094"/>
                      <a:pt x="58178" y="88094"/>
                    </a:cubicBezTo>
                    <a:cubicBezTo>
                      <a:pt x="58178" y="88094"/>
                      <a:pt x="77216" y="93534"/>
                      <a:pt x="88095" y="12073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23">
                <a:extLst>
                  <a:ext uri="{FF2B5EF4-FFF2-40B4-BE49-F238E27FC236}">
                    <a16:creationId xmlns:a16="http://schemas.microsoft.com/office/drawing/2014/main" id="{F5957618-0748-D142-A806-32551A5C0393}"/>
                  </a:ext>
                </a:extLst>
              </p:cNvPr>
              <p:cNvSpPr/>
              <p:nvPr/>
            </p:nvSpPr>
            <p:spPr>
              <a:xfrm>
                <a:off x="8751819" y="3234667"/>
                <a:ext cx="271966" cy="652717"/>
              </a:xfrm>
              <a:custGeom>
                <a:avLst/>
                <a:gdLst>
                  <a:gd name="connsiteX0" fmla="*/ 191663 w 271965"/>
                  <a:gd name="connsiteY0" fmla="*/ 542449 h 652717"/>
                  <a:gd name="connsiteX1" fmla="*/ 186224 w 271965"/>
                  <a:gd name="connsiteY1" fmla="*/ 509813 h 652717"/>
                  <a:gd name="connsiteX2" fmla="*/ 186224 w 271965"/>
                  <a:gd name="connsiteY2" fmla="*/ 118183 h 652717"/>
                  <a:gd name="connsiteX3" fmla="*/ 123672 w 271965"/>
                  <a:gd name="connsiteY3" fmla="*/ 58350 h 652717"/>
                  <a:gd name="connsiteX4" fmla="*/ 58400 w 271965"/>
                  <a:gd name="connsiteY4" fmla="*/ 118183 h 652717"/>
                  <a:gd name="connsiteX5" fmla="*/ 58400 w 271965"/>
                  <a:gd name="connsiteY5" fmla="*/ 469018 h 652717"/>
                  <a:gd name="connsiteX6" fmla="*/ 69279 w 271965"/>
                  <a:gd name="connsiteY6" fmla="*/ 553328 h 652717"/>
                  <a:gd name="connsiteX7" fmla="*/ 161747 w 271965"/>
                  <a:gd name="connsiteY7" fmla="*/ 605001 h 652717"/>
                  <a:gd name="connsiteX8" fmla="*/ 221580 w 271965"/>
                  <a:gd name="connsiteY8" fmla="*/ 575085 h 652717"/>
                  <a:gd name="connsiteX9" fmla="*/ 191663 w 271965"/>
                  <a:gd name="connsiteY9" fmla="*/ 542449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191663" y="542449"/>
                    </a:moveTo>
                    <a:cubicBezTo>
                      <a:pt x="188944" y="531570"/>
                      <a:pt x="186224" y="520692"/>
                      <a:pt x="186224" y="509813"/>
                    </a:cubicBezTo>
                    <a:cubicBezTo>
                      <a:pt x="186224" y="507093"/>
                      <a:pt x="186224" y="120902"/>
                      <a:pt x="186224" y="118183"/>
                    </a:cubicBezTo>
                    <a:cubicBezTo>
                      <a:pt x="186224" y="85547"/>
                      <a:pt x="156308" y="58350"/>
                      <a:pt x="123672" y="58350"/>
                    </a:cubicBezTo>
                    <a:cubicBezTo>
                      <a:pt x="91036" y="55631"/>
                      <a:pt x="58400" y="85547"/>
                      <a:pt x="58400" y="118183"/>
                    </a:cubicBezTo>
                    <a:cubicBezTo>
                      <a:pt x="58400" y="123622"/>
                      <a:pt x="58400" y="469018"/>
                      <a:pt x="58400" y="469018"/>
                    </a:cubicBezTo>
                    <a:cubicBezTo>
                      <a:pt x="58400" y="498934"/>
                      <a:pt x="55680" y="528851"/>
                      <a:pt x="69279" y="553328"/>
                    </a:cubicBezTo>
                    <a:cubicBezTo>
                      <a:pt x="82877" y="583244"/>
                      <a:pt x="120953" y="605001"/>
                      <a:pt x="161747" y="605001"/>
                    </a:cubicBezTo>
                    <a:cubicBezTo>
                      <a:pt x="199822" y="605001"/>
                      <a:pt x="221580" y="575085"/>
                      <a:pt x="221580" y="575085"/>
                    </a:cubicBezTo>
                    <a:cubicBezTo>
                      <a:pt x="221580" y="575085"/>
                      <a:pt x="202542" y="566926"/>
                      <a:pt x="191663" y="54244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24">
                <a:extLst>
                  <a:ext uri="{FF2B5EF4-FFF2-40B4-BE49-F238E27FC236}">
                    <a16:creationId xmlns:a16="http://schemas.microsoft.com/office/drawing/2014/main" id="{E313D999-A4A1-0043-A6BF-1B4FE9FE7E64}"/>
                  </a:ext>
                </a:extLst>
              </p:cNvPr>
              <p:cNvSpPr/>
              <p:nvPr/>
            </p:nvSpPr>
            <p:spPr>
              <a:xfrm>
                <a:off x="6320666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3 w 435145"/>
                  <a:gd name="connsiteY1" fmla="*/ 148115 h 462341"/>
                  <a:gd name="connsiteX2" fmla="*/ 186003 w 435145"/>
                  <a:gd name="connsiteY2" fmla="*/ 148115 h 462341"/>
                  <a:gd name="connsiteX3" fmla="*/ 186003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3 w 435145"/>
                  <a:gd name="connsiteY8" fmla="*/ 362967 h 462341"/>
                  <a:gd name="connsiteX9" fmla="*/ 186003 w 435145"/>
                  <a:gd name="connsiteY9" fmla="*/ 213386 h 462341"/>
                  <a:gd name="connsiteX10" fmla="*/ 186003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3" y="148115"/>
                    </a:cubicBezTo>
                    <a:lnTo>
                      <a:pt x="186003" y="148115"/>
                    </a:lnTo>
                    <a:cubicBezTo>
                      <a:pt x="186003" y="129077"/>
                      <a:pt x="186003" y="115479"/>
                      <a:pt x="186003" y="115479"/>
                    </a:cubicBezTo>
                    <a:cubicBezTo>
                      <a:pt x="186003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3" y="395603"/>
                      <a:pt x="186003" y="362967"/>
                    </a:cubicBezTo>
                    <a:cubicBezTo>
                      <a:pt x="186003" y="360248"/>
                      <a:pt x="186003" y="281378"/>
                      <a:pt x="186003" y="213386"/>
                    </a:cubicBezTo>
                    <a:lnTo>
                      <a:pt x="186003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725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25">
                <a:extLst>
                  <a:ext uri="{FF2B5EF4-FFF2-40B4-BE49-F238E27FC236}">
                    <a16:creationId xmlns:a16="http://schemas.microsoft.com/office/drawing/2014/main" id="{ABDDD3FE-363E-244C-ACE6-6792139C57F9}"/>
                  </a:ext>
                </a:extLst>
              </p:cNvPr>
              <p:cNvSpPr/>
              <p:nvPr/>
            </p:nvSpPr>
            <p:spPr>
              <a:xfrm>
                <a:off x="7960620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26">
                <a:extLst>
                  <a:ext uri="{FF2B5EF4-FFF2-40B4-BE49-F238E27FC236}">
                    <a16:creationId xmlns:a16="http://schemas.microsoft.com/office/drawing/2014/main" id="{E74157BE-E29C-4D48-BD5B-5C87DE44060C}"/>
                  </a:ext>
                </a:extLst>
              </p:cNvPr>
              <p:cNvSpPr/>
              <p:nvPr/>
            </p:nvSpPr>
            <p:spPr>
              <a:xfrm>
                <a:off x="5020669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4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27">
                <a:extLst>
                  <a:ext uri="{FF2B5EF4-FFF2-40B4-BE49-F238E27FC236}">
                    <a16:creationId xmlns:a16="http://schemas.microsoft.com/office/drawing/2014/main" id="{84A36BA9-9A37-6B4F-B1FF-0F4FCB4FE7C5}"/>
                  </a:ext>
                </a:extLst>
              </p:cNvPr>
              <p:cNvSpPr/>
              <p:nvPr/>
            </p:nvSpPr>
            <p:spPr>
              <a:xfrm>
                <a:off x="7616289" y="3475234"/>
                <a:ext cx="364436" cy="364434"/>
              </a:xfrm>
              <a:custGeom>
                <a:avLst/>
                <a:gdLst>
                  <a:gd name="connsiteX0" fmla="*/ 182218 w 364436"/>
                  <a:gd name="connsiteY0" fmla="*/ 73431 h 364434"/>
                  <a:gd name="connsiteX1" fmla="*/ 130544 w 364436"/>
                  <a:gd name="connsiteY1" fmla="*/ 179499 h 364434"/>
                  <a:gd name="connsiteX2" fmla="*/ 182218 w 364436"/>
                  <a:gd name="connsiteY2" fmla="*/ 285565 h 364434"/>
                  <a:gd name="connsiteX3" fmla="*/ 233891 w 364436"/>
                  <a:gd name="connsiteY3" fmla="*/ 179499 h 364434"/>
                  <a:gd name="connsiteX4" fmla="*/ 182218 w 364436"/>
                  <a:gd name="connsiteY4" fmla="*/ 73431 h 364434"/>
                  <a:gd name="connsiteX5" fmla="*/ 182219 w 364436"/>
                  <a:gd name="connsiteY5" fmla="*/ 0 h 364434"/>
                  <a:gd name="connsiteX6" fmla="*/ 364436 w 364436"/>
                  <a:gd name="connsiteY6" fmla="*/ 182217 h 364434"/>
                  <a:gd name="connsiteX7" fmla="*/ 182219 w 364436"/>
                  <a:gd name="connsiteY7" fmla="*/ 364434 h 364434"/>
                  <a:gd name="connsiteX8" fmla="*/ 0 w 364436"/>
                  <a:gd name="connsiteY8" fmla="*/ 182217 h 364434"/>
                  <a:gd name="connsiteX9" fmla="*/ 182219 w 364436"/>
                  <a:gd name="connsiteY9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436" h="364434">
                    <a:moveTo>
                      <a:pt x="182218" y="73431"/>
                    </a:moveTo>
                    <a:cubicBezTo>
                      <a:pt x="152302" y="76151"/>
                      <a:pt x="130544" y="114226"/>
                      <a:pt x="130544" y="179499"/>
                    </a:cubicBezTo>
                    <a:cubicBezTo>
                      <a:pt x="130544" y="244770"/>
                      <a:pt x="146862" y="285565"/>
                      <a:pt x="182218" y="285565"/>
                    </a:cubicBezTo>
                    <a:cubicBezTo>
                      <a:pt x="217573" y="285565"/>
                      <a:pt x="233891" y="247490"/>
                      <a:pt x="233891" y="179499"/>
                    </a:cubicBezTo>
                    <a:cubicBezTo>
                      <a:pt x="233891" y="114226"/>
                      <a:pt x="212134" y="73431"/>
                      <a:pt x="182218" y="73431"/>
                    </a:cubicBezTo>
                    <a:close/>
                    <a:moveTo>
                      <a:pt x="182219" y="0"/>
                    </a:moveTo>
                    <a:cubicBezTo>
                      <a:pt x="282846" y="0"/>
                      <a:pt x="364436" y="81590"/>
                      <a:pt x="364436" y="182217"/>
                    </a:cubicBezTo>
                    <a:cubicBezTo>
                      <a:pt x="364436" y="282844"/>
                      <a:pt x="282846" y="364434"/>
                      <a:pt x="182219" y="364434"/>
                    </a:cubicBezTo>
                    <a:cubicBezTo>
                      <a:pt x="81591" y="364434"/>
                      <a:pt x="0" y="282844"/>
                      <a:pt x="0" y="182217"/>
                    </a:cubicBezTo>
                    <a:cubicBezTo>
                      <a:pt x="0" y="81590"/>
                      <a:pt x="81591" y="0"/>
                      <a:pt x="18221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28">
                <a:extLst>
                  <a:ext uri="{FF2B5EF4-FFF2-40B4-BE49-F238E27FC236}">
                    <a16:creationId xmlns:a16="http://schemas.microsoft.com/office/drawing/2014/main" id="{D7FA0663-930C-614F-BE27-B155B879B1CC}"/>
                  </a:ext>
                </a:extLst>
              </p:cNvPr>
              <p:cNvSpPr/>
              <p:nvPr/>
            </p:nvSpPr>
            <p:spPr>
              <a:xfrm>
                <a:off x="6743101" y="3464184"/>
                <a:ext cx="372773" cy="375657"/>
              </a:xfrm>
              <a:custGeom>
                <a:avLst/>
                <a:gdLst>
                  <a:gd name="connsiteX0" fmla="*/ 176958 w 372773"/>
                  <a:gd name="connsiteY0" fmla="*/ 98080 h 375657"/>
                  <a:gd name="connsiteX1" fmla="*/ 125284 w 372773"/>
                  <a:gd name="connsiteY1" fmla="*/ 190548 h 375657"/>
                  <a:gd name="connsiteX2" fmla="*/ 176958 w 372773"/>
                  <a:gd name="connsiteY2" fmla="*/ 283017 h 375657"/>
                  <a:gd name="connsiteX3" fmla="*/ 228631 w 372773"/>
                  <a:gd name="connsiteY3" fmla="*/ 190548 h 375657"/>
                  <a:gd name="connsiteX4" fmla="*/ 176958 w 372773"/>
                  <a:gd name="connsiteY4" fmla="*/ 98080 h 375657"/>
                  <a:gd name="connsiteX5" fmla="*/ 307501 w 372773"/>
                  <a:gd name="connsiteY5" fmla="*/ 172 h 375657"/>
                  <a:gd name="connsiteX6" fmla="*/ 372773 w 372773"/>
                  <a:gd name="connsiteY6" fmla="*/ 62724 h 375657"/>
                  <a:gd name="connsiteX7" fmla="*/ 372773 w 372773"/>
                  <a:gd name="connsiteY7" fmla="*/ 312934 h 375657"/>
                  <a:gd name="connsiteX8" fmla="*/ 302061 w 372773"/>
                  <a:gd name="connsiteY8" fmla="*/ 375486 h 375657"/>
                  <a:gd name="connsiteX9" fmla="*/ 239509 w 372773"/>
                  <a:gd name="connsiteY9" fmla="*/ 326532 h 375657"/>
                  <a:gd name="connsiteX10" fmla="*/ 179677 w 372773"/>
                  <a:gd name="connsiteY10" fmla="*/ 370046 h 375657"/>
                  <a:gd name="connsiteX11" fmla="*/ 70890 w 372773"/>
                  <a:gd name="connsiteY11" fmla="*/ 353728 h 375657"/>
                  <a:gd name="connsiteX12" fmla="*/ 128003 w 372773"/>
                  <a:gd name="connsiteY12" fmla="*/ 11051 h 375657"/>
                  <a:gd name="connsiteX13" fmla="*/ 236790 w 372773"/>
                  <a:gd name="connsiteY13" fmla="*/ 70883 h 375657"/>
                  <a:gd name="connsiteX14" fmla="*/ 236790 w 372773"/>
                  <a:gd name="connsiteY14" fmla="*/ 62724 h 375657"/>
                  <a:gd name="connsiteX15" fmla="*/ 307501 w 372773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3" h="375657">
                    <a:moveTo>
                      <a:pt x="176958" y="98080"/>
                    </a:moveTo>
                    <a:cubicBezTo>
                      <a:pt x="147042" y="100800"/>
                      <a:pt x="125284" y="133436"/>
                      <a:pt x="125284" y="190548"/>
                    </a:cubicBezTo>
                    <a:cubicBezTo>
                      <a:pt x="125284" y="247661"/>
                      <a:pt x="141602" y="283017"/>
                      <a:pt x="176958" y="283017"/>
                    </a:cubicBezTo>
                    <a:cubicBezTo>
                      <a:pt x="212314" y="283017"/>
                      <a:pt x="228631" y="247661"/>
                      <a:pt x="228631" y="190548"/>
                    </a:cubicBezTo>
                    <a:cubicBezTo>
                      <a:pt x="228631" y="133436"/>
                      <a:pt x="206874" y="98080"/>
                      <a:pt x="176958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3" y="30088"/>
                      <a:pt x="372773" y="62724"/>
                    </a:cubicBezTo>
                    <a:cubicBezTo>
                      <a:pt x="372773" y="65444"/>
                      <a:pt x="372773" y="307494"/>
                      <a:pt x="372773" y="312934"/>
                    </a:cubicBezTo>
                    <a:cubicBezTo>
                      <a:pt x="370053" y="348289"/>
                      <a:pt x="337417" y="378205"/>
                      <a:pt x="302061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5911" y="348289"/>
                      <a:pt x="198715" y="364607"/>
                      <a:pt x="179677" y="370046"/>
                    </a:cubicBezTo>
                    <a:cubicBezTo>
                      <a:pt x="147041" y="378205"/>
                      <a:pt x="100807" y="372766"/>
                      <a:pt x="70890" y="353728"/>
                    </a:cubicBezTo>
                    <a:cubicBezTo>
                      <a:pt x="-35177" y="285737"/>
                      <a:pt x="-27018" y="11051"/>
                      <a:pt x="128003" y="11051"/>
                    </a:cubicBezTo>
                    <a:cubicBezTo>
                      <a:pt x="185116" y="11051"/>
                      <a:pt x="220471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29">
                <a:extLst>
                  <a:ext uri="{FF2B5EF4-FFF2-40B4-BE49-F238E27FC236}">
                    <a16:creationId xmlns:a16="http://schemas.microsoft.com/office/drawing/2014/main" id="{9A513BCD-53A7-DF49-A93B-B69A78FB0BF0}"/>
                  </a:ext>
                </a:extLst>
              </p:cNvPr>
              <p:cNvSpPr/>
              <p:nvPr/>
            </p:nvSpPr>
            <p:spPr>
              <a:xfrm>
                <a:off x="8380335" y="3464184"/>
                <a:ext cx="372772" cy="375657"/>
              </a:xfrm>
              <a:custGeom>
                <a:avLst/>
                <a:gdLst>
                  <a:gd name="connsiteX0" fmla="*/ 176957 w 372772"/>
                  <a:gd name="connsiteY0" fmla="*/ 98080 h 375657"/>
                  <a:gd name="connsiteX1" fmla="*/ 125282 w 372772"/>
                  <a:gd name="connsiteY1" fmla="*/ 190548 h 375657"/>
                  <a:gd name="connsiteX2" fmla="*/ 176957 w 372772"/>
                  <a:gd name="connsiteY2" fmla="*/ 283017 h 375657"/>
                  <a:gd name="connsiteX3" fmla="*/ 228630 w 372772"/>
                  <a:gd name="connsiteY3" fmla="*/ 190548 h 375657"/>
                  <a:gd name="connsiteX4" fmla="*/ 176957 w 372772"/>
                  <a:gd name="connsiteY4" fmla="*/ 98080 h 375657"/>
                  <a:gd name="connsiteX5" fmla="*/ 307501 w 372772"/>
                  <a:gd name="connsiteY5" fmla="*/ 172 h 375657"/>
                  <a:gd name="connsiteX6" fmla="*/ 372772 w 372772"/>
                  <a:gd name="connsiteY6" fmla="*/ 62724 h 375657"/>
                  <a:gd name="connsiteX7" fmla="*/ 372772 w 372772"/>
                  <a:gd name="connsiteY7" fmla="*/ 312934 h 375657"/>
                  <a:gd name="connsiteX8" fmla="*/ 302062 w 372772"/>
                  <a:gd name="connsiteY8" fmla="*/ 375486 h 375657"/>
                  <a:gd name="connsiteX9" fmla="*/ 239509 w 372772"/>
                  <a:gd name="connsiteY9" fmla="*/ 326532 h 375657"/>
                  <a:gd name="connsiteX10" fmla="*/ 179677 w 372772"/>
                  <a:gd name="connsiteY10" fmla="*/ 370046 h 375657"/>
                  <a:gd name="connsiteX11" fmla="*/ 70890 w 372772"/>
                  <a:gd name="connsiteY11" fmla="*/ 353728 h 375657"/>
                  <a:gd name="connsiteX12" fmla="*/ 128002 w 372772"/>
                  <a:gd name="connsiteY12" fmla="*/ 11051 h 375657"/>
                  <a:gd name="connsiteX13" fmla="*/ 236790 w 372772"/>
                  <a:gd name="connsiteY13" fmla="*/ 70883 h 375657"/>
                  <a:gd name="connsiteX14" fmla="*/ 236790 w 372772"/>
                  <a:gd name="connsiteY14" fmla="*/ 62724 h 375657"/>
                  <a:gd name="connsiteX15" fmla="*/ 307501 w 372772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2" h="375657">
                    <a:moveTo>
                      <a:pt x="176957" y="98080"/>
                    </a:moveTo>
                    <a:cubicBezTo>
                      <a:pt x="147039" y="100800"/>
                      <a:pt x="125282" y="133436"/>
                      <a:pt x="125282" y="190548"/>
                    </a:cubicBezTo>
                    <a:cubicBezTo>
                      <a:pt x="125282" y="247661"/>
                      <a:pt x="141600" y="283017"/>
                      <a:pt x="176957" y="283017"/>
                    </a:cubicBezTo>
                    <a:cubicBezTo>
                      <a:pt x="212312" y="283017"/>
                      <a:pt x="228630" y="247661"/>
                      <a:pt x="228630" y="190548"/>
                    </a:cubicBezTo>
                    <a:cubicBezTo>
                      <a:pt x="228630" y="133436"/>
                      <a:pt x="206873" y="98080"/>
                      <a:pt x="176957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2" y="30088"/>
                      <a:pt x="372772" y="62724"/>
                    </a:cubicBezTo>
                    <a:cubicBezTo>
                      <a:pt x="372772" y="65444"/>
                      <a:pt x="372772" y="307494"/>
                      <a:pt x="372772" y="312934"/>
                    </a:cubicBezTo>
                    <a:cubicBezTo>
                      <a:pt x="370053" y="348289"/>
                      <a:pt x="337417" y="378205"/>
                      <a:pt x="302062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8630" y="348289"/>
                      <a:pt x="198714" y="364607"/>
                      <a:pt x="179677" y="370046"/>
                    </a:cubicBezTo>
                    <a:cubicBezTo>
                      <a:pt x="147040" y="378205"/>
                      <a:pt x="100806" y="372766"/>
                      <a:pt x="70890" y="353728"/>
                    </a:cubicBezTo>
                    <a:cubicBezTo>
                      <a:pt x="-35177" y="285737"/>
                      <a:pt x="-27018" y="11051"/>
                      <a:pt x="128002" y="11051"/>
                    </a:cubicBezTo>
                    <a:cubicBezTo>
                      <a:pt x="185116" y="11051"/>
                      <a:pt x="220472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30">
                <a:extLst>
                  <a:ext uri="{FF2B5EF4-FFF2-40B4-BE49-F238E27FC236}">
                    <a16:creationId xmlns:a16="http://schemas.microsoft.com/office/drawing/2014/main" id="{A3147A3B-6921-0643-8E5D-9665818B103F}"/>
                  </a:ext>
                </a:extLst>
              </p:cNvPr>
              <p:cNvSpPr/>
              <p:nvPr/>
            </p:nvSpPr>
            <p:spPr>
              <a:xfrm>
                <a:off x="7389492" y="3444253"/>
                <a:ext cx="217573" cy="435145"/>
              </a:xfrm>
              <a:custGeom>
                <a:avLst/>
                <a:gdLst>
                  <a:gd name="connsiteX0" fmla="*/ 186002 w 217572"/>
                  <a:gd name="connsiteY0" fmla="*/ 118011 h 435144"/>
                  <a:gd name="connsiteX1" fmla="*/ 128890 w 217572"/>
                  <a:gd name="connsiteY1" fmla="*/ 58178 h 435144"/>
                  <a:gd name="connsiteX2" fmla="*/ 123450 w 217572"/>
                  <a:gd name="connsiteY2" fmla="*/ 58178 h 435144"/>
                  <a:gd name="connsiteX3" fmla="*/ 58178 w 217572"/>
                  <a:gd name="connsiteY3" fmla="*/ 115291 h 435144"/>
                  <a:gd name="connsiteX4" fmla="*/ 58178 w 217572"/>
                  <a:gd name="connsiteY4" fmla="*/ 232236 h 435144"/>
                  <a:gd name="connsiteX5" fmla="*/ 58178 w 217572"/>
                  <a:gd name="connsiteY5" fmla="*/ 232236 h 435144"/>
                  <a:gd name="connsiteX6" fmla="*/ 58178 w 217572"/>
                  <a:gd name="connsiteY6" fmla="*/ 335583 h 435144"/>
                  <a:gd name="connsiteX7" fmla="*/ 115291 w 217572"/>
                  <a:gd name="connsiteY7" fmla="*/ 395415 h 435144"/>
                  <a:gd name="connsiteX8" fmla="*/ 120730 w 217572"/>
                  <a:gd name="connsiteY8" fmla="*/ 395415 h 435144"/>
                  <a:gd name="connsiteX9" fmla="*/ 186002 w 217572"/>
                  <a:gd name="connsiteY9" fmla="*/ 338303 h 435144"/>
                  <a:gd name="connsiteX10" fmla="*/ 186002 w 217572"/>
                  <a:gd name="connsiteY10" fmla="*/ 240395 h 435144"/>
                  <a:gd name="connsiteX11" fmla="*/ 186002 w 217572"/>
                  <a:gd name="connsiteY11" fmla="*/ 240395 h 435144"/>
                  <a:gd name="connsiteX12" fmla="*/ 186002 w 217572"/>
                  <a:gd name="connsiteY12" fmla="*/ 118011 h 43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572" h="435144">
                    <a:moveTo>
                      <a:pt x="186002" y="118011"/>
                    </a:moveTo>
                    <a:cubicBezTo>
                      <a:pt x="183283" y="85375"/>
                      <a:pt x="158806" y="60898"/>
                      <a:pt x="128890" y="58178"/>
                    </a:cubicBezTo>
                    <a:cubicBezTo>
                      <a:pt x="126170" y="58178"/>
                      <a:pt x="126170" y="58178"/>
                      <a:pt x="123450" y="58178"/>
                    </a:cubicBezTo>
                    <a:cubicBezTo>
                      <a:pt x="96254" y="58178"/>
                      <a:pt x="58178" y="82655"/>
                      <a:pt x="58178" y="115291"/>
                    </a:cubicBezTo>
                    <a:lnTo>
                      <a:pt x="58178" y="232236"/>
                    </a:lnTo>
                    <a:lnTo>
                      <a:pt x="58178" y="232236"/>
                    </a:lnTo>
                    <a:cubicBezTo>
                      <a:pt x="58178" y="270311"/>
                      <a:pt x="58178" y="335583"/>
                      <a:pt x="58178" y="335583"/>
                    </a:cubicBezTo>
                    <a:cubicBezTo>
                      <a:pt x="60898" y="368219"/>
                      <a:pt x="85375" y="392696"/>
                      <a:pt x="115291" y="395415"/>
                    </a:cubicBezTo>
                    <a:cubicBezTo>
                      <a:pt x="118011" y="395415"/>
                      <a:pt x="118011" y="395415"/>
                      <a:pt x="120730" y="395415"/>
                    </a:cubicBezTo>
                    <a:cubicBezTo>
                      <a:pt x="147927" y="395415"/>
                      <a:pt x="186002" y="370938"/>
                      <a:pt x="186002" y="338303"/>
                    </a:cubicBezTo>
                    <a:lnTo>
                      <a:pt x="186002" y="240395"/>
                    </a:lnTo>
                    <a:lnTo>
                      <a:pt x="186002" y="240395"/>
                    </a:lnTo>
                    <a:cubicBezTo>
                      <a:pt x="186002" y="202320"/>
                      <a:pt x="186002" y="118011"/>
                      <a:pt x="186002" y="11801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31">
                <a:extLst>
                  <a:ext uri="{FF2B5EF4-FFF2-40B4-BE49-F238E27FC236}">
                    <a16:creationId xmlns:a16="http://schemas.microsoft.com/office/drawing/2014/main" id="{1887E923-CAFA-3542-A10E-AC8560903793}"/>
                  </a:ext>
                </a:extLst>
              </p:cNvPr>
              <p:cNvSpPr/>
              <p:nvPr/>
            </p:nvSpPr>
            <p:spPr>
              <a:xfrm>
                <a:off x="7392212" y="3280901"/>
                <a:ext cx="217573" cy="217572"/>
              </a:xfrm>
              <a:custGeom>
                <a:avLst/>
                <a:gdLst>
                  <a:gd name="connsiteX0" fmla="*/ 183282 w 217572"/>
                  <a:gd name="connsiteY0" fmla="*/ 120902 h 217572"/>
                  <a:gd name="connsiteX1" fmla="*/ 120730 w 217572"/>
                  <a:gd name="connsiteY1" fmla="*/ 183454 h 217572"/>
                  <a:gd name="connsiteX2" fmla="*/ 58178 w 217572"/>
                  <a:gd name="connsiteY2" fmla="*/ 120902 h 217572"/>
                  <a:gd name="connsiteX3" fmla="*/ 120730 w 217572"/>
                  <a:gd name="connsiteY3" fmla="*/ 58350 h 217572"/>
                  <a:gd name="connsiteX4" fmla="*/ 183282 w 217572"/>
                  <a:gd name="connsiteY4" fmla="*/ 120902 h 2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72" h="217572">
                    <a:moveTo>
                      <a:pt x="183282" y="120902"/>
                    </a:moveTo>
                    <a:cubicBezTo>
                      <a:pt x="183282" y="156258"/>
                      <a:pt x="156086" y="183454"/>
                      <a:pt x="120730" y="183454"/>
                    </a:cubicBezTo>
                    <a:cubicBezTo>
                      <a:pt x="85375" y="183454"/>
                      <a:pt x="58178" y="156258"/>
                      <a:pt x="58178" y="120902"/>
                    </a:cubicBezTo>
                    <a:cubicBezTo>
                      <a:pt x="58178" y="85547"/>
                      <a:pt x="85375" y="58350"/>
                      <a:pt x="120730" y="58350"/>
                    </a:cubicBezTo>
                    <a:cubicBezTo>
                      <a:pt x="153366" y="55630"/>
                      <a:pt x="183282" y="85547"/>
                      <a:pt x="183282" y="12090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32">
                <a:extLst>
                  <a:ext uri="{FF2B5EF4-FFF2-40B4-BE49-F238E27FC236}">
                    <a16:creationId xmlns:a16="http://schemas.microsoft.com/office/drawing/2014/main" id="{84874031-9002-864F-841D-9EE2C82651F5}"/>
                  </a:ext>
                </a:extLst>
              </p:cNvPr>
              <p:cNvSpPr/>
              <p:nvPr/>
            </p:nvSpPr>
            <p:spPr>
              <a:xfrm>
                <a:off x="6005186" y="3416884"/>
                <a:ext cx="380752" cy="462341"/>
              </a:xfrm>
              <a:custGeom>
                <a:avLst/>
                <a:gdLst>
                  <a:gd name="connsiteX0" fmla="*/ 270312 w 380752"/>
                  <a:gd name="connsiteY0" fmla="*/ 69229 h 462341"/>
                  <a:gd name="connsiteX1" fmla="*/ 188722 w 380752"/>
                  <a:gd name="connsiteY1" fmla="*/ 134501 h 462341"/>
                  <a:gd name="connsiteX2" fmla="*/ 188722 w 380752"/>
                  <a:gd name="connsiteY2" fmla="*/ 118183 h 462341"/>
                  <a:gd name="connsiteX3" fmla="*/ 126170 w 380752"/>
                  <a:gd name="connsiteY3" fmla="*/ 58350 h 462341"/>
                  <a:gd name="connsiteX4" fmla="*/ 58178 w 380752"/>
                  <a:gd name="connsiteY4" fmla="*/ 118183 h 462341"/>
                  <a:gd name="connsiteX5" fmla="*/ 58178 w 380752"/>
                  <a:gd name="connsiteY5" fmla="*/ 210651 h 462341"/>
                  <a:gd name="connsiteX6" fmla="*/ 58178 w 380752"/>
                  <a:gd name="connsiteY6" fmla="*/ 365671 h 462341"/>
                  <a:gd name="connsiteX7" fmla="*/ 58178 w 380752"/>
                  <a:gd name="connsiteY7" fmla="*/ 365671 h 462341"/>
                  <a:gd name="connsiteX8" fmla="*/ 120730 w 380752"/>
                  <a:gd name="connsiteY8" fmla="*/ 425504 h 462341"/>
                  <a:gd name="connsiteX9" fmla="*/ 186002 w 380752"/>
                  <a:gd name="connsiteY9" fmla="*/ 365671 h 462341"/>
                  <a:gd name="connsiteX10" fmla="*/ 186002 w 380752"/>
                  <a:gd name="connsiteY10" fmla="*/ 365671 h 462341"/>
                  <a:gd name="connsiteX11" fmla="*/ 186002 w 380752"/>
                  <a:gd name="connsiteY11" fmla="*/ 210651 h 462341"/>
                  <a:gd name="connsiteX12" fmla="*/ 215919 w 380752"/>
                  <a:gd name="connsiteY12" fmla="*/ 158978 h 462341"/>
                  <a:gd name="connsiteX13" fmla="*/ 275751 w 380752"/>
                  <a:gd name="connsiteY13" fmla="*/ 221530 h 462341"/>
                  <a:gd name="connsiteX14" fmla="*/ 270312 w 380752"/>
                  <a:gd name="connsiteY14" fmla="*/ 69229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0752" h="462341">
                    <a:moveTo>
                      <a:pt x="270312" y="69229"/>
                    </a:moveTo>
                    <a:cubicBezTo>
                      <a:pt x="232236" y="71949"/>
                      <a:pt x="213199" y="99145"/>
                      <a:pt x="188722" y="134501"/>
                    </a:cubicBezTo>
                    <a:cubicBezTo>
                      <a:pt x="188722" y="134501"/>
                      <a:pt x="188722" y="118183"/>
                      <a:pt x="188722" y="118183"/>
                    </a:cubicBezTo>
                    <a:cubicBezTo>
                      <a:pt x="188722" y="85547"/>
                      <a:pt x="158806" y="58350"/>
                      <a:pt x="126170" y="58350"/>
                    </a:cubicBezTo>
                    <a:cubicBezTo>
                      <a:pt x="93534" y="55631"/>
                      <a:pt x="60898" y="85547"/>
                      <a:pt x="58178" y="118183"/>
                    </a:cubicBezTo>
                    <a:lnTo>
                      <a:pt x="58178" y="210651"/>
                    </a:lnTo>
                    <a:lnTo>
                      <a:pt x="58178" y="365671"/>
                    </a:lnTo>
                    <a:lnTo>
                      <a:pt x="58178" y="365671"/>
                    </a:lnTo>
                    <a:cubicBezTo>
                      <a:pt x="58178" y="398307"/>
                      <a:pt x="88094" y="425504"/>
                      <a:pt x="120730" y="425504"/>
                    </a:cubicBezTo>
                    <a:cubicBezTo>
                      <a:pt x="153366" y="428224"/>
                      <a:pt x="186002" y="398307"/>
                      <a:pt x="186002" y="365671"/>
                    </a:cubicBezTo>
                    <a:lnTo>
                      <a:pt x="186002" y="365671"/>
                    </a:lnTo>
                    <a:lnTo>
                      <a:pt x="186002" y="210651"/>
                    </a:lnTo>
                    <a:cubicBezTo>
                      <a:pt x="188722" y="188894"/>
                      <a:pt x="196881" y="158978"/>
                      <a:pt x="215919" y="158978"/>
                    </a:cubicBezTo>
                    <a:cubicBezTo>
                      <a:pt x="243115" y="158978"/>
                      <a:pt x="215919" y="221530"/>
                      <a:pt x="275751" y="221530"/>
                    </a:cubicBezTo>
                    <a:cubicBezTo>
                      <a:pt x="362780" y="221530"/>
                      <a:pt x="373658" y="63790"/>
                      <a:pt x="270312" y="6922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33">
                <a:extLst>
                  <a:ext uri="{FF2B5EF4-FFF2-40B4-BE49-F238E27FC236}">
                    <a16:creationId xmlns:a16="http://schemas.microsoft.com/office/drawing/2014/main" id="{FB81BFE9-AE78-F94A-8F8D-F56347D57D66}"/>
                  </a:ext>
                </a:extLst>
              </p:cNvPr>
              <p:cNvSpPr/>
              <p:nvPr/>
            </p:nvSpPr>
            <p:spPr>
              <a:xfrm>
                <a:off x="5693490" y="3475234"/>
                <a:ext cx="337238" cy="364434"/>
              </a:xfrm>
              <a:custGeom>
                <a:avLst/>
                <a:gdLst>
                  <a:gd name="connsiteX0" fmla="*/ 180433 w 337238"/>
                  <a:gd name="connsiteY0" fmla="*/ 73984 h 364434"/>
                  <a:gd name="connsiteX1" fmla="*/ 163180 w 337238"/>
                  <a:gd name="connsiteY1" fmla="*/ 78870 h 364434"/>
                  <a:gd name="connsiteX2" fmla="*/ 125105 w 337238"/>
                  <a:gd name="connsiteY2" fmla="*/ 160461 h 364434"/>
                  <a:gd name="connsiteX3" fmla="*/ 171339 w 337238"/>
                  <a:gd name="connsiteY3" fmla="*/ 163180 h 364434"/>
                  <a:gd name="connsiteX4" fmla="*/ 214854 w 337238"/>
                  <a:gd name="connsiteY4" fmla="*/ 108787 h 364434"/>
                  <a:gd name="connsiteX5" fmla="*/ 180433 w 337238"/>
                  <a:gd name="connsiteY5" fmla="*/ 73984 h 364434"/>
                  <a:gd name="connsiteX6" fmla="*/ 174059 w 337238"/>
                  <a:gd name="connsiteY6" fmla="*/ 0 h 364434"/>
                  <a:gd name="connsiteX7" fmla="*/ 337238 w 337238"/>
                  <a:gd name="connsiteY7" fmla="*/ 119665 h 364434"/>
                  <a:gd name="connsiteX8" fmla="*/ 133264 w 337238"/>
                  <a:gd name="connsiteY8" fmla="*/ 217573 h 364434"/>
                  <a:gd name="connsiteX9" fmla="*/ 225732 w 337238"/>
                  <a:gd name="connsiteY9" fmla="*/ 277405 h 364434"/>
                  <a:gd name="connsiteX10" fmla="*/ 320920 w 337238"/>
                  <a:gd name="connsiteY10" fmla="*/ 250208 h 364434"/>
                  <a:gd name="connsiteX11" fmla="*/ 174059 w 337238"/>
                  <a:gd name="connsiteY11" fmla="*/ 364434 h 364434"/>
                  <a:gd name="connsiteX12" fmla="*/ 0 w 337238"/>
                  <a:gd name="connsiteY12" fmla="*/ 184937 h 364434"/>
                  <a:gd name="connsiteX13" fmla="*/ 174059 w 337238"/>
                  <a:gd name="connsiteY13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238" h="364434">
                    <a:moveTo>
                      <a:pt x="180433" y="73984"/>
                    </a:moveTo>
                    <a:cubicBezTo>
                      <a:pt x="174569" y="73941"/>
                      <a:pt x="168620" y="75471"/>
                      <a:pt x="163180" y="78870"/>
                    </a:cubicBezTo>
                    <a:cubicBezTo>
                      <a:pt x="135984" y="95189"/>
                      <a:pt x="127825" y="130544"/>
                      <a:pt x="125105" y="160461"/>
                    </a:cubicBezTo>
                    <a:cubicBezTo>
                      <a:pt x="125105" y="163180"/>
                      <a:pt x="168620" y="160461"/>
                      <a:pt x="171339" y="163180"/>
                    </a:cubicBezTo>
                    <a:cubicBezTo>
                      <a:pt x="195816" y="157741"/>
                      <a:pt x="214854" y="135984"/>
                      <a:pt x="214854" y="108787"/>
                    </a:cubicBezTo>
                    <a:cubicBezTo>
                      <a:pt x="214854" y="88389"/>
                      <a:pt x="198026" y="74111"/>
                      <a:pt x="180433" y="73984"/>
                    </a:cubicBezTo>
                    <a:close/>
                    <a:moveTo>
                      <a:pt x="174059" y="0"/>
                    </a:moveTo>
                    <a:cubicBezTo>
                      <a:pt x="233891" y="0"/>
                      <a:pt x="337238" y="29916"/>
                      <a:pt x="337238" y="119665"/>
                    </a:cubicBezTo>
                    <a:cubicBezTo>
                      <a:pt x="337238" y="209414"/>
                      <a:pt x="244770" y="217573"/>
                      <a:pt x="133264" y="217573"/>
                    </a:cubicBezTo>
                    <a:cubicBezTo>
                      <a:pt x="133264" y="217573"/>
                      <a:pt x="149581" y="277405"/>
                      <a:pt x="225732" y="277405"/>
                    </a:cubicBezTo>
                    <a:cubicBezTo>
                      <a:pt x="301883" y="277405"/>
                      <a:pt x="320920" y="250208"/>
                      <a:pt x="320920" y="250208"/>
                    </a:cubicBezTo>
                    <a:cubicBezTo>
                      <a:pt x="320920" y="250208"/>
                      <a:pt x="315481" y="364434"/>
                      <a:pt x="174059" y="364434"/>
                    </a:cubicBezTo>
                    <a:cubicBezTo>
                      <a:pt x="95188" y="364434"/>
                      <a:pt x="0" y="304602"/>
                      <a:pt x="0" y="184937"/>
                    </a:cubicBezTo>
                    <a:cubicBezTo>
                      <a:pt x="0" y="78870"/>
                      <a:pt x="73431" y="0"/>
                      <a:pt x="17405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34">
                <a:extLst>
                  <a:ext uri="{FF2B5EF4-FFF2-40B4-BE49-F238E27FC236}">
                    <a16:creationId xmlns:a16="http://schemas.microsoft.com/office/drawing/2014/main" id="{A2889FAB-A68E-0B4F-AB16-872CCC88BB8C}"/>
                  </a:ext>
                </a:extLst>
              </p:cNvPr>
              <p:cNvSpPr/>
              <p:nvPr/>
            </p:nvSpPr>
            <p:spPr>
              <a:xfrm>
                <a:off x="5376945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3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6797" y="409186"/>
                      <a:pt x="26759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35">
                <a:extLst>
                  <a:ext uri="{FF2B5EF4-FFF2-40B4-BE49-F238E27FC236}">
                    <a16:creationId xmlns:a16="http://schemas.microsoft.com/office/drawing/2014/main" id="{2BB4E262-A9D6-694F-A5FB-8124A9963DAF}"/>
                  </a:ext>
                </a:extLst>
              </p:cNvPr>
              <p:cNvSpPr/>
              <p:nvPr/>
            </p:nvSpPr>
            <p:spPr>
              <a:xfrm>
                <a:off x="7090329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2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9517" y="409186"/>
                      <a:pt x="27031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36">
                <a:extLst>
                  <a:ext uri="{FF2B5EF4-FFF2-40B4-BE49-F238E27FC236}">
                    <a16:creationId xmlns:a16="http://schemas.microsoft.com/office/drawing/2014/main" id="{35C2FE6C-1E98-0C45-BA80-7BA5C96EC6CA}"/>
                  </a:ext>
                </a:extLst>
              </p:cNvPr>
              <p:cNvSpPr/>
              <p:nvPr/>
            </p:nvSpPr>
            <p:spPr>
              <a:xfrm>
                <a:off x="2080719" y="4178559"/>
                <a:ext cx="462342" cy="788700"/>
              </a:xfrm>
              <a:custGeom>
                <a:avLst/>
                <a:gdLst>
                  <a:gd name="connsiteX0" fmla="*/ 403575 w 462341"/>
                  <a:gd name="connsiteY0" fmla="*/ 583072 h 788699"/>
                  <a:gd name="connsiteX1" fmla="*/ 406295 w 462341"/>
                  <a:gd name="connsiteY1" fmla="*/ 596670 h 788699"/>
                  <a:gd name="connsiteX2" fmla="*/ 400855 w 462341"/>
                  <a:gd name="connsiteY2" fmla="*/ 610268 h 788699"/>
                  <a:gd name="connsiteX3" fmla="*/ 389977 w 462341"/>
                  <a:gd name="connsiteY3" fmla="*/ 626586 h 788699"/>
                  <a:gd name="connsiteX4" fmla="*/ 354621 w 462341"/>
                  <a:gd name="connsiteY4" fmla="*/ 675540 h 788699"/>
                  <a:gd name="connsiteX5" fmla="*/ 327424 w 462341"/>
                  <a:gd name="connsiteY5" fmla="*/ 691858 h 788699"/>
                  <a:gd name="connsiteX6" fmla="*/ 292069 w 462341"/>
                  <a:gd name="connsiteY6" fmla="*/ 713615 h 788699"/>
                  <a:gd name="connsiteX7" fmla="*/ 251274 w 462341"/>
                  <a:gd name="connsiteY7" fmla="*/ 724494 h 788699"/>
                  <a:gd name="connsiteX8" fmla="*/ 221358 w 462341"/>
                  <a:gd name="connsiteY8" fmla="*/ 721774 h 788699"/>
                  <a:gd name="connsiteX9" fmla="*/ 191442 w 462341"/>
                  <a:gd name="connsiteY9" fmla="*/ 721774 h 788699"/>
                  <a:gd name="connsiteX10" fmla="*/ 153366 w 462341"/>
                  <a:gd name="connsiteY10" fmla="*/ 713615 h 788699"/>
                  <a:gd name="connsiteX11" fmla="*/ 104412 w 462341"/>
                  <a:gd name="connsiteY11" fmla="*/ 675540 h 788699"/>
                  <a:gd name="connsiteX12" fmla="*/ 104412 w 462341"/>
                  <a:gd name="connsiteY12" fmla="*/ 689138 h 788699"/>
                  <a:gd name="connsiteX13" fmla="*/ 101693 w 462341"/>
                  <a:gd name="connsiteY13" fmla="*/ 710895 h 788699"/>
                  <a:gd name="connsiteX14" fmla="*/ 85375 w 462341"/>
                  <a:gd name="connsiteY14" fmla="*/ 732653 h 788699"/>
                  <a:gd name="connsiteX15" fmla="*/ 69057 w 462341"/>
                  <a:gd name="connsiteY15" fmla="*/ 727214 h 788699"/>
                  <a:gd name="connsiteX16" fmla="*/ 60898 w 462341"/>
                  <a:gd name="connsiteY16" fmla="*/ 710895 h 788699"/>
                  <a:gd name="connsiteX17" fmla="*/ 58178 w 462341"/>
                  <a:gd name="connsiteY17" fmla="*/ 691858 h 788699"/>
                  <a:gd name="connsiteX18" fmla="*/ 60898 w 462341"/>
                  <a:gd name="connsiteY18" fmla="*/ 664661 h 788699"/>
                  <a:gd name="connsiteX19" fmla="*/ 60898 w 462341"/>
                  <a:gd name="connsiteY19" fmla="*/ 607549 h 788699"/>
                  <a:gd name="connsiteX20" fmla="*/ 63618 w 462341"/>
                  <a:gd name="connsiteY20" fmla="*/ 528679 h 788699"/>
                  <a:gd name="connsiteX21" fmla="*/ 69057 w 462341"/>
                  <a:gd name="connsiteY21" fmla="*/ 504202 h 788699"/>
                  <a:gd name="connsiteX22" fmla="*/ 74496 w 462341"/>
                  <a:gd name="connsiteY22" fmla="*/ 493323 h 788699"/>
                  <a:gd name="connsiteX23" fmla="*/ 82655 w 462341"/>
                  <a:gd name="connsiteY23" fmla="*/ 487884 h 788699"/>
                  <a:gd name="connsiteX24" fmla="*/ 90814 w 462341"/>
                  <a:gd name="connsiteY24" fmla="*/ 493323 h 788699"/>
                  <a:gd name="connsiteX25" fmla="*/ 98973 w 462341"/>
                  <a:gd name="connsiteY25" fmla="*/ 512361 h 788699"/>
                  <a:gd name="connsiteX26" fmla="*/ 101693 w 462341"/>
                  <a:gd name="connsiteY26" fmla="*/ 555875 h 788699"/>
                  <a:gd name="connsiteX27" fmla="*/ 101693 w 462341"/>
                  <a:gd name="connsiteY27" fmla="*/ 596670 h 788699"/>
                  <a:gd name="connsiteX28" fmla="*/ 109852 w 462341"/>
                  <a:gd name="connsiteY28" fmla="*/ 626586 h 788699"/>
                  <a:gd name="connsiteX29" fmla="*/ 128889 w 462341"/>
                  <a:gd name="connsiteY29" fmla="*/ 651063 h 788699"/>
                  <a:gd name="connsiteX30" fmla="*/ 153366 w 462341"/>
                  <a:gd name="connsiteY30" fmla="*/ 670101 h 788699"/>
                  <a:gd name="connsiteX31" fmla="*/ 196881 w 462341"/>
                  <a:gd name="connsiteY31" fmla="*/ 678260 h 788699"/>
                  <a:gd name="connsiteX32" fmla="*/ 221358 w 462341"/>
                  <a:gd name="connsiteY32" fmla="*/ 667381 h 788699"/>
                  <a:gd name="connsiteX33" fmla="*/ 253994 w 462341"/>
                  <a:gd name="connsiteY33" fmla="*/ 659222 h 788699"/>
                  <a:gd name="connsiteX34" fmla="*/ 275751 w 462341"/>
                  <a:gd name="connsiteY34" fmla="*/ 637465 h 788699"/>
                  <a:gd name="connsiteX35" fmla="*/ 281190 w 462341"/>
                  <a:gd name="connsiteY35" fmla="*/ 615708 h 788699"/>
                  <a:gd name="connsiteX36" fmla="*/ 278471 w 462341"/>
                  <a:gd name="connsiteY36" fmla="*/ 602109 h 788699"/>
                  <a:gd name="connsiteX37" fmla="*/ 262153 w 462341"/>
                  <a:gd name="connsiteY37" fmla="*/ 572193 h 788699"/>
                  <a:gd name="connsiteX38" fmla="*/ 245835 w 462341"/>
                  <a:gd name="connsiteY38" fmla="*/ 536838 h 788699"/>
                  <a:gd name="connsiteX39" fmla="*/ 196881 w 462341"/>
                  <a:gd name="connsiteY39" fmla="*/ 477005 h 788699"/>
                  <a:gd name="connsiteX40" fmla="*/ 145207 w 462341"/>
                  <a:gd name="connsiteY40" fmla="*/ 419892 h 788699"/>
                  <a:gd name="connsiteX41" fmla="*/ 93534 w 462341"/>
                  <a:gd name="connsiteY41" fmla="*/ 357340 h 788699"/>
                  <a:gd name="connsiteX42" fmla="*/ 66337 w 462341"/>
                  <a:gd name="connsiteY42" fmla="*/ 283910 h 788699"/>
                  <a:gd name="connsiteX43" fmla="*/ 58178 w 462341"/>
                  <a:gd name="connsiteY43" fmla="*/ 224077 h 788699"/>
                  <a:gd name="connsiteX44" fmla="*/ 82655 w 462341"/>
                  <a:gd name="connsiteY44" fmla="*/ 150647 h 788699"/>
                  <a:gd name="connsiteX45" fmla="*/ 137048 w 462341"/>
                  <a:gd name="connsiteY45" fmla="*/ 96253 h 788699"/>
                  <a:gd name="connsiteX46" fmla="*/ 196881 w 462341"/>
                  <a:gd name="connsiteY46" fmla="*/ 77216 h 788699"/>
                  <a:gd name="connsiteX47" fmla="*/ 232236 w 462341"/>
                  <a:gd name="connsiteY47" fmla="*/ 69057 h 788699"/>
                  <a:gd name="connsiteX48" fmla="*/ 262153 w 462341"/>
                  <a:gd name="connsiteY48" fmla="*/ 74496 h 788699"/>
                  <a:gd name="connsiteX49" fmla="*/ 294789 w 462341"/>
                  <a:gd name="connsiteY49" fmla="*/ 85375 h 788699"/>
                  <a:gd name="connsiteX50" fmla="*/ 327424 w 462341"/>
                  <a:gd name="connsiteY50" fmla="*/ 104412 h 788699"/>
                  <a:gd name="connsiteX51" fmla="*/ 332864 w 462341"/>
                  <a:gd name="connsiteY51" fmla="*/ 74496 h 788699"/>
                  <a:gd name="connsiteX52" fmla="*/ 338303 w 462341"/>
                  <a:gd name="connsiteY52" fmla="*/ 63618 h 788699"/>
                  <a:gd name="connsiteX53" fmla="*/ 349182 w 462341"/>
                  <a:gd name="connsiteY53" fmla="*/ 58178 h 788699"/>
                  <a:gd name="connsiteX54" fmla="*/ 357341 w 462341"/>
                  <a:gd name="connsiteY54" fmla="*/ 63618 h 788699"/>
                  <a:gd name="connsiteX55" fmla="*/ 365500 w 462341"/>
                  <a:gd name="connsiteY55" fmla="*/ 82655 h 788699"/>
                  <a:gd name="connsiteX56" fmla="*/ 368219 w 462341"/>
                  <a:gd name="connsiteY56" fmla="*/ 142488 h 788699"/>
                  <a:gd name="connsiteX57" fmla="*/ 368219 w 462341"/>
                  <a:gd name="connsiteY57" fmla="*/ 188722 h 788699"/>
                  <a:gd name="connsiteX58" fmla="*/ 370939 w 462341"/>
                  <a:gd name="connsiteY58" fmla="*/ 245834 h 788699"/>
                  <a:gd name="connsiteX59" fmla="*/ 354621 w 462341"/>
                  <a:gd name="connsiteY59" fmla="*/ 286629 h 788699"/>
                  <a:gd name="connsiteX60" fmla="*/ 338303 w 462341"/>
                  <a:gd name="connsiteY60" fmla="*/ 281190 h 788699"/>
                  <a:gd name="connsiteX61" fmla="*/ 330144 w 462341"/>
                  <a:gd name="connsiteY61" fmla="*/ 264872 h 788699"/>
                  <a:gd name="connsiteX62" fmla="*/ 327424 w 462341"/>
                  <a:gd name="connsiteY62" fmla="*/ 248554 h 788699"/>
                  <a:gd name="connsiteX63" fmla="*/ 330144 w 462341"/>
                  <a:gd name="connsiteY63" fmla="*/ 221357 h 788699"/>
                  <a:gd name="connsiteX64" fmla="*/ 330144 w 462341"/>
                  <a:gd name="connsiteY64" fmla="*/ 188722 h 788699"/>
                  <a:gd name="connsiteX65" fmla="*/ 327424 w 462341"/>
                  <a:gd name="connsiteY65" fmla="*/ 164245 h 788699"/>
                  <a:gd name="connsiteX66" fmla="*/ 311107 w 462341"/>
                  <a:gd name="connsiteY66" fmla="*/ 134329 h 788699"/>
                  <a:gd name="connsiteX67" fmla="*/ 283910 w 462341"/>
                  <a:gd name="connsiteY67" fmla="*/ 118011 h 788699"/>
                  <a:gd name="connsiteX68" fmla="*/ 251274 w 462341"/>
                  <a:gd name="connsiteY68" fmla="*/ 112571 h 788699"/>
                  <a:gd name="connsiteX69" fmla="*/ 215918 w 462341"/>
                  <a:gd name="connsiteY69" fmla="*/ 123450 h 788699"/>
                  <a:gd name="connsiteX70" fmla="*/ 202320 w 462341"/>
                  <a:gd name="connsiteY70" fmla="*/ 147927 h 788699"/>
                  <a:gd name="connsiteX71" fmla="*/ 188722 w 462341"/>
                  <a:gd name="connsiteY71" fmla="*/ 180563 h 788699"/>
                  <a:gd name="connsiteX72" fmla="*/ 183283 w 462341"/>
                  <a:gd name="connsiteY72" fmla="*/ 210479 h 788699"/>
                  <a:gd name="connsiteX73" fmla="*/ 188722 w 462341"/>
                  <a:gd name="connsiteY73" fmla="*/ 226797 h 788699"/>
                  <a:gd name="connsiteX74" fmla="*/ 188722 w 462341"/>
                  <a:gd name="connsiteY74" fmla="*/ 248554 h 788699"/>
                  <a:gd name="connsiteX75" fmla="*/ 210479 w 462341"/>
                  <a:gd name="connsiteY75" fmla="*/ 273031 h 788699"/>
                  <a:gd name="connsiteX76" fmla="*/ 226797 w 462341"/>
                  <a:gd name="connsiteY76" fmla="*/ 300228 h 788699"/>
                  <a:gd name="connsiteX77" fmla="*/ 256713 w 462341"/>
                  <a:gd name="connsiteY77" fmla="*/ 332864 h 788699"/>
                  <a:gd name="connsiteX78" fmla="*/ 275751 w 462341"/>
                  <a:gd name="connsiteY78" fmla="*/ 351901 h 788699"/>
                  <a:gd name="connsiteX79" fmla="*/ 324705 w 462341"/>
                  <a:gd name="connsiteY79" fmla="*/ 400855 h 788699"/>
                  <a:gd name="connsiteX80" fmla="*/ 343742 w 462341"/>
                  <a:gd name="connsiteY80" fmla="*/ 428051 h 788699"/>
                  <a:gd name="connsiteX81" fmla="*/ 351901 w 462341"/>
                  <a:gd name="connsiteY81" fmla="*/ 433491 h 788699"/>
                  <a:gd name="connsiteX82" fmla="*/ 360060 w 462341"/>
                  <a:gd name="connsiteY82" fmla="*/ 447089 h 788699"/>
                  <a:gd name="connsiteX83" fmla="*/ 384537 w 462341"/>
                  <a:gd name="connsiteY83" fmla="*/ 474286 h 788699"/>
                  <a:gd name="connsiteX84" fmla="*/ 395416 w 462341"/>
                  <a:gd name="connsiteY84" fmla="*/ 506921 h 788699"/>
                  <a:gd name="connsiteX85" fmla="*/ 406295 w 462341"/>
                  <a:gd name="connsiteY85" fmla="*/ 536838 h 788699"/>
                  <a:gd name="connsiteX86" fmla="*/ 409014 w 462341"/>
                  <a:gd name="connsiteY86" fmla="*/ 547716 h 788699"/>
                  <a:gd name="connsiteX87" fmla="*/ 406295 w 462341"/>
                  <a:gd name="connsiteY87" fmla="*/ 569473 h 788699"/>
                  <a:gd name="connsiteX88" fmla="*/ 403575 w 462341"/>
                  <a:gd name="connsiteY88" fmla="*/ 583072 h 788699"/>
                  <a:gd name="connsiteX89" fmla="*/ 403575 w 462341"/>
                  <a:gd name="connsiteY89" fmla="*/ 583072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1" h="788699">
                    <a:moveTo>
                      <a:pt x="403575" y="583072"/>
                    </a:moveTo>
                    <a:cubicBezTo>
                      <a:pt x="403575" y="588511"/>
                      <a:pt x="406295" y="591231"/>
                      <a:pt x="406295" y="596670"/>
                    </a:cubicBezTo>
                    <a:cubicBezTo>
                      <a:pt x="406295" y="602109"/>
                      <a:pt x="403575" y="604829"/>
                      <a:pt x="400855" y="610268"/>
                    </a:cubicBezTo>
                    <a:cubicBezTo>
                      <a:pt x="398136" y="615708"/>
                      <a:pt x="392696" y="621147"/>
                      <a:pt x="389977" y="626586"/>
                    </a:cubicBezTo>
                    <a:cubicBezTo>
                      <a:pt x="381818" y="645624"/>
                      <a:pt x="368219" y="661942"/>
                      <a:pt x="354621" y="675540"/>
                    </a:cubicBezTo>
                    <a:cubicBezTo>
                      <a:pt x="346462" y="683699"/>
                      <a:pt x="338303" y="686419"/>
                      <a:pt x="327424" y="691858"/>
                    </a:cubicBezTo>
                    <a:cubicBezTo>
                      <a:pt x="316546" y="700017"/>
                      <a:pt x="302948" y="708176"/>
                      <a:pt x="292069" y="713615"/>
                    </a:cubicBezTo>
                    <a:cubicBezTo>
                      <a:pt x="281190" y="719054"/>
                      <a:pt x="264872" y="724494"/>
                      <a:pt x="251274" y="724494"/>
                    </a:cubicBezTo>
                    <a:cubicBezTo>
                      <a:pt x="240395" y="724494"/>
                      <a:pt x="229517" y="721774"/>
                      <a:pt x="221358" y="721774"/>
                    </a:cubicBezTo>
                    <a:cubicBezTo>
                      <a:pt x="213199" y="721774"/>
                      <a:pt x="202320" y="721774"/>
                      <a:pt x="191442" y="721774"/>
                    </a:cubicBezTo>
                    <a:cubicBezTo>
                      <a:pt x="172404" y="721774"/>
                      <a:pt x="172404" y="721774"/>
                      <a:pt x="153366" y="713615"/>
                    </a:cubicBezTo>
                    <a:cubicBezTo>
                      <a:pt x="134329" y="708176"/>
                      <a:pt x="118011" y="691858"/>
                      <a:pt x="104412" y="675540"/>
                    </a:cubicBezTo>
                    <a:cubicBezTo>
                      <a:pt x="104412" y="678260"/>
                      <a:pt x="104412" y="680979"/>
                      <a:pt x="104412" y="689138"/>
                    </a:cubicBezTo>
                    <a:cubicBezTo>
                      <a:pt x="104412" y="694578"/>
                      <a:pt x="104412" y="702737"/>
                      <a:pt x="101693" y="710895"/>
                    </a:cubicBezTo>
                    <a:cubicBezTo>
                      <a:pt x="101693" y="721774"/>
                      <a:pt x="96253" y="732653"/>
                      <a:pt x="85375" y="732653"/>
                    </a:cubicBezTo>
                    <a:cubicBezTo>
                      <a:pt x="77216" y="732653"/>
                      <a:pt x="74496" y="729933"/>
                      <a:pt x="69057" y="727214"/>
                    </a:cubicBezTo>
                    <a:cubicBezTo>
                      <a:pt x="63618" y="724494"/>
                      <a:pt x="60898" y="716335"/>
                      <a:pt x="60898" y="710895"/>
                    </a:cubicBezTo>
                    <a:cubicBezTo>
                      <a:pt x="58178" y="702737"/>
                      <a:pt x="58178" y="697297"/>
                      <a:pt x="58178" y="691858"/>
                    </a:cubicBezTo>
                    <a:cubicBezTo>
                      <a:pt x="58178" y="683699"/>
                      <a:pt x="60898" y="678260"/>
                      <a:pt x="60898" y="664661"/>
                    </a:cubicBezTo>
                    <a:cubicBezTo>
                      <a:pt x="60898" y="656502"/>
                      <a:pt x="60898" y="632026"/>
                      <a:pt x="60898" y="607549"/>
                    </a:cubicBezTo>
                    <a:cubicBezTo>
                      <a:pt x="60898" y="574913"/>
                      <a:pt x="60898" y="542277"/>
                      <a:pt x="63618" y="528679"/>
                    </a:cubicBezTo>
                    <a:cubicBezTo>
                      <a:pt x="63618" y="520520"/>
                      <a:pt x="63618" y="509641"/>
                      <a:pt x="69057" y="504202"/>
                    </a:cubicBezTo>
                    <a:cubicBezTo>
                      <a:pt x="71777" y="501482"/>
                      <a:pt x="71777" y="498762"/>
                      <a:pt x="74496" y="493323"/>
                    </a:cubicBezTo>
                    <a:cubicBezTo>
                      <a:pt x="77216" y="490603"/>
                      <a:pt x="79936" y="487884"/>
                      <a:pt x="82655" y="487884"/>
                    </a:cubicBezTo>
                    <a:cubicBezTo>
                      <a:pt x="85375" y="487884"/>
                      <a:pt x="90814" y="490603"/>
                      <a:pt x="90814" y="493323"/>
                    </a:cubicBezTo>
                    <a:cubicBezTo>
                      <a:pt x="93534" y="498762"/>
                      <a:pt x="98973" y="506921"/>
                      <a:pt x="98973" y="512361"/>
                    </a:cubicBezTo>
                    <a:cubicBezTo>
                      <a:pt x="98973" y="520520"/>
                      <a:pt x="101693" y="536838"/>
                      <a:pt x="101693" y="555875"/>
                    </a:cubicBezTo>
                    <a:cubicBezTo>
                      <a:pt x="101693" y="569473"/>
                      <a:pt x="101693" y="583072"/>
                      <a:pt x="101693" y="596670"/>
                    </a:cubicBezTo>
                    <a:cubicBezTo>
                      <a:pt x="101693" y="607549"/>
                      <a:pt x="104412" y="618427"/>
                      <a:pt x="109852" y="626586"/>
                    </a:cubicBezTo>
                    <a:cubicBezTo>
                      <a:pt x="115291" y="637465"/>
                      <a:pt x="123450" y="642904"/>
                      <a:pt x="128889" y="651063"/>
                    </a:cubicBezTo>
                    <a:cubicBezTo>
                      <a:pt x="137048" y="661942"/>
                      <a:pt x="139768" y="667381"/>
                      <a:pt x="153366" y="670101"/>
                    </a:cubicBezTo>
                    <a:cubicBezTo>
                      <a:pt x="161525" y="670101"/>
                      <a:pt x="183283" y="678260"/>
                      <a:pt x="196881" y="678260"/>
                    </a:cubicBezTo>
                    <a:cubicBezTo>
                      <a:pt x="207759" y="678260"/>
                      <a:pt x="210479" y="672820"/>
                      <a:pt x="221358" y="667381"/>
                    </a:cubicBezTo>
                    <a:cubicBezTo>
                      <a:pt x="232236" y="661942"/>
                      <a:pt x="245835" y="664661"/>
                      <a:pt x="253994" y="659222"/>
                    </a:cubicBezTo>
                    <a:cubicBezTo>
                      <a:pt x="262153" y="653783"/>
                      <a:pt x="273031" y="645624"/>
                      <a:pt x="275751" y="637465"/>
                    </a:cubicBezTo>
                    <a:cubicBezTo>
                      <a:pt x="281190" y="629306"/>
                      <a:pt x="281190" y="621147"/>
                      <a:pt x="281190" y="615708"/>
                    </a:cubicBezTo>
                    <a:cubicBezTo>
                      <a:pt x="281190" y="610268"/>
                      <a:pt x="281190" y="607549"/>
                      <a:pt x="278471" y="602109"/>
                    </a:cubicBezTo>
                    <a:cubicBezTo>
                      <a:pt x="275751" y="591231"/>
                      <a:pt x="267592" y="583072"/>
                      <a:pt x="262153" y="572193"/>
                    </a:cubicBezTo>
                    <a:cubicBezTo>
                      <a:pt x="256713" y="561314"/>
                      <a:pt x="253994" y="547716"/>
                      <a:pt x="245835" y="536838"/>
                    </a:cubicBezTo>
                    <a:cubicBezTo>
                      <a:pt x="232236" y="515080"/>
                      <a:pt x="213199" y="498762"/>
                      <a:pt x="196881" y="477005"/>
                    </a:cubicBezTo>
                    <a:cubicBezTo>
                      <a:pt x="180563" y="457968"/>
                      <a:pt x="164245" y="438930"/>
                      <a:pt x="145207" y="419892"/>
                    </a:cubicBezTo>
                    <a:cubicBezTo>
                      <a:pt x="126170" y="400855"/>
                      <a:pt x="109852" y="379098"/>
                      <a:pt x="93534" y="357340"/>
                    </a:cubicBezTo>
                    <a:cubicBezTo>
                      <a:pt x="77216" y="335583"/>
                      <a:pt x="71777" y="308387"/>
                      <a:pt x="66337" y="283910"/>
                    </a:cubicBezTo>
                    <a:cubicBezTo>
                      <a:pt x="63618" y="267592"/>
                      <a:pt x="58178" y="245834"/>
                      <a:pt x="58178" y="224077"/>
                    </a:cubicBezTo>
                    <a:cubicBezTo>
                      <a:pt x="58178" y="194161"/>
                      <a:pt x="69057" y="175123"/>
                      <a:pt x="82655" y="150647"/>
                    </a:cubicBezTo>
                    <a:cubicBezTo>
                      <a:pt x="96253" y="128889"/>
                      <a:pt x="115291" y="109852"/>
                      <a:pt x="137048" y="96253"/>
                    </a:cubicBezTo>
                    <a:cubicBezTo>
                      <a:pt x="158806" y="82655"/>
                      <a:pt x="172404" y="79936"/>
                      <a:pt x="196881" y="77216"/>
                    </a:cubicBezTo>
                    <a:cubicBezTo>
                      <a:pt x="210479" y="77216"/>
                      <a:pt x="215918" y="69057"/>
                      <a:pt x="232236" y="69057"/>
                    </a:cubicBezTo>
                    <a:cubicBezTo>
                      <a:pt x="243115" y="69057"/>
                      <a:pt x="251274" y="71776"/>
                      <a:pt x="262153" y="74496"/>
                    </a:cubicBezTo>
                    <a:cubicBezTo>
                      <a:pt x="273031" y="77216"/>
                      <a:pt x="283910" y="82655"/>
                      <a:pt x="294789" y="85375"/>
                    </a:cubicBezTo>
                    <a:cubicBezTo>
                      <a:pt x="308387" y="90814"/>
                      <a:pt x="319265" y="96253"/>
                      <a:pt x="327424" y="104412"/>
                    </a:cubicBezTo>
                    <a:cubicBezTo>
                      <a:pt x="327424" y="90814"/>
                      <a:pt x="327424" y="79936"/>
                      <a:pt x="332864" y="74496"/>
                    </a:cubicBezTo>
                    <a:cubicBezTo>
                      <a:pt x="335583" y="71776"/>
                      <a:pt x="335583" y="69057"/>
                      <a:pt x="338303" y="63618"/>
                    </a:cubicBezTo>
                    <a:cubicBezTo>
                      <a:pt x="341023" y="60898"/>
                      <a:pt x="346462" y="58178"/>
                      <a:pt x="349182" y="58178"/>
                    </a:cubicBezTo>
                    <a:cubicBezTo>
                      <a:pt x="351901" y="58178"/>
                      <a:pt x="357341" y="60898"/>
                      <a:pt x="357341" y="63618"/>
                    </a:cubicBezTo>
                    <a:cubicBezTo>
                      <a:pt x="360060" y="69057"/>
                      <a:pt x="365500" y="77216"/>
                      <a:pt x="365500" y="82655"/>
                    </a:cubicBezTo>
                    <a:cubicBezTo>
                      <a:pt x="365500" y="90814"/>
                      <a:pt x="368219" y="123450"/>
                      <a:pt x="368219" y="142488"/>
                    </a:cubicBezTo>
                    <a:cubicBezTo>
                      <a:pt x="368219" y="158806"/>
                      <a:pt x="368219" y="177843"/>
                      <a:pt x="368219" y="188722"/>
                    </a:cubicBezTo>
                    <a:cubicBezTo>
                      <a:pt x="368219" y="213199"/>
                      <a:pt x="370939" y="224077"/>
                      <a:pt x="370939" y="245834"/>
                    </a:cubicBezTo>
                    <a:cubicBezTo>
                      <a:pt x="370939" y="256713"/>
                      <a:pt x="370939" y="286629"/>
                      <a:pt x="354621" y="286629"/>
                    </a:cubicBezTo>
                    <a:cubicBezTo>
                      <a:pt x="346462" y="286629"/>
                      <a:pt x="343742" y="283910"/>
                      <a:pt x="338303" y="281190"/>
                    </a:cubicBezTo>
                    <a:cubicBezTo>
                      <a:pt x="332864" y="278470"/>
                      <a:pt x="330144" y="270311"/>
                      <a:pt x="330144" y="264872"/>
                    </a:cubicBezTo>
                    <a:cubicBezTo>
                      <a:pt x="327424" y="256713"/>
                      <a:pt x="327424" y="251274"/>
                      <a:pt x="327424" y="248554"/>
                    </a:cubicBezTo>
                    <a:cubicBezTo>
                      <a:pt x="327424" y="240395"/>
                      <a:pt x="330144" y="234956"/>
                      <a:pt x="330144" y="221357"/>
                    </a:cubicBezTo>
                    <a:cubicBezTo>
                      <a:pt x="330144" y="213199"/>
                      <a:pt x="330144" y="202320"/>
                      <a:pt x="330144" y="188722"/>
                    </a:cubicBezTo>
                    <a:cubicBezTo>
                      <a:pt x="330144" y="180563"/>
                      <a:pt x="327424" y="172404"/>
                      <a:pt x="327424" y="164245"/>
                    </a:cubicBezTo>
                    <a:cubicBezTo>
                      <a:pt x="324705" y="153366"/>
                      <a:pt x="319265" y="142488"/>
                      <a:pt x="311107" y="134329"/>
                    </a:cubicBezTo>
                    <a:cubicBezTo>
                      <a:pt x="302948" y="126170"/>
                      <a:pt x="294789" y="120730"/>
                      <a:pt x="283910" y="118011"/>
                    </a:cubicBezTo>
                    <a:cubicBezTo>
                      <a:pt x="275751" y="115291"/>
                      <a:pt x="262153" y="112571"/>
                      <a:pt x="251274" y="112571"/>
                    </a:cubicBezTo>
                    <a:cubicBezTo>
                      <a:pt x="237676" y="112571"/>
                      <a:pt x="224077" y="115291"/>
                      <a:pt x="215918" y="123450"/>
                    </a:cubicBezTo>
                    <a:cubicBezTo>
                      <a:pt x="207759" y="128889"/>
                      <a:pt x="205040" y="139768"/>
                      <a:pt x="202320" y="147927"/>
                    </a:cubicBezTo>
                    <a:cubicBezTo>
                      <a:pt x="196881" y="158806"/>
                      <a:pt x="191442" y="166964"/>
                      <a:pt x="188722" y="180563"/>
                    </a:cubicBezTo>
                    <a:cubicBezTo>
                      <a:pt x="186002" y="191441"/>
                      <a:pt x="183283" y="199600"/>
                      <a:pt x="183283" y="210479"/>
                    </a:cubicBezTo>
                    <a:cubicBezTo>
                      <a:pt x="183283" y="215918"/>
                      <a:pt x="186002" y="221357"/>
                      <a:pt x="188722" y="226797"/>
                    </a:cubicBezTo>
                    <a:cubicBezTo>
                      <a:pt x="191442" y="234956"/>
                      <a:pt x="188722" y="243115"/>
                      <a:pt x="188722" y="248554"/>
                    </a:cubicBezTo>
                    <a:cubicBezTo>
                      <a:pt x="191442" y="259433"/>
                      <a:pt x="202320" y="264872"/>
                      <a:pt x="210479" y="273031"/>
                    </a:cubicBezTo>
                    <a:cubicBezTo>
                      <a:pt x="218638" y="281190"/>
                      <a:pt x="221358" y="292069"/>
                      <a:pt x="226797" y="300228"/>
                    </a:cubicBezTo>
                    <a:cubicBezTo>
                      <a:pt x="234956" y="311106"/>
                      <a:pt x="245835" y="321985"/>
                      <a:pt x="256713" y="332864"/>
                    </a:cubicBezTo>
                    <a:cubicBezTo>
                      <a:pt x="259433" y="338303"/>
                      <a:pt x="267592" y="343742"/>
                      <a:pt x="275751" y="351901"/>
                    </a:cubicBezTo>
                    <a:cubicBezTo>
                      <a:pt x="292069" y="368219"/>
                      <a:pt x="311107" y="384537"/>
                      <a:pt x="324705" y="400855"/>
                    </a:cubicBezTo>
                    <a:cubicBezTo>
                      <a:pt x="332864" y="409014"/>
                      <a:pt x="335583" y="419892"/>
                      <a:pt x="343742" y="428051"/>
                    </a:cubicBezTo>
                    <a:cubicBezTo>
                      <a:pt x="346462" y="430771"/>
                      <a:pt x="349182" y="430771"/>
                      <a:pt x="351901" y="433491"/>
                    </a:cubicBezTo>
                    <a:cubicBezTo>
                      <a:pt x="354621" y="436210"/>
                      <a:pt x="357341" y="441650"/>
                      <a:pt x="360060" y="447089"/>
                    </a:cubicBezTo>
                    <a:cubicBezTo>
                      <a:pt x="368219" y="455248"/>
                      <a:pt x="376378" y="463407"/>
                      <a:pt x="384537" y="474286"/>
                    </a:cubicBezTo>
                    <a:cubicBezTo>
                      <a:pt x="389977" y="482445"/>
                      <a:pt x="392696" y="496043"/>
                      <a:pt x="395416" y="506921"/>
                    </a:cubicBezTo>
                    <a:cubicBezTo>
                      <a:pt x="400855" y="517800"/>
                      <a:pt x="400855" y="528679"/>
                      <a:pt x="406295" y="536838"/>
                    </a:cubicBezTo>
                    <a:cubicBezTo>
                      <a:pt x="409014" y="539557"/>
                      <a:pt x="409014" y="544997"/>
                      <a:pt x="409014" y="547716"/>
                    </a:cubicBezTo>
                    <a:cubicBezTo>
                      <a:pt x="409014" y="555875"/>
                      <a:pt x="406295" y="561314"/>
                      <a:pt x="406295" y="569473"/>
                    </a:cubicBezTo>
                    <a:cubicBezTo>
                      <a:pt x="406295" y="574913"/>
                      <a:pt x="403575" y="577632"/>
                      <a:pt x="403575" y="583072"/>
                    </a:cubicBezTo>
                    <a:lnTo>
                      <a:pt x="403575" y="583072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37">
                <a:extLst>
                  <a:ext uri="{FF2B5EF4-FFF2-40B4-BE49-F238E27FC236}">
                    <a16:creationId xmlns:a16="http://schemas.microsoft.com/office/drawing/2014/main" id="{F26F536C-51BC-FB49-895A-CF17A5A21421}"/>
                  </a:ext>
                </a:extLst>
              </p:cNvPr>
              <p:cNvSpPr/>
              <p:nvPr/>
            </p:nvSpPr>
            <p:spPr>
              <a:xfrm>
                <a:off x="2456032" y="4192158"/>
                <a:ext cx="571128" cy="761503"/>
              </a:xfrm>
              <a:custGeom>
                <a:avLst/>
                <a:gdLst>
                  <a:gd name="connsiteX0" fmla="*/ 512361 w 571128"/>
                  <a:gd name="connsiteY0" fmla="*/ 79936 h 761503"/>
                  <a:gd name="connsiteX1" fmla="*/ 539558 w 571128"/>
                  <a:gd name="connsiteY1" fmla="*/ 96253 h 761503"/>
                  <a:gd name="connsiteX2" fmla="*/ 534118 w 571128"/>
                  <a:gd name="connsiteY2" fmla="*/ 112571 h 761503"/>
                  <a:gd name="connsiteX3" fmla="*/ 523240 w 571128"/>
                  <a:gd name="connsiteY3" fmla="*/ 120730 h 761503"/>
                  <a:gd name="connsiteX4" fmla="*/ 506922 w 571128"/>
                  <a:gd name="connsiteY4" fmla="*/ 123450 h 761503"/>
                  <a:gd name="connsiteX5" fmla="*/ 477006 w 571128"/>
                  <a:gd name="connsiteY5" fmla="*/ 123450 h 761503"/>
                  <a:gd name="connsiteX6" fmla="*/ 479725 w 571128"/>
                  <a:gd name="connsiteY6" fmla="*/ 145207 h 761503"/>
                  <a:gd name="connsiteX7" fmla="*/ 477006 w 571128"/>
                  <a:gd name="connsiteY7" fmla="*/ 180563 h 761503"/>
                  <a:gd name="connsiteX8" fmla="*/ 482445 w 571128"/>
                  <a:gd name="connsiteY8" fmla="*/ 232236 h 761503"/>
                  <a:gd name="connsiteX9" fmla="*/ 485165 w 571128"/>
                  <a:gd name="connsiteY9" fmla="*/ 283910 h 761503"/>
                  <a:gd name="connsiteX10" fmla="*/ 485165 w 571128"/>
                  <a:gd name="connsiteY10" fmla="*/ 327424 h 761503"/>
                  <a:gd name="connsiteX11" fmla="*/ 487884 w 571128"/>
                  <a:gd name="connsiteY11" fmla="*/ 373658 h 761503"/>
                  <a:gd name="connsiteX12" fmla="*/ 485165 w 571128"/>
                  <a:gd name="connsiteY12" fmla="*/ 419892 h 761503"/>
                  <a:gd name="connsiteX13" fmla="*/ 485165 w 571128"/>
                  <a:gd name="connsiteY13" fmla="*/ 463407 h 761503"/>
                  <a:gd name="connsiteX14" fmla="*/ 482445 w 571128"/>
                  <a:gd name="connsiteY14" fmla="*/ 515080 h 761503"/>
                  <a:gd name="connsiteX15" fmla="*/ 482445 w 571128"/>
                  <a:gd name="connsiteY15" fmla="*/ 558595 h 761503"/>
                  <a:gd name="connsiteX16" fmla="*/ 479725 w 571128"/>
                  <a:gd name="connsiteY16" fmla="*/ 602109 h 761503"/>
                  <a:gd name="connsiteX17" fmla="*/ 485165 w 571128"/>
                  <a:gd name="connsiteY17" fmla="*/ 648343 h 761503"/>
                  <a:gd name="connsiteX18" fmla="*/ 474286 w 571128"/>
                  <a:gd name="connsiteY18" fmla="*/ 675540 h 761503"/>
                  <a:gd name="connsiteX19" fmla="*/ 428052 w 571128"/>
                  <a:gd name="connsiteY19" fmla="*/ 691858 h 761503"/>
                  <a:gd name="connsiteX20" fmla="*/ 387257 w 571128"/>
                  <a:gd name="connsiteY20" fmla="*/ 683699 h 761503"/>
                  <a:gd name="connsiteX21" fmla="*/ 351901 w 571128"/>
                  <a:gd name="connsiteY21" fmla="*/ 664661 h 761503"/>
                  <a:gd name="connsiteX22" fmla="*/ 305667 w 571128"/>
                  <a:gd name="connsiteY22" fmla="*/ 596670 h 761503"/>
                  <a:gd name="connsiteX23" fmla="*/ 270312 w 571128"/>
                  <a:gd name="connsiteY23" fmla="*/ 509641 h 761503"/>
                  <a:gd name="connsiteX24" fmla="*/ 251274 w 571128"/>
                  <a:gd name="connsiteY24" fmla="*/ 460687 h 761503"/>
                  <a:gd name="connsiteX25" fmla="*/ 224077 w 571128"/>
                  <a:gd name="connsiteY25" fmla="*/ 381817 h 761503"/>
                  <a:gd name="connsiteX26" fmla="*/ 207759 w 571128"/>
                  <a:gd name="connsiteY26" fmla="*/ 330144 h 761503"/>
                  <a:gd name="connsiteX27" fmla="*/ 191442 w 571128"/>
                  <a:gd name="connsiteY27" fmla="*/ 286629 h 761503"/>
                  <a:gd name="connsiteX28" fmla="*/ 183283 w 571128"/>
                  <a:gd name="connsiteY28" fmla="*/ 278470 h 761503"/>
                  <a:gd name="connsiteX29" fmla="*/ 180563 w 571128"/>
                  <a:gd name="connsiteY29" fmla="*/ 292069 h 761503"/>
                  <a:gd name="connsiteX30" fmla="*/ 180563 w 571128"/>
                  <a:gd name="connsiteY30" fmla="*/ 305667 h 761503"/>
                  <a:gd name="connsiteX31" fmla="*/ 183283 w 571128"/>
                  <a:gd name="connsiteY31" fmla="*/ 354621 h 761503"/>
                  <a:gd name="connsiteX32" fmla="*/ 188722 w 571128"/>
                  <a:gd name="connsiteY32" fmla="*/ 449809 h 761503"/>
                  <a:gd name="connsiteX33" fmla="*/ 188722 w 571128"/>
                  <a:gd name="connsiteY33" fmla="*/ 479725 h 761503"/>
                  <a:gd name="connsiteX34" fmla="*/ 188722 w 571128"/>
                  <a:gd name="connsiteY34" fmla="*/ 542277 h 761503"/>
                  <a:gd name="connsiteX35" fmla="*/ 186002 w 571128"/>
                  <a:gd name="connsiteY35" fmla="*/ 615708 h 761503"/>
                  <a:gd name="connsiteX36" fmla="*/ 186002 w 571128"/>
                  <a:gd name="connsiteY36" fmla="*/ 637465 h 761503"/>
                  <a:gd name="connsiteX37" fmla="*/ 183283 w 571128"/>
                  <a:gd name="connsiteY37" fmla="*/ 664661 h 761503"/>
                  <a:gd name="connsiteX38" fmla="*/ 226797 w 571128"/>
                  <a:gd name="connsiteY38" fmla="*/ 664661 h 761503"/>
                  <a:gd name="connsiteX39" fmla="*/ 253994 w 571128"/>
                  <a:gd name="connsiteY39" fmla="*/ 680979 h 761503"/>
                  <a:gd name="connsiteX40" fmla="*/ 248554 w 571128"/>
                  <a:gd name="connsiteY40" fmla="*/ 697297 h 761503"/>
                  <a:gd name="connsiteX41" fmla="*/ 234956 w 571128"/>
                  <a:gd name="connsiteY41" fmla="*/ 705456 h 761503"/>
                  <a:gd name="connsiteX42" fmla="*/ 218638 w 571128"/>
                  <a:gd name="connsiteY42" fmla="*/ 708176 h 761503"/>
                  <a:gd name="connsiteX43" fmla="*/ 183283 w 571128"/>
                  <a:gd name="connsiteY43" fmla="*/ 708176 h 761503"/>
                  <a:gd name="connsiteX44" fmla="*/ 150647 w 571128"/>
                  <a:gd name="connsiteY44" fmla="*/ 708176 h 761503"/>
                  <a:gd name="connsiteX45" fmla="*/ 107132 w 571128"/>
                  <a:gd name="connsiteY45" fmla="*/ 708176 h 761503"/>
                  <a:gd name="connsiteX46" fmla="*/ 88094 w 571128"/>
                  <a:gd name="connsiteY46" fmla="*/ 708176 h 761503"/>
                  <a:gd name="connsiteX47" fmla="*/ 69057 w 571128"/>
                  <a:gd name="connsiteY47" fmla="*/ 702737 h 761503"/>
                  <a:gd name="connsiteX48" fmla="*/ 58178 w 571128"/>
                  <a:gd name="connsiteY48" fmla="*/ 686419 h 761503"/>
                  <a:gd name="connsiteX49" fmla="*/ 60898 w 571128"/>
                  <a:gd name="connsiteY49" fmla="*/ 678260 h 761503"/>
                  <a:gd name="connsiteX50" fmla="*/ 77216 w 571128"/>
                  <a:gd name="connsiteY50" fmla="*/ 670101 h 761503"/>
                  <a:gd name="connsiteX51" fmla="*/ 120730 w 571128"/>
                  <a:gd name="connsiteY51" fmla="*/ 664661 h 761503"/>
                  <a:gd name="connsiteX52" fmla="*/ 131609 w 571128"/>
                  <a:gd name="connsiteY52" fmla="*/ 664661 h 761503"/>
                  <a:gd name="connsiteX53" fmla="*/ 134329 w 571128"/>
                  <a:gd name="connsiteY53" fmla="*/ 539557 h 761503"/>
                  <a:gd name="connsiteX54" fmla="*/ 134329 w 571128"/>
                  <a:gd name="connsiteY54" fmla="*/ 504202 h 761503"/>
                  <a:gd name="connsiteX55" fmla="*/ 131609 w 571128"/>
                  <a:gd name="connsiteY55" fmla="*/ 376378 h 761503"/>
                  <a:gd name="connsiteX56" fmla="*/ 131609 w 571128"/>
                  <a:gd name="connsiteY56" fmla="*/ 302947 h 761503"/>
                  <a:gd name="connsiteX57" fmla="*/ 134329 w 571128"/>
                  <a:gd name="connsiteY57" fmla="*/ 221357 h 761503"/>
                  <a:gd name="connsiteX58" fmla="*/ 137048 w 571128"/>
                  <a:gd name="connsiteY58" fmla="*/ 123450 h 761503"/>
                  <a:gd name="connsiteX59" fmla="*/ 107132 w 571128"/>
                  <a:gd name="connsiteY59" fmla="*/ 123450 h 761503"/>
                  <a:gd name="connsiteX60" fmla="*/ 88094 w 571128"/>
                  <a:gd name="connsiteY60" fmla="*/ 123450 h 761503"/>
                  <a:gd name="connsiteX61" fmla="*/ 69057 w 571128"/>
                  <a:gd name="connsiteY61" fmla="*/ 118011 h 761503"/>
                  <a:gd name="connsiteX62" fmla="*/ 58178 w 571128"/>
                  <a:gd name="connsiteY62" fmla="*/ 101693 h 761503"/>
                  <a:gd name="connsiteX63" fmla="*/ 60898 w 571128"/>
                  <a:gd name="connsiteY63" fmla="*/ 93534 h 761503"/>
                  <a:gd name="connsiteX64" fmla="*/ 77216 w 571128"/>
                  <a:gd name="connsiteY64" fmla="*/ 85375 h 761503"/>
                  <a:gd name="connsiteX65" fmla="*/ 131609 w 571128"/>
                  <a:gd name="connsiteY65" fmla="*/ 79936 h 761503"/>
                  <a:gd name="connsiteX66" fmla="*/ 161525 w 571128"/>
                  <a:gd name="connsiteY66" fmla="*/ 79936 h 761503"/>
                  <a:gd name="connsiteX67" fmla="*/ 177843 w 571128"/>
                  <a:gd name="connsiteY67" fmla="*/ 66337 h 761503"/>
                  <a:gd name="connsiteX68" fmla="*/ 202320 w 571128"/>
                  <a:gd name="connsiteY68" fmla="*/ 58178 h 761503"/>
                  <a:gd name="connsiteX69" fmla="*/ 234956 w 571128"/>
                  <a:gd name="connsiteY69" fmla="*/ 77216 h 761503"/>
                  <a:gd name="connsiteX70" fmla="*/ 251274 w 571128"/>
                  <a:gd name="connsiteY70" fmla="*/ 107132 h 761503"/>
                  <a:gd name="connsiteX71" fmla="*/ 267592 w 571128"/>
                  <a:gd name="connsiteY71" fmla="*/ 147927 h 761503"/>
                  <a:gd name="connsiteX72" fmla="*/ 281190 w 571128"/>
                  <a:gd name="connsiteY72" fmla="*/ 183282 h 761503"/>
                  <a:gd name="connsiteX73" fmla="*/ 297508 w 571128"/>
                  <a:gd name="connsiteY73" fmla="*/ 224077 h 761503"/>
                  <a:gd name="connsiteX74" fmla="*/ 308387 w 571128"/>
                  <a:gd name="connsiteY74" fmla="*/ 264872 h 761503"/>
                  <a:gd name="connsiteX75" fmla="*/ 319265 w 571128"/>
                  <a:gd name="connsiteY75" fmla="*/ 300228 h 761503"/>
                  <a:gd name="connsiteX76" fmla="*/ 351901 w 571128"/>
                  <a:gd name="connsiteY76" fmla="*/ 379098 h 761503"/>
                  <a:gd name="connsiteX77" fmla="*/ 365500 w 571128"/>
                  <a:gd name="connsiteY77" fmla="*/ 417173 h 761503"/>
                  <a:gd name="connsiteX78" fmla="*/ 379098 w 571128"/>
                  <a:gd name="connsiteY78" fmla="*/ 457968 h 761503"/>
                  <a:gd name="connsiteX79" fmla="*/ 395416 w 571128"/>
                  <a:gd name="connsiteY79" fmla="*/ 496043 h 761503"/>
                  <a:gd name="connsiteX80" fmla="*/ 406295 w 571128"/>
                  <a:gd name="connsiteY80" fmla="*/ 512361 h 761503"/>
                  <a:gd name="connsiteX81" fmla="*/ 411734 w 571128"/>
                  <a:gd name="connsiteY81" fmla="*/ 531398 h 761503"/>
                  <a:gd name="connsiteX82" fmla="*/ 419893 w 571128"/>
                  <a:gd name="connsiteY82" fmla="*/ 558595 h 761503"/>
                  <a:gd name="connsiteX83" fmla="*/ 425332 w 571128"/>
                  <a:gd name="connsiteY83" fmla="*/ 564034 h 761503"/>
                  <a:gd name="connsiteX84" fmla="*/ 430771 w 571128"/>
                  <a:gd name="connsiteY84" fmla="*/ 558595 h 761503"/>
                  <a:gd name="connsiteX85" fmla="*/ 430771 w 571128"/>
                  <a:gd name="connsiteY85" fmla="*/ 550436 h 761503"/>
                  <a:gd name="connsiteX86" fmla="*/ 430771 w 571128"/>
                  <a:gd name="connsiteY86" fmla="*/ 501482 h 761503"/>
                  <a:gd name="connsiteX87" fmla="*/ 430771 w 571128"/>
                  <a:gd name="connsiteY87" fmla="*/ 403575 h 761503"/>
                  <a:gd name="connsiteX88" fmla="*/ 425332 w 571128"/>
                  <a:gd name="connsiteY88" fmla="*/ 313826 h 761503"/>
                  <a:gd name="connsiteX89" fmla="*/ 425332 w 571128"/>
                  <a:gd name="connsiteY89" fmla="*/ 248554 h 761503"/>
                  <a:gd name="connsiteX90" fmla="*/ 425332 w 571128"/>
                  <a:gd name="connsiteY90" fmla="*/ 210479 h 761503"/>
                  <a:gd name="connsiteX91" fmla="*/ 422613 w 571128"/>
                  <a:gd name="connsiteY91" fmla="*/ 153366 h 761503"/>
                  <a:gd name="connsiteX92" fmla="*/ 425332 w 571128"/>
                  <a:gd name="connsiteY92" fmla="*/ 123450 h 761503"/>
                  <a:gd name="connsiteX93" fmla="*/ 398136 w 571128"/>
                  <a:gd name="connsiteY93" fmla="*/ 123450 h 761503"/>
                  <a:gd name="connsiteX94" fmla="*/ 379098 w 571128"/>
                  <a:gd name="connsiteY94" fmla="*/ 123450 h 761503"/>
                  <a:gd name="connsiteX95" fmla="*/ 360060 w 571128"/>
                  <a:gd name="connsiteY95" fmla="*/ 118011 h 761503"/>
                  <a:gd name="connsiteX96" fmla="*/ 349182 w 571128"/>
                  <a:gd name="connsiteY96" fmla="*/ 101693 h 761503"/>
                  <a:gd name="connsiteX97" fmla="*/ 351901 w 571128"/>
                  <a:gd name="connsiteY97" fmla="*/ 93534 h 761503"/>
                  <a:gd name="connsiteX98" fmla="*/ 368219 w 571128"/>
                  <a:gd name="connsiteY98" fmla="*/ 85375 h 761503"/>
                  <a:gd name="connsiteX99" fmla="*/ 422613 w 571128"/>
                  <a:gd name="connsiteY99" fmla="*/ 79936 h 761503"/>
                  <a:gd name="connsiteX100" fmla="*/ 444370 w 571128"/>
                  <a:gd name="connsiteY100" fmla="*/ 79936 h 761503"/>
                  <a:gd name="connsiteX101" fmla="*/ 463407 w 571128"/>
                  <a:gd name="connsiteY101" fmla="*/ 71776 h 761503"/>
                  <a:gd name="connsiteX102" fmla="*/ 477006 w 571128"/>
                  <a:gd name="connsiteY102" fmla="*/ 79936 h 761503"/>
                  <a:gd name="connsiteX103" fmla="*/ 512361 w 571128"/>
                  <a:gd name="connsiteY103" fmla="*/ 79936 h 761503"/>
                  <a:gd name="connsiteX104" fmla="*/ 512361 w 571128"/>
                  <a:gd name="connsiteY104" fmla="*/ 79936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71128" h="761503">
                    <a:moveTo>
                      <a:pt x="512361" y="79936"/>
                    </a:moveTo>
                    <a:cubicBezTo>
                      <a:pt x="520520" y="79936"/>
                      <a:pt x="539558" y="79936"/>
                      <a:pt x="539558" y="96253"/>
                    </a:cubicBezTo>
                    <a:cubicBezTo>
                      <a:pt x="539558" y="104412"/>
                      <a:pt x="539558" y="107132"/>
                      <a:pt x="534118" y="112571"/>
                    </a:cubicBezTo>
                    <a:cubicBezTo>
                      <a:pt x="531399" y="118011"/>
                      <a:pt x="525960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10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5"/>
                      <a:pt x="485165" y="419892"/>
                    </a:cubicBezTo>
                    <a:cubicBezTo>
                      <a:pt x="485165" y="436210"/>
                      <a:pt x="485165" y="449809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9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6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9"/>
                      <a:pt x="444370" y="691858"/>
                      <a:pt x="428052" y="691858"/>
                    </a:cubicBezTo>
                    <a:cubicBezTo>
                      <a:pt x="414454" y="691858"/>
                      <a:pt x="400855" y="689138"/>
                      <a:pt x="387257" y="683699"/>
                    </a:cubicBezTo>
                    <a:cubicBezTo>
                      <a:pt x="373659" y="678260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1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8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9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1"/>
                    </a:cubicBezTo>
                    <a:cubicBezTo>
                      <a:pt x="183283" y="387257"/>
                      <a:pt x="186002" y="417173"/>
                      <a:pt x="188722" y="449809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7"/>
                      <a:pt x="186002" y="632026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7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3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7"/>
                    </a:cubicBezTo>
                    <a:cubicBezTo>
                      <a:pt x="63618" y="700017"/>
                      <a:pt x="58178" y="691858"/>
                      <a:pt x="58178" y="686419"/>
                    </a:cubicBezTo>
                    <a:cubicBezTo>
                      <a:pt x="58178" y="683699"/>
                      <a:pt x="58178" y="680979"/>
                      <a:pt x="60898" y="678260"/>
                    </a:cubicBezTo>
                    <a:cubicBezTo>
                      <a:pt x="63618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7"/>
                      <a:pt x="134329" y="583072"/>
                      <a:pt x="134329" y="539557"/>
                    </a:cubicBezTo>
                    <a:cubicBezTo>
                      <a:pt x="134329" y="528679"/>
                      <a:pt x="134329" y="515080"/>
                      <a:pt x="134329" y="504202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3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8" y="90814"/>
                      <a:pt x="71777" y="88095"/>
                      <a:pt x="77216" y="85375"/>
                    </a:cubicBezTo>
                    <a:cubicBezTo>
                      <a:pt x="90814" y="82655"/>
                      <a:pt x="126170" y="79936"/>
                      <a:pt x="131609" y="79936"/>
                    </a:cubicBezTo>
                    <a:cubicBezTo>
                      <a:pt x="137048" y="79936"/>
                      <a:pt x="147927" y="79936"/>
                      <a:pt x="161525" y="79936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8"/>
                      <a:pt x="234956" y="77216"/>
                    </a:cubicBezTo>
                    <a:cubicBezTo>
                      <a:pt x="240395" y="88095"/>
                      <a:pt x="248554" y="96253"/>
                      <a:pt x="251274" y="107132"/>
                    </a:cubicBezTo>
                    <a:cubicBezTo>
                      <a:pt x="256713" y="120730"/>
                      <a:pt x="259433" y="134329"/>
                      <a:pt x="267592" y="147927"/>
                    </a:cubicBezTo>
                    <a:cubicBezTo>
                      <a:pt x="273031" y="158806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6"/>
                      <a:pt x="305667" y="251274"/>
                      <a:pt x="308387" y="264872"/>
                    </a:cubicBezTo>
                    <a:cubicBezTo>
                      <a:pt x="311107" y="278470"/>
                      <a:pt x="311107" y="289349"/>
                      <a:pt x="319265" y="300228"/>
                    </a:cubicBezTo>
                    <a:cubicBezTo>
                      <a:pt x="332864" y="324704"/>
                      <a:pt x="346462" y="351901"/>
                      <a:pt x="351901" y="379098"/>
                    </a:cubicBezTo>
                    <a:cubicBezTo>
                      <a:pt x="354621" y="392696"/>
                      <a:pt x="360060" y="403575"/>
                      <a:pt x="365500" y="417173"/>
                    </a:cubicBezTo>
                    <a:cubicBezTo>
                      <a:pt x="373659" y="430771"/>
                      <a:pt x="373659" y="444369"/>
                      <a:pt x="379098" y="457968"/>
                    </a:cubicBezTo>
                    <a:cubicBezTo>
                      <a:pt x="381818" y="471566"/>
                      <a:pt x="387257" y="482445"/>
                      <a:pt x="395416" y="496043"/>
                    </a:cubicBezTo>
                    <a:cubicBezTo>
                      <a:pt x="398136" y="501482"/>
                      <a:pt x="403575" y="506921"/>
                      <a:pt x="406295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4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6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5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9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8"/>
                      <a:pt x="422613" y="134329"/>
                      <a:pt x="425332" y="123450"/>
                    </a:cubicBezTo>
                    <a:cubicBezTo>
                      <a:pt x="417173" y="123450"/>
                      <a:pt x="406295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5"/>
                      <a:pt x="368219" y="85375"/>
                    </a:cubicBezTo>
                    <a:cubicBezTo>
                      <a:pt x="381818" y="82655"/>
                      <a:pt x="417173" y="79936"/>
                      <a:pt x="422613" y="79936"/>
                    </a:cubicBezTo>
                    <a:cubicBezTo>
                      <a:pt x="428052" y="79936"/>
                      <a:pt x="433491" y="79936"/>
                      <a:pt x="444370" y="79936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6"/>
                    </a:cubicBezTo>
                    <a:cubicBezTo>
                      <a:pt x="490604" y="82655"/>
                      <a:pt x="504202" y="79936"/>
                      <a:pt x="512361" y="79936"/>
                    </a:cubicBezTo>
                    <a:lnTo>
                      <a:pt x="512361" y="79936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38">
                <a:extLst>
                  <a:ext uri="{FF2B5EF4-FFF2-40B4-BE49-F238E27FC236}">
                    <a16:creationId xmlns:a16="http://schemas.microsoft.com/office/drawing/2014/main" id="{E26B4C3A-9BB1-4041-8BB2-BCC87EE093A0}"/>
                  </a:ext>
                </a:extLst>
              </p:cNvPr>
              <p:cNvSpPr/>
              <p:nvPr/>
            </p:nvSpPr>
            <p:spPr>
              <a:xfrm>
                <a:off x="2987430" y="4242177"/>
                <a:ext cx="494979" cy="674476"/>
              </a:xfrm>
              <a:custGeom>
                <a:avLst/>
                <a:gdLst>
                  <a:gd name="connsiteX0" fmla="*/ 228453 w 494979"/>
                  <a:gd name="connsiteY0" fmla="*/ 97907 h 674476"/>
                  <a:gd name="connsiteX1" fmla="*/ 212135 w 494979"/>
                  <a:gd name="connsiteY1" fmla="*/ 119665 h 674476"/>
                  <a:gd name="connsiteX2" fmla="*/ 203976 w 494979"/>
                  <a:gd name="connsiteY2" fmla="*/ 152300 h 674476"/>
                  <a:gd name="connsiteX3" fmla="*/ 201256 w 494979"/>
                  <a:gd name="connsiteY3" fmla="*/ 168618 h 674476"/>
                  <a:gd name="connsiteX4" fmla="*/ 198537 w 494979"/>
                  <a:gd name="connsiteY4" fmla="*/ 184936 h 674476"/>
                  <a:gd name="connsiteX5" fmla="*/ 190378 w 494979"/>
                  <a:gd name="connsiteY5" fmla="*/ 220292 h 674476"/>
                  <a:gd name="connsiteX6" fmla="*/ 171340 w 494979"/>
                  <a:gd name="connsiteY6" fmla="*/ 291003 h 674476"/>
                  <a:gd name="connsiteX7" fmla="*/ 163180 w 494979"/>
                  <a:gd name="connsiteY7" fmla="*/ 323639 h 674476"/>
                  <a:gd name="connsiteX8" fmla="*/ 152302 w 494979"/>
                  <a:gd name="connsiteY8" fmla="*/ 361714 h 674476"/>
                  <a:gd name="connsiteX9" fmla="*/ 146862 w 494979"/>
                  <a:gd name="connsiteY9" fmla="*/ 388910 h 674476"/>
                  <a:gd name="connsiteX10" fmla="*/ 152302 w 494979"/>
                  <a:gd name="connsiteY10" fmla="*/ 391630 h 674476"/>
                  <a:gd name="connsiteX11" fmla="*/ 174060 w 494979"/>
                  <a:gd name="connsiteY11" fmla="*/ 391630 h 674476"/>
                  <a:gd name="connsiteX12" fmla="*/ 195817 w 494979"/>
                  <a:gd name="connsiteY12" fmla="*/ 388910 h 674476"/>
                  <a:gd name="connsiteX13" fmla="*/ 214855 w 494979"/>
                  <a:gd name="connsiteY13" fmla="*/ 388910 h 674476"/>
                  <a:gd name="connsiteX14" fmla="*/ 239332 w 494979"/>
                  <a:gd name="connsiteY14" fmla="*/ 388910 h 674476"/>
                  <a:gd name="connsiteX15" fmla="*/ 252930 w 494979"/>
                  <a:gd name="connsiteY15" fmla="*/ 386191 h 674476"/>
                  <a:gd name="connsiteX16" fmla="*/ 261089 w 494979"/>
                  <a:gd name="connsiteY16" fmla="*/ 386191 h 674476"/>
                  <a:gd name="connsiteX17" fmla="*/ 258369 w 494979"/>
                  <a:gd name="connsiteY17" fmla="*/ 367153 h 674476"/>
                  <a:gd name="connsiteX18" fmla="*/ 252930 w 494979"/>
                  <a:gd name="connsiteY18" fmla="*/ 331797 h 674476"/>
                  <a:gd name="connsiteX19" fmla="*/ 250210 w 494979"/>
                  <a:gd name="connsiteY19" fmla="*/ 244769 h 674476"/>
                  <a:gd name="connsiteX20" fmla="*/ 244771 w 494979"/>
                  <a:gd name="connsiteY20" fmla="*/ 203974 h 674476"/>
                  <a:gd name="connsiteX21" fmla="*/ 239332 w 494979"/>
                  <a:gd name="connsiteY21" fmla="*/ 157740 h 674476"/>
                  <a:gd name="connsiteX22" fmla="*/ 236612 w 494979"/>
                  <a:gd name="connsiteY22" fmla="*/ 119665 h 674476"/>
                  <a:gd name="connsiteX23" fmla="*/ 228453 w 494979"/>
                  <a:gd name="connsiteY23" fmla="*/ 97907 h 674476"/>
                  <a:gd name="connsiteX24" fmla="*/ 274687 w 494979"/>
                  <a:gd name="connsiteY24" fmla="*/ 0 h 674476"/>
                  <a:gd name="connsiteX25" fmla="*/ 304603 w 494979"/>
                  <a:gd name="connsiteY25" fmla="*/ 5439 h 674476"/>
                  <a:gd name="connsiteX26" fmla="*/ 320921 w 494979"/>
                  <a:gd name="connsiteY26" fmla="*/ 24477 h 674476"/>
                  <a:gd name="connsiteX27" fmla="*/ 334519 w 494979"/>
                  <a:gd name="connsiteY27" fmla="*/ 43515 h 674476"/>
                  <a:gd name="connsiteX28" fmla="*/ 339959 w 494979"/>
                  <a:gd name="connsiteY28" fmla="*/ 65272 h 674476"/>
                  <a:gd name="connsiteX29" fmla="*/ 348118 w 494979"/>
                  <a:gd name="connsiteY29" fmla="*/ 114226 h 674476"/>
                  <a:gd name="connsiteX30" fmla="*/ 361716 w 494979"/>
                  <a:gd name="connsiteY30" fmla="*/ 163180 h 674476"/>
                  <a:gd name="connsiteX31" fmla="*/ 369875 w 494979"/>
                  <a:gd name="connsiteY31" fmla="*/ 220293 h 674476"/>
                  <a:gd name="connsiteX32" fmla="*/ 378034 w 494979"/>
                  <a:gd name="connsiteY32" fmla="*/ 274686 h 674476"/>
                  <a:gd name="connsiteX33" fmla="*/ 383473 w 494979"/>
                  <a:gd name="connsiteY33" fmla="*/ 301883 h 674476"/>
                  <a:gd name="connsiteX34" fmla="*/ 391632 w 494979"/>
                  <a:gd name="connsiteY34" fmla="*/ 337238 h 674476"/>
                  <a:gd name="connsiteX35" fmla="*/ 397071 w 494979"/>
                  <a:gd name="connsiteY35" fmla="*/ 364435 h 674476"/>
                  <a:gd name="connsiteX36" fmla="*/ 405230 w 494979"/>
                  <a:gd name="connsiteY36" fmla="*/ 383473 h 674476"/>
                  <a:gd name="connsiteX37" fmla="*/ 416109 w 494979"/>
                  <a:gd name="connsiteY37" fmla="*/ 386192 h 674476"/>
                  <a:gd name="connsiteX38" fmla="*/ 426988 w 494979"/>
                  <a:gd name="connsiteY38" fmla="*/ 386192 h 674476"/>
                  <a:gd name="connsiteX39" fmla="*/ 454184 w 494979"/>
                  <a:gd name="connsiteY39" fmla="*/ 397071 h 674476"/>
                  <a:gd name="connsiteX40" fmla="*/ 456904 w 494979"/>
                  <a:gd name="connsiteY40" fmla="*/ 405230 h 674476"/>
                  <a:gd name="connsiteX41" fmla="*/ 451465 w 494979"/>
                  <a:gd name="connsiteY41" fmla="*/ 416108 h 674476"/>
                  <a:gd name="connsiteX42" fmla="*/ 432427 w 494979"/>
                  <a:gd name="connsiteY42" fmla="*/ 429707 h 674476"/>
                  <a:gd name="connsiteX43" fmla="*/ 421548 w 494979"/>
                  <a:gd name="connsiteY43" fmla="*/ 432426 h 674476"/>
                  <a:gd name="connsiteX44" fmla="*/ 413389 w 494979"/>
                  <a:gd name="connsiteY44" fmla="*/ 435146 h 674476"/>
                  <a:gd name="connsiteX45" fmla="*/ 413389 w 494979"/>
                  <a:gd name="connsiteY45" fmla="*/ 440585 h 674476"/>
                  <a:gd name="connsiteX46" fmla="*/ 416109 w 494979"/>
                  <a:gd name="connsiteY46" fmla="*/ 451464 h 674476"/>
                  <a:gd name="connsiteX47" fmla="*/ 418829 w 494979"/>
                  <a:gd name="connsiteY47" fmla="*/ 465062 h 674476"/>
                  <a:gd name="connsiteX48" fmla="*/ 418829 w 494979"/>
                  <a:gd name="connsiteY48" fmla="*/ 475941 h 674476"/>
                  <a:gd name="connsiteX49" fmla="*/ 418829 w 494979"/>
                  <a:gd name="connsiteY49" fmla="*/ 486820 h 674476"/>
                  <a:gd name="connsiteX50" fmla="*/ 426988 w 494979"/>
                  <a:gd name="connsiteY50" fmla="*/ 516736 h 674476"/>
                  <a:gd name="connsiteX51" fmla="*/ 432427 w 494979"/>
                  <a:gd name="connsiteY51" fmla="*/ 543932 h 674476"/>
                  <a:gd name="connsiteX52" fmla="*/ 437866 w 494979"/>
                  <a:gd name="connsiteY52" fmla="*/ 573848 h 674476"/>
                  <a:gd name="connsiteX53" fmla="*/ 443306 w 494979"/>
                  <a:gd name="connsiteY53" fmla="*/ 606484 h 674476"/>
                  <a:gd name="connsiteX54" fmla="*/ 446025 w 494979"/>
                  <a:gd name="connsiteY54" fmla="*/ 617363 h 674476"/>
                  <a:gd name="connsiteX55" fmla="*/ 470502 w 494979"/>
                  <a:gd name="connsiteY55" fmla="*/ 617363 h 674476"/>
                  <a:gd name="connsiteX56" fmla="*/ 494979 w 494979"/>
                  <a:gd name="connsiteY56" fmla="*/ 641840 h 674476"/>
                  <a:gd name="connsiteX57" fmla="*/ 486820 w 494979"/>
                  <a:gd name="connsiteY57" fmla="*/ 655438 h 674476"/>
                  <a:gd name="connsiteX58" fmla="*/ 470502 w 494979"/>
                  <a:gd name="connsiteY58" fmla="*/ 663597 h 674476"/>
                  <a:gd name="connsiteX59" fmla="*/ 446025 w 494979"/>
                  <a:gd name="connsiteY59" fmla="*/ 666317 h 674476"/>
                  <a:gd name="connsiteX60" fmla="*/ 424268 w 494979"/>
                  <a:gd name="connsiteY60" fmla="*/ 666317 h 674476"/>
                  <a:gd name="connsiteX61" fmla="*/ 416109 w 494979"/>
                  <a:gd name="connsiteY61" fmla="*/ 666317 h 674476"/>
                  <a:gd name="connsiteX62" fmla="*/ 402511 w 494979"/>
                  <a:gd name="connsiteY62" fmla="*/ 671756 h 674476"/>
                  <a:gd name="connsiteX63" fmla="*/ 386193 w 494979"/>
                  <a:gd name="connsiteY63" fmla="*/ 674476 h 674476"/>
                  <a:gd name="connsiteX64" fmla="*/ 350837 w 494979"/>
                  <a:gd name="connsiteY64" fmla="*/ 669036 h 674476"/>
                  <a:gd name="connsiteX65" fmla="*/ 329080 w 494979"/>
                  <a:gd name="connsiteY65" fmla="*/ 669036 h 674476"/>
                  <a:gd name="connsiteX66" fmla="*/ 280126 w 494979"/>
                  <a:gd name="connsiteY66" fmla="*/ 669036 h 674476"/>
                  <a:gd name="connsiteX67" fmla="*/ 255649 w 494979"/>
                  <a:gd name="connsiteY67" fmla="*/ 663597 h 674476"/>
                  <a:gd name="connsiteX68" fmla="*/ 239331 w 494979"/>
                  <a:gd name="connsiteY68" fmla="*/ 647279 h 674476"/>
                  <a:gd name="connsiteX69" fmla="*/ 263808 w 494979"/>
                  <a:gd name="connsiteY69" fmla="*/ 630961 h 674476"/>
                  <a:gd name="connsiteX70" fmla="*/ 291005 w 494979"/>
                  <a:gd name="connsiteY70" fmla="*/ 628241 h 674476"/>
                  <a:gd name="connsiteX71" fmla="*/ 288285 w 494979"/>
                  <a:gd name="connsiteY71" fmla="*/ 609204 h 674476"/>
                  <a:gd name="connsiteX72" fmla="*/ 285565 w 494979"/>
                  <a:gd name="connsiteY72" fmla="*/ 582007 h 674476"/>
                  <a:gd name="connsiteX73" fmla="*/ 282846 w 494979"/>
                  <a:gd name="connsiteY73" fmla="*/ 568409 h 674476"/>
                  <a:gd name="connsiteX74" fmla="*/ 285565 w 494979"/>
                  <a:gd name="connsiteY74" fmla="*/ 554811 h 674476"/>
                  <a:gd name="connsiteX75" fmla="*/ 280126 w 494979"/>
                  <a:gd name="connsiteY75" fmla="*/ 538493 h 674476"/>
                  <a:gd name="connsiteX76" fmla="*/ 274687 w 494979"/>
                  <a:gd name="connsiteY76" fmla="*/ 505857 h 674476"/>
                  <a:gd name="connsiteX77" fmla="*/ 271967 w 494979"/>
                  <a:gd name="connsiteY77" fmla="*/ 478660 h 674476"/>
                  <a:gd name="connsiteX78" fmla="*/ 269247 w 494979"/>
                  <a:gd name="connsiteY78" fmla="*/ 446025 h 674476"/>
                  <a:gd name="connsiteX79" fmla="*/ 263808 w 494979"/>
                  <a:gd name="connsiteY79" fmla="*/ 437866 h 674476"/>
                  <a:gd name="connsiteX80" fmla="*/ 252929 w 494979"/>
                  <a:gd name="connsiteY80" fmla="*/ 437866 h 674476"/>
                  <a:gd name="connsiteX81" fmla="*/ 223013 w 494979"/>
                  <a:gd name="connsiteY81" fmla="*/ 440585 h 674476"/>
                  <a:gd name="connsiteX82" fmla="*/ 193097 w 494979"/>
                  <a:gd name="connsiteY82" fmla="*/ 443305 h 674476"/>
                  <a:gd name="connsiteX83" fmla="*/ 168620 w 494979"/>
                  <a:gd name="connsiteY83" fmla="*/ 443305 h 674476"/>
                  <a:gd name="connsiteX84" fmla="*/ 146862 w 494979"/>
                  <a:gd name="connsiteY84" fmla="*/ 440585 h 674476"/>
                  <a:gd name="connsiteX85" fmla="*/ 138703 w 494979"/>
                  <a:gd name="connsiteY85" fmla="*/ 454184 h 674476"/>
                  <a:gd name="connsiteX86" fmla="*/ 133263 w 494979"/>
                  <a:gd name="connsiteY86" fmla="*/ 486820 h 674476"/>
                  <a:gd name="connsiteX87" fmla="*/ 122385 w 494979"/>
                  <a:gd name="connsiteY87" fmla="*/ 541213 h 674476"/>
                  <a:gd name="connsiteX88" fmla="*/ 106067 w 494979"/>
                  <a:gd name="connsiteY88" fmla="*/ 614643 h 674476"/>
                  <a:gd name="connsiteX89" fmla="*/ 135983 w 494979"/>
                  <a:gd name="connsiteY89" fmla="*/ 614643 h 674476"/>
                  <a:gd name="connsiteX90" fmla="*/ 171340 w 494979"/>
                  <a:gd name="connsiteY90" fmla="*/ 630961 h 674476"/>
                  <a:gd name="connsiteX91" fmla="*/ 165900 w 494979"/>
                  <a:gd name="connsiteY91" fmla="*/ 647279 h 674476"/>
                  <a:gd name="connsiteX92" fmla="*/ 149581 w 494979"/>
                  <a:gd name="connsiteY92" fmla="*/ 655438 h 674476"/>
                  <a:gd name="connsiteX93" fmla="*/ 127824 w 494979"/>
                  <a:gd name="connsiteY93" fmla="*/ 658158 h 674476"/>
                  <a:gd name="connsiteX94" fmla="*/ 106067 w 494979"/>
                  <a:gd name="connsiteY94" fmla="*/ 658158 h 674476"/>
                  <a:gd name="connsiteX95" fmla="*/ 62552 w 494979"/>
                  <a:gd name="connsiteY95" fmla="*/ 658158 h 674476"/>
                  <a:gd name="connsiteX96" fmla="*/ 40795 w 494979"/>
                  <a:gd name="connsiteY96" fmla="*/ 658158 h 674476"/>
                  <a:gd name="connsiteX97" fmla="*/ 16318 w 494979"/>
                  <a:gd name="connsiteY97" fmla="*/ 652718 h 674476"/>
                  <a:gd name="connsiteX98" fmla="*/ 0 w 494979"/>
                  <a:gd name="connsiteY98" fmla="*/ 636401 h 674476"/>
                  <a:gd name="connsiteX99" fmla="*/ 2720 w 494979"/>
                  <a:gd name="connsiteY99" fmla="*/ 628241 h 674476"/>
                  <a:gd name="connsiteX100" fmla="*/ 24477 w 494979"/>
                  <a:gd name="connsiteY100" fmla="*/ 620082 h 674476"/>
                  <a:gd name="connsiteX101" fmla="*/ 62552 w 494979"/>
                  <a:gd name="connsiteY101" fmla="*/ 617363 h 674476"/>
                  <a:gd name="connsiteX102" fmla="*/ 62552 w 494979"/>
                  <a:gd name="connsiteY102" fmla="*/ 614643 h 674476"/>
                  <a:gd name="connsiteX103" fmla="*/ 65272 w 494979"/>
                  <a:gd name="connsiteY103" fmla="*/ 587447 h 674476"/>
                  <a:gd name="connsiteX104" fmla="*/ 76151 w 494979"/>
                  <a:gd name="connsiteY104" fmla="*/ 522175 h 674476"/>
                  <a:gd name="connsiteX105" fmla="*/ 87029 w 494979"/>
                  <a:gd name="connsiteY105" fmla="*/ 470501 h 674476"/>
                  <a:gd name="connsiteX106" fmla="*/ 92469 w 494979"/>
                  <a:gd name="connsiteY106" fmla="*/ 446025 h 674476"/>
                  <a:gd name="connsiteX107" fmla="*/ 65272 w 494979"/>
                  <a:gd name="connsiteY107" fmla="*/ 432426 h 674476"/>
                  <a:gd name="connsiteX108" fmla="*/ 54393 w 494979"/>
                  <a:gd name="connsiteY108" fmla="*/ 421548 h 674476"/>
                  <a:gd name="connsiteX109" fmla="*/ 73431 w 494979"/>
                  <a:gd name="connsiteY109" fmla="*/ 407949 h 674476"/>
                  <a:gd name="connsiteX110" fmla="*/ 100628 w 494979"/>
                  <a:gd name="connsiteY110" fmla="*/ 399790 h 674476"/>
                  <a:gd name="connsiteX111" fmla="*/ 108787 w 494979"/>
                  <a:gd name="connsiteY111" fmla="*/ 369874 h 674476"/>
                  <a:gd name="connsiteX112" fmla="*/ 125105 w 494979"/>
                  <a:gd name="connsiteY112" fmla="*/ 307322 h 674476"/>
                  <a:gd name="connsiteX113" fmla="*/ 141423 w 494979"/>
                  <a:gd name="connsiteY113" fmla="*/ 242051 h 674476"/>
                  <a:gd name="connsiteX114" fmla="*/ 155021 w 494979"/>
                  <a:gd name="connsiteY114" fmla="*/ 179498 h 674476"/>
                  <a:gd name="connsiteX115" fmla="*/ 168620 w 494979"/>
                  <a:gd name="connsiteY115" fmla="*/ 119665 h 674476"/>
                  <a:gd name="connsiteX116" fmla="*/ 193097 w 494979"/>
                  <a:gd name="connsiteY116" fmla="*/ 57113 h 674476"/>
                  <a:gd name="connsiteX117" fmla="*/ 201256 w 494979"/>
                  <a:gd name="connsiteY117" fmla="*/ 38075 h 674476"/>
                  <a:gd name="connsiteX118" fmla="*/ 217574 w 494979"/>
                  <a:gd name="connsiteY118" fmla="*/ 13598 h 674476"/>
                  <a:gd name="connsiteX119" fmla="*/ 274687 w 49497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4979" h="674476">
                    <a:moveTo>
                      <a:pt x="228453" y="97907"/>
                    </a:moveTo>
                    <a:cubicBezTo>
                      <a:pt x="220294" y="97907"/>
                      <a:pt x="212135" y="114225"/>
                      <a:pt x="212135" y="119665"/>
                    </a:cubicBezTo>
                    <a:cubicBezTo>
                      <a:pt x="209415" y="130543"/>
                      <a:pt x="206696" y="144141"/>
                      <a:pt x="203976" y="152300"/>
                    </a:cubicBezTo>
                    <a:cubicBezTo>
                      <a:pt x="201256" y="157740"/>
                      <a:pt x="201256" y="163179"/>
                      <a:pt x="201256" y="168618"/>
                    </a:cubicBezTo>
                    <a:cubicBezTo>
                      <a:pt x="201256" y="174058"/>
                      <a:pt x="198537" y="179497"/>
                      <a:pt x="198537" y="184936"/>
                    </a:cubicBezTo>
                    <a:cubicBezTo>
                      <a:pt x="195817" y="195815"/>
                      <a:pt x="193097" y="209413"/>
                      <a:pt x="190378" y="220292"/>
                    </a:cubicBezTo>
                    <a:cubicBezTo>
                      <a:pt x="187658" y="244769"/>
                      <a:pt x="179499" y="269246"/>
                      <a:pt x="171340" y="291003"/>
                    </a:cubicBezTo>
                    <a:cubicBezTo>
                      <a:pt x="168620" y="301881"/>
                      <a:pt x="165900" y="312760"/>
                      <a:pt x="163180" y="323639"/>
                    </a:cubicBezTo>
                    <a:cubicBezTo>
                      <a:pt x="160461" y="337237"/>
                      <a:pt x="157741" y="348115"/>
                      <a:pt x="152302" y="361714"/>
                    </a:cubicBezTo>
                    <a:cubicBezTo>
                      <a:pt x="149582" y="367153"/>
                      <a:pt x="146862" y="383471"/>
                      <a:pt x="146862" y="388910"/>
                    </a:cubicBezTo>
                    <a:cubicBezTo>
                      <a:pt x="146862" y="391630"/>
                      <a:pt x="149582" y="391630"/>
                      <a:pt x="152302" y="391630"/>
                    </a:cubicBezTo>
                    <a:cubicBezTo>
                      <a:pt x="157741" y="391630"/>
                      <a:pt x="171340" y="391630"/>
                      <a:pt x="174060" y="391630"/>
                    </a:cubicBezTo>
                    <a:cubicBezTo>
                      <a:pt x="182219" y="391630"/>
                      <a:pt x="190378" y="391630"/>
                      <a:pt x="195817" y="388910"/>
                    </a:cubicBezTo>
                    <a:cubicBezTo>
                      <a:pt x="201256" y="388910"/>
                      <a:pt x="206696" y="388910"/>
                      <a:pt x="214855" y="388910"/>
                    </a:cubicBezTo>
                    <a:cubicBezTo>
                      <a:pt x="220294" y="388910"/>
                      <a:pt x="228453" y="388910"/>
                      <a:pt x="239332" y="388910"/>
                    </a:cubicBezTo>
                    <a:cubicBezTo>
                      <a:pt x="244771" y="388910"/>
                      <a:pt x="250210" y="388910"/>
                      <a:pt x="252930" y="386191"/>
                    </a:cubicBezTo>
                    <a:cubicBezTo>
                      <a:pt x="258369" y="391630"/>
                      <a:pt x="261089" y="388910"/>
                      <a:pt x="261089" y="386191"/>
                    </a:cubicBezTo>
                    <a:cubicBezTo>
                      <a:pt x="261089" y="380751"/>
                      <a:pt x="258369" y="372592"/>
                      <a:pt x="258369" y="367153"/>
                    </a:cubicBezTo>
                    <a:cubicBezTo>
                      <a:pt x="255650" y="353555"/>
                      <a:pt x="252930" y="342676"/>
                      <a:pt x="252930" y="331797"/>
                    </a:cubicBezTo>
                    <a:cubicBezTo>
                      <a:pt x="252930" y="301881"/>
                      <a:pt x="252930" y="274685"/>
                      <a:pt x="250210" y="244769"/>
                    </a:cubicBezTo>
                    <a:cubicBezTo>
                      <a:pt x="250210" y="231170"/>
                      <a:pt x="247491" y="217572"/>
                      <a:pt x="244771" y="203974"/>
                    </a:cubicBezTo>
                    <a:cubicBezTo>
                      <a:pt x="242051" y="187656"/>
                      <a:pt x="239332" y="174058"/>
                      <a:pt x="239332" y="157740"/>
                    </a:cubicBezTo>
                    <a:cubicBezTo>
                      <a:pt x="239332" y="152300"/>
                      <a:pt x="239332" y="133263"/>
                      <a:pt x="236612" y="119665"/>
                    </a:cubicBezTo>
                    <a:cubicBezTo>
                      <a:pt x="236612" y="106066"/>
                      <a:pt x="233892" y="97907"/>
                      <a:pt x="22845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2" y="10879"/>
                      <a:pt x="315482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2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5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8661" y="625522"/>
                      <a:pt x="492259" y="630961"/>
                      <a:pt x="494979" y="641840"/>
                    </a:cubicBezTo>
                    <a:cubicBezTo>
                      <a:pt x="494979" y="647279"/>
                      <a:pt x="489540" y="649999"/>
                      <a:pt x="486820" y="655438"/>
                    </a:cubicBezTo>
                    <a:cubicBezTo>
                      <a:pt x="484100" y="660877"/>
                      <a:pt x="475942" y="663597"/>
                      <a:pt x="470502" y="663597"/>
                    </a:cubicBezTo>
                    <a:cubicBezTo>
                      <a:pt x="459623" y="666317"/>
                      <a:pt x="454184" y="666317"/>
                      <a:pt x="446025" y="666317"/>
                    </a:cubicBezTo>
                    <a:cubicBezTo>
                      <a:pt x="440586" y="666317"/>
                      <a:pt x="432427" y="666317"/>
                      <a:pt x="424268" y="666317"/>
                    </a:cubicBezTo>
                    <a:cubicBezTo>
                      <a:pt x="421548" y="666317"/>
                      <a:pt x="418829" y="666317"/>
                      <a:pt x="416109" y="666317"/>
                    </a:cubicBezTo>
                    <a:cubicBezTo>
                      <a:pt x="410670" y="669036"/>
                      <a:pt x="407950" y="669036"/>
                      <a:pt x="402511" y="671756"/>
                    </a:cubicBezTo>
                    <a:cubicBezTo>
                      <a:pt x="397071" y="671756"/>
                      <a:pt x="391632" y="674476"/>
                      <a:pt x="386193" y="674476"/>
                    </a:cubicBezTo>
                    <a:cubicBezTo>
                      <a:pt x="375314" y="674476"/>
                      <a:pt x="361716" y="671756"/>
                      <a:pt x="350837" y="669036"/>
                    </a:cubicBezTo>
                    <a:cubicBezTo>
                      <a:pt x="342678" y="669036"/>
                      <a:pt x="334519" y="669036"/>
                      <a:pt x="329080" y="669036"/>
                    </a:cubicBezTo>
                    <a:cubicBezTo>
                      <a:pt x="307323" y="669036"/>
                      <a:pt x="288285" y="669036"/>
                      <a:pt x="280126" y="669036"/>
                    </a:cubicBezTo>
                    <a:cubicBezTo>
                      <a:pt x="271967" y="669036"/>
                      <a:pt x="261088" y="669036"/>
                      <a:pt x="255649" y="663597"/>
                    </a:cubicBezTo>
                    <a:cubicBezTo>
                      <a:pt x="250210" y="660877"/>
                      <a:pt x="239331" y="655438"/>
                      <a:pt x="239331" y="647279"/>
                    </a:cubicBezTo>
                    <a:cubicBezTo>
                      <a:pt x="239331" y="636401"/>
                      <a:pt x="255649" y="633681"/>
                      <a:pt x="263808" y="630961"/>
                    </a:cubicBezTo>
                    <a:cubicBezTo>
                      <a:pt x="269247" y="630961"/>
                      <a:pt x="277406" y="630961"/>
                      <a:pt x="291005" y="628241"/>
                    </a:cubicBezTo>
                    <a:cubicBezTo>
                      <a:pt x="291005" y="620082"/>
                      <a:pt x="291005" y="614643"/>
                      <a:pt x="288285" y="609204"/>
                    </a:cubicBezTo>
                    <a:cubicBezTo>
                      <a:pt x="288285" y="601045"/>
                      <a:pt x="285565" y="590166"/>
                      <a:pt x="285565" y="582007"/>
                    </a:cubicBezTo>
                    <a:cubicBezTo>
                      <a:pt x="285565" y="576568"/>
                      <a:pt x="282846" y="573848"/>
                      <a:pt x="282846" y="568409"/>
                    </a:cubicBezTo>
                    <a:cubicBezTo>
                      <a:pt x="282846" y="562970"/>
                      <a:pt x="285565" y="557531"/>
                      <a:pt x="285565" y="554811"/>
                    </a:cubicBezTo>
                    <a:cubicBezTo>
                      <a:pt x="285565" y="549371"/>
                      <a:pt x="282846" y="546652"/>
                      <a:pt x="280126" y="538493"/>
                    </a:cubicBezTo>
                    <a:cubicBezTo>
                      <a:pt x="280126" y="527614"/>
                      <a:pt x="274687" y="516736"/>
                      <a:pt x="274687" y="505857"/>
                    </a:cubicBezTo>
                    <a:cubicBezTo>
                      <a:pt x="274687" y="494978"/>
                      <a:pt x="274687" y="486820"/>
                      <a:pt x="271967" y="478660"/>
                    </a:cubicBezTo>
                    <a:cubicBezTo>
                      <a:pt x="269247" y="467782"/>
                      <a:pt x="269247" y="456903"/>
                      <a:pt x="269247" y="446025"/>
                    </a:cubicBezTo>
                    <a:cubicBezTo>
                      <a:pt x="269247" y="440585"/>
                      <a:pt x="266528" y="437866"/>
                      <a:pt x="263808" y="437866"/>
                    </a:cubicBezTo>
                    <a:cubicBezTo>
                      <a:pt x="261088" y="437866"/>
                      <a:pt x="258369" y="437866"/>
                      <a:pt x="252929" y="437866"/>
                    </a:cubicBezTo>
                    <a:cubicBezTo>
                      <a:pt x="242051" y="437866"/>
                      <a:pt x="231172" y="437866"/>
                      <a:pt x="223013" y="440585"/>
                    </a:cubicBezTo>
                    <a:cubicBezTo>
                      <a:pt x="212135" y="440585"/>
                      <a:pt x="203976" y="443305"/>
                      <a:pt x="193097" y="443305"/>
                    </a:cubicBezTo>
                    <a:cubicBezTo>
                      <a:pt x="184938" y="443305"/>
                      <a:pt x="176779" y="443305"/>
                      <a:pt x="168620" y="443305"/>
                    </a:cubicBezTo>
                    <a:cubicBezTo>
                      <a:pt x="165900" y="443305"/>
                      <a:pt x="155021" y="440585"/>
                      <a:pt x="146862" y="440585"/>
                    </a:cubicBezTo>
                    <a:cubicBezTo>
                      <a:pt x="138703" y="440585"/>
                      <a:pt x="138703" y="448744"/>
                      <a:pt x="138703" y="454184"/>
                    </a:cubicBezTo>
                    <a:cubicBezTo>
                      <a:pt x="138703" y="465062"/>
                      <a:pt x="135983" y="475941"/>
                      <a:pt x="133263" y="486820"/>
                    </a:cubicBezTo>
                    <a:cubicBezTo>
                      <a:pt x="130544" y="505857"/>
                      <a:pt x="125105" y="522175"/>
                      <a:pt x="122385" y="541213"/>
                    </a:cubicBezTo>
                    <a:cubicBezTo>
                      <a:pt x="119665" y="560250"/>
                      <a:pt x="111506" y="595606"/>
                      <a:pt x="106067" y="614643"/>
                    </a:cubicBezTo>
                    <a:cubicBezTo>
                      <a:pt x="114226" y="614643"/>
                      <a:pt x="125105" y="614643"/>
                      <a:pt x="135983" y="614643"/>
                    </a:cubicBezTo>
                    <a:cubicBezTo>
                      <a:pt x="149581" y="614643"/>
                      <a:pt x="171340" y="614643"/>
                      <a:pt x="171340" y="630961"/>
                    </a:cubicBezTo>
                    <a:cubicBezTo>
                      <a:pt x="171340" y="639120"/>
                      <a:pt x="168620" y="639120"/>
                      <a:pt x="165900" y="647279"/>
                    </a:cubicBezTo>
                    <a:cubicBezTo>
                      <a:pt x="163181" y="652718"/>
                      <a:pt x="155021" y="655438"/>
                      <a:pt x="149581" y="655438"/>
                    </a:cubicBezTo>
                    <a:cubicBezTo>
                      <a:pt x="141423" y="658158"/>
                      <a:pt x="135983" y="658158"/>
                      <a:pt x="127824" y="658158"/>
                    </a:cubicBezTo>
                    <a:cubicBezTo>
                      <a:pt x="122385" y="658158"/>
                      <a:pt x="116946" y="658158"/>
                      <a:pt x="106067" y="658158"/>
                    </a:cubicBezTo>
                    <a:cubicBezTo>
                      <a:pt x="92469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9" y="451464"/>
                      <a:pt x="92469" y="446025"/>
                    </a:cubicBezTo>
                    <a:cubicBezTo>
                      <a:pt x="92469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9" y="405230"/>
                      <a:pt x="100628" y="399790"/>
                    </a:cubicBezTo>
                    <a:cubicBezTo>
                      <a:pt x="106067" y="394351"/>
                      <a:pt x="106067" y="378033"/>
                      <a:pt x="108787" y="369874"/>
                    </a:cubicBezTo>
                    <a:cubicBezTo>
                      <a:pt x="114226" y="348117"/>
                      <a:pt x="119665" y="326360"/>
                      <a:pt x="125105" y="307322"/>
                    </a:cubicBezTo>
                    <a:cubicBezTo>
                      <a:pt x="130544" y="285565"/>
                      <a:pt x="135983" y="263808"/>
                      <a:pt x="141423" y="242051"/>
                    </a:cubicBezTo>
                    <a:cubicBezTo>
                      <a:pt x="146862" y="220293"/>
                      <a:pt x="152301" y="198536"/>
                      <a:pt x="155021" y="179498"/>
                    </a:cubicBezTo>
                    <a:cubicBezTo>
                      <a:pt x="157740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39">
                <a:extLst>
                  <a:ext uri="{FF2B5EF4-FFF2-40B4-BE49-F238E27FC236}">
                    <a16:creationId xmlns:a16="http://schemas.microsoft.com/office/drawing/2014/main" id="{7A4C0F77-F239-F040-AE2A-716BDE3FF758}"/>
                  </a:ext>
                </a:extLst>
              </p:cNvPr>
              <p:cNvSpPr/>
              <p:nvPr/>
            </p:nvSpPr>
            <p:spPr>
              <a:xfrm>
                <a:off x="3443268" y="4186718"/>
                <a:ext cx="435145" cy="761503"/>
              </a:xfrm>
              <a:custGeom>
                <a:avLst/>
                <a:gdLst>
                  <a:gd name="connsiteX0" fmla="*/ 400855 w 435145"/>
                  <a:gd name="connsiteY0" fmla="*/ 678260 h 761503"/>
                  <a:gd name="connsiteX1" fmla="*/ 384537 w 435145"/>
                  <a:gd name="connsiteY1" fmla="*/ 719054 h 761503"/>
                  <a:gd name="connsiteX2" fmla="*/ 368219 w 435145"/>
                  <a:gd name="connsiteY2" fmla="*/ 713615 h 761503"/>
                  <a:gd name="connsiteX3" fmla="*/ 360060 w 435145"/>
                  <a:gd name="connsiteY3" fmla="*/ 697297 h 761503"/>
                  <a:gd name="connsiteX4" fmla="*/ 360060 w 435145"/>
                  <a:gd name="connsiteY4" fmla="*/ 651063 h 761503"/>
                  <a:gd name="connsiteX5" fmla="*/ 332864 w 435145"/>
                  <a:gd name="connsiteY5" fmla="*/ 686418 h 761503"/>
                  <a:gd name="connsiteX6" fmla="*/ 251274 w 435145"/>
                  <a:gd name="connsiteY6" fmla="*/ 721774 h 761503"/>
                  <a:gd name="connsiteX7" fmla="*/ 229517 w 435145"/>
                  <a:gd name="connsiteY7" fmla="*/ 719054 h 761503"/>
                  <a:gd name="connsiteX8" fmla="*/ 158806 w 435145"/>
                  <a:gd name="connsiteY8" fmla="*/ 694578 h 761503"/>
                  <a:gd name="connsiteX9" fmla="*/ 112571 w 435145"/>
                  <a:gd name="connsiteY9" fmla="*/ 659222 h 761503"/>
                  <a:gd name="connsiteX10" fmla="*/ 79936 w 435145"/>
                  <a:gd name="connsiteY10" fmla="*/ 607548 h 761503"/>
                  <a:gd name="connsiteX11" fmla="*/ 63618 w 435145"/>
                  <a:gd name="connsiteY11" fmla="*/ 542277 h 761503"/>
                  <a:gd name="connsiteX12" fmla="*/ 58178 w 435145"/>
                  <a:gd name="connsiteY12" fmla="*/ 471566 h 761503"/>
                  <a:gd name="connsiteX13" fmla="*/ 60898 w 435145"/>
                  <a:gd name="connsiteY13" fmla="*/ 400855 h 761503"/>
                  <a:gd name="connsiteX14" fmla="*/ 66337 w 435145"/>
                  <a:gd name="connsiteY14" fmla="*/ 335583 h 761503"/>
                  <a:gd name="connsiteX15" fmla="*/ 85375 w 435145"/>
                  <a:gd name="connsiteY15" fmla="*/ 267592 h 761503"/>
                  <a:gd name="connsiteX16" fmla="*/ 109852 w 435145"/>
                  <a:gd name="connsiteY16" fmla="*/ 199600 h 761503"/>
                  <a:gd name="connsiteX17" fmla="*/ 145207 w 435145"/>
                  <a:gd name="connsiteY17" fmla="*/ 145207 h 761503"/>
                  <a:gd name="connsiteX18" fmla="*/ 188722 w 435145"/>
                  <a:gd name="connsiteY18" fmla="*/ 96253 h 761503"/>
                  <a:gd name="connsiteX19" fmla="*/ 243115 w 435145"/>
                  <a:gd name="connsiteY19" fmla="*/ 71776 h 761503"/>
                  <a:gd name="connsiteX20" fmla="*/ 286630 w 435145"/>
                  <a:gd name="connsiteY20" fmla="*/ 63617 h 761503"/>
                  <a:gd name="connsiteX21" fmla="*/ 305667 w 435145"/>
                  <a:gd name="connsiteY21" fmla="*/ 66337 h 761503"/>
                  <a:gd name="connsiteX22" fmla="*/ 324705 w 435145"/>
                  <a:gd name="connsiteY22" fmla="*/ 79936 h 761503"/>
                  <a:gd name="connsiteX23" fmla="*/ 341023 w 435145"/>
                  <a:gd name="connsiteY23" fmla="*/ 101693 h 761503"/>
                  <a:gd name="connsiteX24" fmla="*/ 354621 w 435145"/>
                  <a:gd name="connsiteY24" fmla="*/ 123450 h 761503"/>
                  <a:gd name="connsiteX25" fmla="*/ 354621 w 435145"/>
                  <a:gd name="connsiteY25" fmla="*/ 98973 h 761503"/>
                  <a:gd name="connsiteX26" fmla="*/ 360060 w 435145"/>
                  <a:gd name="connsiteY26" fmla="*/ 74496 h 761503"/>
                  <a:gd name="connsiteX27" fmla="*/ 365500 w 435145"/>
                  <a:gd name="connsiteY27" fmla="*/ 63617 h 761503"/>
                  <a:gd name="connsiteX28" fmla="*/ 373659 w 435145"/>
                  <a:gd name="connsiteY28" fmla="*/ 58178 h 761503"/>
                  <a:gd name="connsiteX29" fmla="*/ 381818 w 435145"/>
                  <a:gd name="connsiteY29" fmla="*/ 63617 h 761503"/>
                  <a:gd name="connsiteX30" fmla="*/ 389977 w 435145"/>
                  <a:gd name="connsiteY30" fmla="*/ 82655 h 761503"/>
                  <a:gd name="connsiteX31" fmla="*/ 392696 w 435145"/>
                  <a:gd name="connsiteY31" fmla="*/ 126170 h 761503"/>
                  <a:gd name="connsiteX32" fmla="*/ 395416 w 435145"/>
                  <a:gd name="connsiteY32" fmla="*/ 186002 h 761503"/>
                  <a:gd name="connsiteX33" fmla="*/ 398136 w 435145"/>
                  <a:gd name="connsiteY33" fmla="*/ 237675 h 761503"/>
                  <a:gd name="connsiteX34" fmla="*/ 398136 w 435145"/>
                  <a:gd name="connsiteY34" fmla="*/ 243115 h 761503"/>
                  <a:gd name="connsiteX35" fmla="*/ 395416 w 435145"/>
                  <a:gd name="connsiteY35" fmla="*/ 256713 h 761503"/>
                  <a:gd name="connsiteX36" fmla="*/ 379098 w 435145"/>
                  <a:gd name="connsiteY36" fmla="*/ 278470 h 761503"/>
                  <a:gd name="connsiteX37" fmla="*/ 362780 w 435145"/>
                  <a:gd name="connsiteY37" fmla="*/ 273031 h 761503"/>
                  <a:gd name="connsiteX38" fmla="*/ 354621 w 435145"/>
                  <a:gd name="connsiteY38" fmla="*/ 256713 h 761503"/>
                  <a:gd name="connsiteX39" fmla="*/ 354621 w 435145"/>
                  <a:gd name="connsiteY39" fmla="*/ 213198 h 761503"/>
                  <a:gd name="connsiteX40" fmla="*/ 354621 w 435145"/>
                  <a:gd name="connsiteY40" fmla="*/ 205040 h 761503"/>
                  <a:gd name="connsiteX41" fmla="*/ 338303 w 435145"/>
                  <a:gd name="connsiteY41" fmla="*/ 147927 h 761503"/>
                  <a:gd name="connsiteX42" fmla="*/ 292069 w 435145"/>
                  <a:gd name="connsiteY42" fmla="*/ 107132 h 761503"/>
                  <a:gd name="connsiteX43" fmla="*/ 262153 w 435145"/>
                  <a:gd name="connsiteY43" fmla="*/ 120730 h 761503"/>
                  <a:gd name="connsiteX44" fmla="*/ 251274 w 435145"/>
                  <a:gd name="connsiteY44" fmla="*/ 131609 h 761503"/>
                  <a:gd name="connsiteX45" fmla="*/ 240395 w 435145"/>
                  <a:gd name="connsiteY45" fmla="*/ 139768 h 761503"/>
                  <a:gd name="connsiteX46" fmla="*/ 237676 w 435145"/>
                  <a:gd name="connsiteY46" fmla="*/ 164245 h 761503"/>
                  <a:gd name="connsiteX47" fmla="*/ 226797 w 435145"/>
                  <a:gd name="connsiteY47" fmla="*/ 196881 h 761503"/>
                  <a:gd name="connsiteX48" fmla="*/ 213199 w 435145"/>
                  <a:gd name="connsiteY48" fmla="*/ 259433 h 761503"/>
                  <a:gd name="connsiteX49" fmla="*/ 207759 w 435145"/>
                  <a:gd name="connsiteY49" fmla="*/ 324704 h 761503"/>
                  <a:gd name="connsiteX50" fmla="*/ 207759 w 435145"/>
                  <a:gd name="connsiteY50" fmla="*/ 335583 h 761503"/>
                  <a:gd name="connsiteX51" fmla="*/ 205040 w 435145"/>
                  <a:gd name="connsiteY51" fmla="*/ 349181 h 761503"/>
                  <a:gd name="connsiteX52" fmla="*/ 207759 w 435145"/>
                  <a:gd name="connsiteY52" fmla="*/ 368219 h 761503"/>
                  <a:gd name="connsiteX53" fmla="*/ 207759 w 435145"/>
                  <a:gd name="connsiteY53" fmla="*/ 376378 h 761503"/>
                  <a:gd name="connsiteX54" fmla="*/ 205040 w 435145"/>
                  <a:gd name="connsiteY54" fmla="*/ 387256 h 761503"/>
                  <a:gd name="connsiteX55" fmla="*/ 205040 w 435145"/>
                  <a:gd name="connsiteY55" fmla="*/ 395415 h 761503"/>
                  <a:gd name="connsiteX56" fmla="*/ 205040 w 435145"/>
                  <a:gd name="connsiteY56" fmla="*/ 406294 h 761503"/>
                  <a:gd name="connsiteX57" fmla="*/ 205040 w 435145"/>
                  <a:gd name="connsiteY57" fmla="*/ 425332 h 761503"/>
                  <a:gd name="connsiteX58" fmla="*/ 213199 w 435145"/>
                  <a:gd name="connsiteY58" fmla="*/ 493323 h 761503"/>
                  <a:gd name="connsiteX59" fmla="*/ 221358 w 435145"/>
                  <a:gd name="connsiteY59" fmla="*/ 561314 h 761503"/>
                  <a:gd name="connsiteX60" fmla="*/ 226797 w 435145"/>
                  <a:gd name="connsiteY60" fmla="*/ 591231 h 761503"/>
                  <a:gd name="connsiteX61" fmla="*/ 240395 w 435145"/>
                  <a:gd name="connsiteY61" fmla="*/ 618427 h 761503"/>
                  <a:gd name="connsiteX62" fmla="*/ 283910 w 435145"/>
                  <a:gd name="connsiteY62" fmla="*/ 651063 h 761503"/>
                  <a:gd name="connsiteX63" fmla="*/ 338303 w 435145"/>
                  <a:gd name="connsiteY63" fmla="*/ 612988 h 761503"/>
                  <a:gd name="connsiteX64" fmla="*/ 354621 w 435145"/>
                  <a:gd name="connsiteY64" fmla="*/ 577632 h 761503"/>
                  <a:gd name="connsiteX65" fmla="*/ 357341 w 435145"/>
                  <a:gd name="connsiteY65" fmla="*/ 509641 h 761503"/>
                  <a:gd name="connsiteX66" fmla="*/ 362780 w 435145"/>
                  <a:gd name="connsiteY66" fmla="*/ 485164 h 761503"/>
                  <a:gd name="connsiteX67" fmla="*/ 368219 w 435145"/>
                  <a:gd name="connsiteY67" fmla="*/ 474286 h 761503"/>
                  <a:gd name="connsiteX68" fmla="*/ 376378 w 435145"/>
                  <a:gd name="connsiteY68" fmla="*/ 468846 h 761503"/>
                  <a:gd name="connsiteX69" fmla="*/ 384537 w 435145"/>
                  <a:gd name="connsiteY69" fmla="*/ 474286 h 761503"/>
                  <a:gd name="connsiteX70" fmla="*/ 392696 w 435145"/>
                  <a:gd name="connsiteY70" fmla="*/ 493323 h 761503"/>
                  <a:gd name="connsiteX71" fmla="*/ 395416 w 435145"/>
                  <a:gd name="connsiteY71" fmla="*/ 558595 h 761503"/>
                  <a:gd name="connsiteX72" fmla="*/ 398136 w 435145"/>
                  <a:gd name="connsiteY72" fmla="*/ 618427 h 761503"/>
                  <a:gd name="connsiteX73" fmla="*/ 400855 w 435145"/>
                  <a:gd name="connsiteY73" fmla="*/ 67826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435145" h="761503">
                    <a:moveTo>
                      <a:pt x="400855" y="678260"/>
                    </a:moveTo>
                    <a:cubicBezTo>
                      <a:pt x="400855" y="689138"/>
                      <a:pt x="400855" y="719054"/>
                      <a:pt x="384537" y="719054"/>
                    </a:cubicBezTo>
                    <a:cubicBezTo>
                      <a:pt x="376378" y="719054"/>
                      <a:pt x="373659" y="716335"/>
                      <a:pt x="368219" y="713615"/>
                    </a:cubicBezTo>
                    <a:cubicBezTo>
                      <a:pt x="362780" y="710895"/>
                      <a:pt x="360060" y="702736"/>
                      <a:pt x="360060" y="697297"/>
                    </a:cubicBezTo>
                    <a:cubicBezTo>
                      <a:pt x="357341" y="680979"/>
                      <a:pt x="357341" y="664661"/>
                      <a:pt x="360060" y="651063"/>
                    </a:cubicBezTo>
                    <a:cubicBezTo>
                      <a:pt x="354621" y="659222"/>
                      <a:pt x="341023" y="678260"/>
                      <a:pt x="332864" y="686418"/>
                    </a:cubicBezTo>
                    <a:cubicBezTo>
                      <a:pt x="311107" y="708176"/>
                      <a:pt x="283910" y="721774"/>
                      <a:pt x="251274" y="721774"/>
                    </a:cubicBezTo>
                    <a:cubicBezTo>
                      <a:pt x="243115" y="721774"/>
                      <a:pt x="237676" y="721774"/>
                      <a:pt x="229517" y="719054"/>
                    </a:cubicBezTo>
                    <a:cubicBezTo>
                      <a:pt x="207759" y="716335"/>
                      <a:pt x="183283" y="708176"/>
                      <a:pt x="158806" y="694578"/>
                    </a:cubicBezTo>
                    <a:cubicBezTo>
                      <a:pt x="142488" y="686418"/>
                      <a:pt x="126170" y="672820"/>
                      <a:pt x="112571" y="659222"/>
                    </a:cubicBezTo>
                    <a:cubicBezTo>
                      <a:pt x="98973" y="642904"/>
                      <a:pt x="88095" y="626586"/>
                      <a:pt x="79936" y="607548"/>
                    </a:cubicBezTo>
                    <a:cubicBezTo>
                      <a:pt x="71777" y="585791"/>
                      <a:pt x="66337" y="566754"/>
                      <a:pt x="63618" y="542277"/>
                    </a:cubicBezTo>
                    <a:cubicBezTo>
                      <a:pt x="60898" y="517800"/>
                      <a:pt x="58178" y="493323"/>
                      <a:pt x="58178" y="471566"/>
                    </a:cubicBezTo>
                    <a:cubicBezTo>
                      <a:pt x="58178" y="447089"/>
                      <a:pt x="58178" y="425332"/>
                      <a:pt x="60898" y="400855"/>
                    </a:cubicBezTo>
                    <a:cubicBezTo>
                      <a:pt x="63618" y="379098"/>
                      <a:pt x="60898" y="357340"/>
                      <a:pt x="66337" y="335583"/>
                    </a:cubicBezTo>
                    <a:cubicBezTo>
                      <a:pt x="69057" y="313826"/>
                      <a:pt x="77216" y="289349"/>
                      <a:pt x="85375" y="267592"/>
                    </a:cubicBezTo>
                    <a:cubicBezTo>
                      <a:pt x="93534" y="243115"/>
                      <a:pt x="98973" y="221357"/>
                      <a:pt x="109852" y="199600"/>
                    </a:cubicBezTo>
                    <a:cubicBezTo>
                      <a:pt x="118011" y="177843"/>
                      <a:pt x="131609" y="161525"/>
                      <a:pt x="145207" y="145207"/>
                    </a:cubicBezTo>
                    <a:cubicBezTo>
                      <a:pt x="158806" y="128889"/>
                      <a:pt x="172404" y="109852"/>
                      <a:pt x="188722" y="96253"/>
                    </a:cubicBezTo>
                    <a:cubicBezTo>
                      <a:pt x="205040" y="82655"/>
                      <a:pt x="224077" y="77216"/>
                      <a:pt x="243115" y="71776"/>
                    </a:cubicBezTo>
                    <a:cubicBezTo>
                      <a:pt x="256713" y="69057"/>
                      <a:pt x="273031" y="63617"/>
                      <a:pt x="286630" y="63617"/>
                    </a:cubicBezTo>
                    <a:cubicBezTo>
                      <a:pt x="292069" y="63617"/>
                      <a:pt x="297508" y="63617"/>
                      <a:pt x="305667" y="66337"/>
                    </a:cubicBezTo>
                    <a:cubicBezTo>
                      <a:pt x="313826" y="69057"/>
                      <a:pt x="319266" y="74496"/>
                      <a:pt x="324705" y="79936"/>
                    </a:cubicBezTo>
                    <a:cubicBezTo>
                      <a:pt x="332864" y="85375"/>
                      <a:pt x="332864" y="93534"/>
                      <a:pt x="341023" y="101693"/>
                    </a:cubicBezTo>
                    <a:cubicBezTo>
                      <a:pt x="346462" y="107132"/>
                      <a:pt x="349182" y="118011"/>
                      <a:pt x="354621" y="123450"/>
                    </a:cubicBezTo>
                    <a:cubicBezTo>
                      <a:pt x="354621" y="115291"/>
                      <a:pt x="354621" y="101693"/>
                      <a:pt x="354621" y="98973"/>
                    </a:cubicBezTo>
                    <a:cubicBezTo>
                      <a:pt x="354621" y="90814"/>
                      <a:pt x="354621" y="79936"/>
                      <a:pt x="360060" y="74496"/>
                    </a:cubicBezTo>
                    <a:cubicBezTo>
                      <a:pt x="362780" y="71776"/>
                      <a:pt x="362780" y="69057"/>
                      <a:pt x="365500" y="63617"/>
                    </a:cubicBezTo>
                    <a:cubicBezTo>
                      <a:pt x="368219" y="60898"/>
                      <a:pt x="370939" y="58178"/>
                      <a:pt x="373659" y="58178"/>
                    </a:cubicBezTo>
                    <a:cubicBezTo>
                      <a:pt x="376378" y="58178"/>
                      <a:pt x="379098" y="60898"/>
                      <a:pt x="381818" y="63617"/>
                    </a:cubicBezTo>
                    <a:cubicBezTo>
                      <a:pt x="384537" y="69057"/>
                      <a:pt x="387257" y="77216"/>
                      <a:pt x="389977" y="82655"/>
                    </a:cubicBezTo>
                    <a:cubicBezTo>
                      <a:pt x="389977" y="90814"/>
                      <a:pt x="392696" y="107132"/>
                      <a:pt x="392696" y="126170"/>
                    </a:cubicBezTo>
                    <a:cubicBezTo>
                      <a:pt x="392696" y="150647"/>
                      <a:pt x="392696" y="177843"/>
                      <a:pt x="395416" y="186002"/>
                    </a:cubicBezTo>
                    <a:cubicBezTo>
                      <a:pt x="398136" y="205040"/>
                      <a:pt x="398136" y="215918"/>
                      <a:pt x="398136" y="237675"/>
                    </a:cubicBezTo>
                    <a:cubicBezTo>
                      <a:pt x="398136" y="240395"/>
                      <a:pt x="398136" y="243115"/>
                      <a:pt x="398136" y="243115"/>
                    </a:cubicBezTo>
                    <a:cubicBezTo>
                      <a:pt x="398136" y="248554"/>
                      <a:pt x="398136" y="251274"/>
                      <a:pt x="395416" y="256713"/>
                    </a:cubicBezTo>
                    <a:cubicBezTo>
                      <a:pt x="392696" y="267592"/>
                      <a:pt x="389977" y="278470"/>
                      <a:pt x="379098" y="278470"/>
                    </a:cubicBezTo>
                    <a:cubicBezTo>
                      <a:pt x="370939" y="278470"/>
                      <a:pt x="368219" y="275751"/>
                      <a:pt x="362780" y="273031"/>
                    </a:cubicBezTo>
                    <a:cubicBezTo>
                      <a:pt x="357341" y="270311"/>
                      <a:pt x="354621" y="262152"/>
                      <a:pt x="354621" y="256713"/>
                    </a:cubicBezTo>
                    <a:cubicBezTo>
                      <a:pt x="349182" y="237675"/>
                      <a:pt x="354621" y="232236"/>
                      <a:pt x="354621" y="213198"/>
                    </a:cubicBezTo>
                    <a:cubicBezTo>
                      <a:pt x="354621" y="210479"/>
                      <a:pt x="354621" y="207759"/>
                      <a:pt x="354621" y="205040"/>
                    </a:cubicBezTo>
                    <a:cubicBezTo>
                      <a:pt x="349182" y="186002"/>
                      <a:pt x="343742" y="169684"/>
                      <a:pt x="338303" y="147927"/>
                    </a:cubicBezTo>
                    <a:cubicBezTo>
                      <a:pt x="332864" y="131609"/>
                      <a:pt x="311107" y="107132"/>
                      <a:pt x="292069" y="107132"/>
                    </a:cubicBezTo>
                    <a:cubicBezTo>
                      <a:pt x="281190" y="107132"/>
                      <a:pt x="270312" y="115291"/>
                      <a:pt x="262153" y="120730"/>
                    </a:cubicBezTo>
                    <a:cubicBezTo>
                      <a:pt x="259433" y="123450"/>
                      <a:pt x="256713" y="126170"/>
                      <a:pt x="251274" y="131609"/>
                    </a:cubicBezTo>
                    <a:cubicBezTo>
                      <a:pt x="248554" y="134329"/>
                      <a:pt x="243115" y="137048"/>
                      <a:pt x="240395" y="139768"/>
                    </a:cubicBezTo>
                    <a:cubicBezTo>
                      <a:pt x="237676" y="145207"/>
                      <a:pt x="240395" y="156086"/>
                      <a:pt x="237676" y="164245"/>
                    </a:cubicBezTo>
                    <a:cubicBezTo>
                      <a:pt x="232236" y="175123"/>
                      <a:pt x="229517" y="186002"/>
                      <a:pt x="226797" y="196881"/>
                    </a:cubicBezTo>
                    <a:cubicBezTo>
                      <a:pt x="221358" y="218638"/>
                      <a:pt x="218638" y="237675"/>
                      <a:pt x="213199" y="259433"/>
                    </a:cubicBezTo>
                    <a:cubicBezTo>
                      <a:pt x="210479" y="281190"/>
                      <a:pt x="207759" y="302947"/>
                      <a:pt x="207759" y="324704"/>
                    </a:cubicBezTo>
                    <a:cubicBezTo>
                      <a:pt x="207759" y="327424"/>
                      <a:pt x="207759" y="332863"/>
                      <a:pt x="207759" y="335583"/>
                    </a:cubicBezTo>
                    <a:cubicBezTo>
                      <a:pt x="207759" y="341022"/>
                      <a:pt x="205040" y="343742"/>
                      <a:pt x="205040" y="349181"/>
                    </a:cubicBezTo>
                    <a:cubicBezTo>
                      <a:pt x="205040" y="354621"/>
                      <a:pt x="207759" y="362779"/>
                      <a:pt x="207759" y="368219"/>
                    </a:cubicBezTo>
                    <a:cubicBezTo>
                      <a:pt x="207759" y="370939"/>
                      <a:pt x="207759" y="373658"/>
                      <a:pt x="207759" y="376378"/>
                    </a:cubicBezTo>
                    <a:cubicBezTo>
                      <a:pt x="205040" y="381817"/>
                      <a:pt x="205040" y="384537"/>
                      <a:pt x="205040" y="387256"/>
                    </a:cubicBezTo>
                    <a:cubicBezTo>
                      <a:pt x="205040" y="389976"/>
                      <a:pt x="205040" y="392696"/>
                      <a:pt x="205040" y="395415"/>
                    </a:cubicBezTo>
                    <a:cubicBezTo>
                      <a:pt x="205040" y="398135"/>
                      <a:pt x="205040" y="403574"/>
                      <a:pt x="205040" y="406294"/>
                    </a:cubicBezTo>
                    <a:cubicBezTo>
                      <a:pt x="205040" y="411733"/>
                      <a:pt x="205040" y="417173"/>
                      <a:pt x="205040" y="425332"/>
                    </a:cubicBezTo>
                    <a:cubicBezTo>
                      <a:pt x="205040" y="449809"/>
                      <a:pt x="213199" y="471566"/>
                      <a:pt x="213199" y="493323"/>
                    </a:cubicBezTo>
                    <a:cubicBezTo>
                      <a:pt x="213199" y="517800"/>
                      <a:pt x="215919" y="539557"/>
                      <a:pt x="221358" y="561314"/>
                    </a:cubicBezTo>
                    <a:cubicBezTo>
                      <a:pt x="224077" y="572193"/>
                      <a:pt x="224077" y="580352"/>
                      <a:pt x="226797" y="591231"/>
                    </a:cubicBezTo>
                    <a:cubicBezTo>
                      <a:pt x="229517" y="599390"/>
                      <a:pt x="237676" y="607548"/>
                      <a:pt x="240395" y="618427"/>
                    </a:cubicBezTo>
                    <a:cubicBezTo>
                      <a:pt x="248554" y="637465"/>
                      <a:pt x="262153" y="651063"/>
                      <a:pt x="283910" y="651063"/>
                    </a:cubicBezTo>
                    <a:cubicBezTo>
                      <a:pt x="302948" y="651063"/>
                      <a:pt x="330144" y="629306"/>
                      <a:pt x="338303" y="612988"/>
                    </a:cubicBezTo>
                    <a:cubicBezTo>
                      <a:pt x="346462" y="599390"/>
                      <a:pt x="351901" y="591231"/>
                      <a:pt x="354621" y="577632"/>
                    </a:cubicBezTo>
                    <a:cubicBezTo>
                      <a:pt x="354621" y="550436"/>
                      <a:pt x="354621" y="517800"/>
                      <a:pt x="357341" y="509641"/>
                    </a:cubicBezTo>
                    <a:cubicBezTo>
                      <a:pt x="357341" y="501482"/>
                      <a:pt x="357341" y="490603"/>
                      <a:pt x="362780" y="485164"/>
                    </a:cubicBezTo>
                    <a:cubicBezTo>
                      <a:pt x="365500" y="482444"/>
                      <a:pt x="365500" y="479725"/>
                      <a:pt x="368219" y="474286"/>
                    </a:cubicBezTo>
                    <a:cubicBezTo>
                      <a:pt x="370939" y="471566"/>
                      <a:pt x="373659" y="468846"/>
                      <a:pt x="376378" y="468846"/>
                    </a:cubicBezTo>
                    <a:cubicBezTo>
                      <a:pt x="379098" y="468846"/>
                      <a:pt x="381818" y="471566"/>
                      <a:pt x="384537" y="474286"/>
                    </a:cubicBezTo>
                    <a:cubicBezTo>
                      <a:pt x="387257" y="479725"/>
                      <a:pt x="389977" y="487884"/>
                      <a:pt x="392696" y="493323"/>
                    </a:cubicBezTo>
                    <a:cubicBezTo>
                      <a:pt x="392696" y="501482"/>
                      <a:pt x="395416" y="539557"/>
                      <a:pt x="395416" y="558595"/>
                    </a:cubicBezTo>
                    <a:cubicBezTo>
                      <a:pt x="395416" y="583072"/>
                      <a:pt x="395416" y="610268"/>
                      <a:pt x="398136" y="618427"/>
                    </a:cubicBezTo>
                    <a:cubicBezTo>
                      <a:pt x="398136" y="648343"/>
                      <a:pt x="400855" y="659222"/>
                      <a:pt x="400855" y="67826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40">
                <a:extLst>
                  <a:ext uri="{FF2B5EF4-FFF2-40B4-BE49-F238E27FC236}">
                    <a16:creationId xmlns:a16="http://schemas.microsoft.com/office/drawing/2014/main" id="{5A5F1266-8488-7D4D-A037-53A85261CF81}"/>
                  </a:ext>
                </a:extLst>
              </p:cNvPr>
              <p:cNvSpPr/>
              <p:nvPr/>
            </p:nvSpPr>
            <p:spPr>
              <a:xfrm>
                <a:off x="3829459" y="4200317"/>
                <a:ext cx="598325" cy="761503"/>
              </a:xfrm>
              <a:custGeom>
                <a:avLst/>
                <a:gdLst>
                  <a:gd name="connsiteX0" fmla="*/ 360060 w 598324"/>
                  <a:gd name="connsiteY0" fmla="*/ 332863 h 761503"/>
                  <a:gd name="connsiteX1" fmla="*/ 341023 w 598324"/>
                  <a:gd name="connsiteY1" fmla="*/ 370939 h 761503"/>
                  <a:gd name="connsiteX2" fmla="*/ 376378 w 598324"/>
                  <a:gd name="connsiteY2" fmla="*/ 389976 h 761503"/>
                  <a:gd name="connsiteX3" fmla="*/ 425332 w 598324"/>
                  <a:gd name="connsiteY3" fmla="*/ 433491 h 761503"/>
                  <a:gd name="connsiteX4" fmla="*/ 438930 w 598324"/>
                  <a:gd name="connsiteY4" fmla="*/ 463407 h 761503"/>
                  <a:gd name="connsiteX5" fmla="*/ 449809 w 598324"/>
                  <a:gd name="connsiteY5" fmla="*/ 498762 h 761503"/>
                  <a:gd name="connsiteX6" fmla="*/ 457968 w 598324"/>
                  <a:gd name="connsiteY6" fmla="*/ 528679 h 761503"/>
                  <a:gd name="connsiteX7" fmla="*/ 466127 w 598324"/>
                  <a:gd name="connsiteY7" fmla="*/ 564034 h 761503"/>
                  <a:gd name="connsiteX8" fmla="*/ 471566 w 598324"/>
                  <a:gd name="connsiteY8" fmla="*/ 593950 h 761503"/>
                  <a:gd name="connsiteX9" fmla="*/ 479725 w 598324"/>
                  <a:gd name="connsiteY9" fmla="*/ 607548 h 761503"/>
                  <a:gd name="connsiteX10" fmla="*/ 487884 w 598324"/>
                  <a:gd name="connsiteY10" fmla="*/ 623867 h 761503"/>
                  <a:gd name="connsiteX11" fmla="*/ 501482 w 598324"/>
                  <a:gd name="connsiteY11" fmla="*/ 651063 h 761503"/>
                  <a:gd name="connsiteX12" fmla="*/ 523240 w 598324"/>
                  <a:gd name="connsiteY12" fmla="*/ 670101 h 761503"/>
                  <a:gd name="connsiteX13" fmla="*/ 534119 w 598324"/>
                  <a:gd name="connsiteY13" fmla="*/ 686418 h 761503"/>
                  <a:gd name="connsiteX14" fmla="*/ 531399 w 598324"/>
                  <a:gd name="connsiteY14" fmla="*/ 694578 h 761503"/>
                  <a:gd name="connsiteX15" fmla="*/ 498763 w 598324"/>
                  <a:gd name="connsiteY15" fmla="*/ 708176 h 761503"/>
                  <a:gd name="connsiteX16" fmla="*/ 449809 w 598324"/>
                  <a:gd name="connsiteY16" fmla="*/ 700017 h 761503"/>
                  <a:gd name="connsiteX17" fmla="*/ 400855 w 598324"/>
                  <a:gd name="connsiteY17" fmla="*/ 667381 h 761503"/>
                  <a:gd name="connsiteX18" fmla="*/ 381817 w 598324"/>
                  <a:gd name="connsiteY18" fmla="*/ 642904 h 761503"/>
                  <a:gd name="connsiteX19" fmla="*/ 368219 w 598324"/>
                  <a:gd name="connsiteY19" fmla="*/ 610268 h 761503"/>
                  <a:gd name="connsiteX20" fmla="*/ 349182 w 598324"/>
                  <a:gd name="connsiteY20" fmla="*/ 550436 h 761503"/>
                  <a:gd name="connsiteX21" fmla="*/ 338303 w 598324"/>
                  <a:gd name="connsiteY21" fmla="*/ 504202 h 761503"/>
                  <a:gd name="connsiteX22" fmla="*/ 330144 w 598324"/>
                  <a:gd name="connsiteY22" fmla="*/ 477005 h 761503"/>
                  <a:gd name="connsiteX23" fmla="*/ 321985 w 598324"/>
                  <a:gd name="connsiteY23" fmla="*/ 455248 h 761503"/>
                  <a:gd name="connsiteX24" fmla="*/ 305667 w 598324"/>
                  <a:gd name="connsiteY24" fmla="*/ 436210 h 761503"/>
                  <a:gd name="connsiteX25" fmla="*/ 294788 w 598324"/>
                  <a:gd name="connsiteY25" fmla="*/ 441650 h 761503"/>
                  <a:gd name="connsiteX26" fmla="*/ 278471 w 598324"/>
                  <a:gd name="connsiteY26" fmla="*/ 463407 h 761503"/>
                  <a:gd name="connsiteX27" fmla="*/ 264872 w 598324"/>
                  <a:gd name="connsiteY27" fmla="*/ 496043 h 761503"/>
                  <a:gd name="connsiteX28" fmla="*/ 262153 w 598324"/>
                  <a:gd name="connsiteY28" fmla="*/ 517800 h 761503"/>
                  <a:gd name="connsiteX29" fmla="*/ 262153 w 598324"/>
                  <a:gd name="connsiteY29" fmla="*/ 523239 h 761503"/>
                  <a:gd name="connsiteX30" fmla="*/ 262153 w 598324"/>
                  <a:gd name="connsiteY30" fmla="*/ 553155 h 761503"/>
                  <a:gd name="connsiteX31" fmla="*/ 262153 w 598324"/>
                  <a:gd name="connsiteY31" fmla="*/ 629306 h 761503"/>
                  <a:gd name="connsiteX32" fmla="*/ 259433 w 598324"/>
                  <a:gd name="connsiteY32" fmla="*/ 659222 h 761503"/>
                  <a:gd name="connsiteX33" fmla="*/ 283910 w 598324"/>
                  <a:gd name="connsiteY33" fmla="*/ 659222 h 761503"/>
                  <a:gd name="connsiteX34" fmla="*/ 321985 w 598324"/>
                  <a:gd name="connsiteY34" fmla="*/ 675540 h 761503"/>
                  <a:gd name="connsiteX35" fmla="*/ 316546 w 598324"/>
                  <a:gd name="connsiteY35" fmla="*/ 691858 h 761503"/>
                  <a:gd name="connsiteX36" fmla="*/ 300228 w 598324"/>
                  <a:gd name="connsiteY36" fmla="*/ 700017 h 761503"/>
                  <a:gd name="connsiteX37" fmla="*/ 278471 w 598324"/>
                  <a:gd name="connsiteY37" fmla="*/ 702736 h 761503"/>
                  <a:gd name="connsiteX38" fmla="*/ 243115 w 598324"/>
                  <a:gd name="connsiteY38" fmla="*/ 702736 h 761503"/>
                  <a:gd name="connsiteX39" fmla="*/ 221358 w 598324"/>
                  <a:gd name="connsiteY39" fmla="*/ 710895 h 761503"/>
                  <a:gd name="connsiteX40" fmla="*/ 194161 w 598324"/>
                  <a:gd name="connsiteY40" fmla="*/ 702736 h 761503"/>
                  <a:gd name="connsiteX41" fmla="*/ 177843 w 598324"/>
                  <a:gd name="connsiteY41" fmla="*/ 702736 h 761503"/>
                  <a:gd name="connsiteX42" fmla="*/ 126170 w 598324"/>
                  <a:gd name="connsiteY42" fmla="*/ 702736 h 761503"/>
                  <a:gd name="connsiteX43" fmla="*/ 101693 w 598324"/>
                  <a:gd name="connsiteY43" fmla="*/ 702736 h 761503"/>
                  <a:gd name="connsiteX44" fmla="*/ 74496 w 598324"/>
                  <a:gd name="connsiteY44" fmla="*/ 697297 h 761503"/>
                  <a:gd name="connsiteX45" fmla="*/ 58178 w 598324"/>
                  <a:gd name="connsiteY45" fmla="*/ 680979 h 761503"/>
                  <a:gd name="connsiteX46" fmla="*/ 63617 w 598324"/>
                  <a:gd name="connsiteY46" fmla="*/ 672820 h 761503"/>
                  <a:gd name="connsiteX47" fmla="*/ 85375 w 598324"/>
                  <a:gd name="connsiteY47" fmla="*/ 664661 h 761503"/>
                  <a:gd name="connsiteX48" fmla="*/ 128889 w 598324"/>
                  <a:gd name="connsiteY48" fmla="*/ 659222 h 761503"/>
                  <a:gd name="connsiteX49" fmla="*/ 147927 w 598324"/>
                  <a:gd name="connsiteY49" fmla="*/ 659222 h 761503"/>
                  <a:gd name="connsiteX50" fmla="*/ 145207 w 598324"/>
                  <a:gd name="connsiteY50" fmla="*/ 653783 h 761503"/>
                  <a:gd name="connsiteX51" fmla="*/ 131609 w 598324"/>
                  <a:gd name="connsiteY51" fmla="*/ 585791 h 761503"/>
                  <a:gd name="connsiteX52" fmla="*/ 134329 w 598324"/>
                  <a:gd name="connsiteY52" fmla="*/ 498762 h 761503"/>
                  <a:gd name="connsiteX53" fmla="*/ 137048 w 598324"/>
                  <a:gd name="connsiteY53" fmla="*/ 406294 h 761503"/>
                  <a:gd name="connsiteX54" fmla="*/ 134329 w 598324"/>
                  <a:gd name="connsiteY54" fmla="*/ 327424 h 761503"/>
                  <a:gd name="connsiteX55" fmla="*/ 137048 w 598324"/>
                  <a:gd name="connsiteY55" fmla="*/ 253993 h 761503"/>
                  <a:gd name="connsiteX56" fmla="*/ 139768 w 598324"/>
                  <a:gd name="connsiteY56" fmla="*/ 207759 h 761503"/>
                  <a:gd name="connsiteX57" fmla="*/ 137048 w 598324"/>
                  <a:gd name="connsiteY57" fmla="*/ 172404 h 761503"/>
                  <a:gd name="connsiteX58" fmla="*/ 137048 w 598324"/>
                  <a:gd name="connsiteY58" fmla="*/ 112571 h 761503"/>
                  <a:gd name="connsiteX59" fmla="*/ 126170 w 598324"/>
                  <a:gd name="connsiteY59" fmla="*/ 112571 h 761503"/>
                  <a:gd name="connsiteX60" fmla="*/ 101693 w 598324"/>
                  <a:gd name="connsiteY60" fmla="*/ 112571 h 761503"/>
                  <a:gd name="connsiteX61" fmla="*/ 74496 w 598324"/>
                  <a:gd name="connsiteY61" fmla="*/ 107132 h 761503"/>
                  <a:gd name="connsiteX62" fmla="*/ 58178 w 598324"/>
                  <a:gd name="connsiteY62" fmla="*/ 90814 h 761503"/>
                  <a:gd name="connsiteX63" fmla="*/ 63617 w 598324"/>
                  <a:gd name="connsiteY63" fmla="*/ 82655 h 761503"/>
                  <a:gd name="connsiteX64" fmla="*/ 85375 w 598324"/>
                  <a:gd name="connsiteY64" fmla="*/ 74496 h 761503"/>
                  <a:gd name="connsiteX65" fmla="*/ 137048 w 598324"/>
                  <a:gd name="connsiteY65" fmla="*/ 69057 h 761503"/>
                  <a:gd name="connsiteX66" fmla="*/ 145207 w 598324"/>
                  <a:gd name="connsiteY66" fmla="*/ 69057 h 761503"/>
                  <a:gd name="connsiteX67" fmla="*/ 169684 w 598324"/>
                  <a:gd name="connsiteY67" fmla="*/ 58178 h 761503"/>
                  <a:gd name="connsiteX68" fmla="*/ 177843 w 598324"/>
                  <a:gd name="connsiteY68" fmla="*/ 58178 h 761503"/>
                  <a:gd name="connsiteX69" fmla="*/ 205040 w 598324"/>
                  <a:gd name="connsiteY69" fmla="*/ 66337 h 761503"/>
                  <a:gd name="connsiteX70" fmla="*/ 286629 w 598324"/>
                  <a:gd name="connsiteY70" fmla="*/ 63617 h 761503"/>
                  <a:gd name="connsiteX71" fmla="*/ 324705 w 598324"/>
                  <a:gd name="connsiteY71" fmla="*/ 79936 h 761503"/>
                  <a:gd name="connsiteX72" fmla="*/ 319265 w 598324"/>
                  <a:gd name="connsiteY72" fmla="*/ 96253 h 761503"/>
                  <a:gd name="connsiteX73" fmla="*/ 302948 w 598324"/>
                  <a:gd name="connsiteY73" fmla="*/ 104412 h 761503"/>
                  <a:gd name="connsiteX74" fmla="*/ 278471 w 598324"/>
                  <a:gd name="connsiteY74" fmla="*/ 112571 h 761503"/>
                  <a:gd name="connsiteX75" fmla="*/ 232236 w 598324"/>
                  <a:gd name="connsiteY75" fmla="*/ 112571 h 761503"/>
                  <a:gd name="connsiteX76" fmla="*/ 240395 w 598324"/>
                  <a:gd name="connsiteY76" fmla="*/ 137048 h 761503"/>
                  <a:gd name="connsiteX77" fmla="*/ 240395 w 598324"/>
                  <a:gd name="connsiteY77" fmla="*/ 150647 h 761503"/>
                  <a:gd name="connsiteX78" fmla="*/ 243115 w 598324"/>
                  <a:gd name="connsiteY78" fmla="*/ 158805 h 761503"/>
                  <a:gd name="connsiteX79" fmla="*/ 248554 w 598324"/>
                  <a:gd name="connsiteY79" fmla="*/ 188722 h 761503"/>
                  <a:gd name="connsiteX80" fmla="*/ 248554 w 598324"/>
                  <a:gd name="connsiteY80" fmla="*/ 199600 h 761503"/>
                  <a:gd name="connsiteX81" fmla="*/ 248554 w 598324"/>
                  <a:gd name="connsiteY81" fmla="*/ 221357 h 761503"/>
                  <a:gd name="connsiteX82" fmla="*/ 253994 w 598324"/>
                  <a:gd name="connsiteY82" fmla="*/ 264872 h 761503"/>
                  <a:gd name="connsiteX83" fmla="*/ 262153 w 598324"/>
                  <a:gd name="connsiteY83" fmla="*/ 297508 h 761503"/>
                  <a:gd name="connsiteX84" fmla="*/ 264872 w 598324"/>
                  <a:gd name="connsiteY84" fmla="*/ 324704 h 761503"/>
                  <a:gd name="connsiteX85" fmla="*/ 264872 w 598324"/>
                  <a:gd name="connsiteY85" fmla="*/ 332863 h 761503"/>
                  <a:gd name="connsiteX86" fmla="*/ 264872 w 598324"/>
                  <a:gd name="connsiteY86" fmla="*/ 351901 h 761503"/>
                  <a:gd name="connsiteX87" fmla="*/ 262153 w 598324"/>
                  <a:gd name="connsiteY87" fmla="*/ 370939 h 761503"/>
                  <a:gd name="connsiteX88" fmla="*/ 267592 w 598324"/>
                  <a:gd name="connsiteY88" fmla="*/ 384537 h 761503"/>
                  <a:gd name="connsiteX89" fmla="*/ 278471 w 598324"/>
                  <a:gd name="connsiteY89" fmla="*/ 370939 h 761503"/>
                  <a:gd name="connsiteX90" fmla="*/ 297508 w 598324"/>
                  <a:gd name="connsiteY90" fmla="*/ 332863 h 761503"/>
                  <a:gd name="connsiteX91" fmla="*/ 311106 w 598324"/>
                  <a:gd name="connsiteY91" fmla="*/ 305667 h 761503"/>
                  <a:gd name="connsiteX92" fmla="*/ 335583 w 598324"/>
                  <a:gd name="connsiteY92" fmla="*/ 259433 h 761503"/>
                  <a:gd name="connsiteX93" fmla="*/ 354621 w 598324"/>
                  <a:gd name="connsiteY93" fmla="*/ 224077 h 761503"/>
                  <a:gd name="connsiteX94" fmla="*/ 381817 w 598324"/>
                  <a:gd name="connsiteY94" fmla="*/ 172404 h 761503"/>
                  <a:gd name="connsiteX95" fmla="*/ 409014 w 598324"/>
                  <a:gd name="connsiteY95" fmla="*/ 118011 h 761503"/>
                  <a:gd name="connsiteX96" fmla="*/ 411734 w 598324"/>
                  <a:gd name="connsiteY96" fmla="*/ 115291 h 761503"/>
                  <a:gd name="connsiteX97" fmla="*/ 398136 w 598324"/>
                  <a:gd name="connsiteY97" fmla="*/ 115291 h 761503"/>
                  <a:gd name="connsiteX98" fmla="*/ 379098 w 598324"/>
                  <a:gd name="connsiteY98" fmla="*/ 109852 h 761503"/>
                  <a:gd name="connsiteX99" fmla="*/ 368219 w 598324"/>
                  <a:gd name="connsiteY99" fmla="*/ 93534 h 761503"/>
                  <a:gd name="connsiteX100" fmla="*/ 370939 w 598324"/>
                  <a:gd name="connsiteY100" fmla="*/ 85375 h 761503"/>
                  <a:gd name="connsiteX101" fmla="*/ 387257 w 598324"/>
                  <a:gd name="connsiteY101" fmla="*/ 77216 h 761503"/>
                  <a:gd name="connsiteX102" fmla="*/ 422612 w 598324"/>
                  <a:gd name="connsiteY102" fmla="*/ 71776 h 761503"/>
                  <a:gd name="connsiteX103" fmla="*/ 436211 w 598324"/>
                  <a:gd name="connsiteY103" fmla="*/ 71776 h 761503"/>
                  <a:gd name="connsiteX104" fmla="*/ 438930 w 598324"/>
                  <a:gd name="connsiteY104" fmla="*/ 69057 h 761503"/>
                  <a:gd name="connsiteX105" fmla="*/ 452529 w 598324"/>
                  <a:gd name="connsiteY105" fmla="*/ 66337 h 761503"/>
                  <a:gd name="connsiteX106" fmla="*/ 466127 w 598324"/>
                  <a:gd name="connsiteY106" fmla="*/ 69057 h 761503"/>
                  <a:gd name="connsiteX107" fmla="*/ 471566 w 598324"/>
                  <a:gd name="connsiteY107" fmla="*/ 71776 h 761503"/>
                  <a:gd name="connsiteX108" fmla="*/ 515081 w 598324"/>
                  <a:gd name="connsiteY108" fmla="*/ 71776 h 761503"/>
                  <a:gd name="connsiteX109" fmla="*/ 542277 w 598324"/>
                  <a:gd name="connsiteY109" fmla="*/ 88094 h 761503"/>
                  <a:gd name="connsiteX110" fmla="*/ 536838 w 598324"/>
                  <a:gd name="connsiteY110" fmla="*/ 104412 h 761503"/>
                  <a:gd name="connsiteX111" fmla="*/ 525959 w 598324"/>
                  <a:gd name="connsiteY111" fmla="*/ 112571 h 761503"/>
                  <a:gd name="connsiteX112" fmla="*/ 509642 w 598324"/>
                  <a:gd name="connsiteY112" fmla="*/ 115291 h 761503"/>
                  <a:gd name="connsiteX113" fmla="*/ 468847 w 598324"/>
                  <a:gd name="connsiteY113" fmla="*/ 115291 h 761503"/>
                  <a:gd name="connsiteX114" fmla="*/ 457968 w 598324"/>
                  <a:gd name="connsiteY114" fmla="*/ 137048 h 761503"/>
                  <a:gd name="connsiteX115" fmla="*/ 430771 w 598324"/>
                  <a:gd name="connsiteY115" fmla="*/ 194161 h 761503"/>
                  <a:gd name="connsiteX116" fmla="*/ 400855 w 598324"/>
                  <a:gd name="connsiteY116" fmla="*/ 262152 h 761503"/>
                  <a:gd name="connsiteX117" fmla="*/ 360060 w 598324"/>
                  <a:gd name="connsiteY117" fmla="*/ 3328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598324" h="761503">
                    <a:moveTo>
                      <a:pt x="360060" y="332863"/>
                    </a:moveTo>
                    <a:cubicBezTo>
                      <a:pt x="351901" y="343742"/>
                      <a:pt x="341023" y="357340"/>
                      <a:pt x="341023" y="370939"/>
                    </a:cubicBezTo>
                    <a:cubicBezTo>
                      <a:pt x="341023" y="379098"/>
                      <a:pt x="357341" y="381817"/>
                      <a:pt x="376378" y="389976"/>
                    </a:cubicBezTo>
                    <a:cubicBezTo>
                      <a:pt x="395416" y="398135"/>
                      <a:pt x="417173" y="417173"/>
                      <a:pt x="425332" y="433491"/>
                    </a:cubicBezTo>
                    <a:cubicBezTo>
                      <a:pt x="430771" y="444369"/>
                      <a:pt x="436211" y="452528"/>
                      <a:pt x="438930" y="463407"/>
                    </a:cubicBezTo>
                    <a:cubicBezTo>
                      <a:pt x="444370" y="474286"/>
                      <a:pt x="447089" y="487884"/>
                      <a:pt x="449809" y="498762"/>
                    </a:cubicBezTo>
                    <a:cubicBezTo>
                      <a:pt x="452529" y="512361"/>
                      <a:pt x="452529" y="517800"/>
                      <a:pt x="457968" y="528679"/>
                    </a:cubicBezTo>
                    <a:cubicBezTo>
                      <a:pt x="463407" y="539557"/>
                      <a:pt x="463407" y="553155"/>
                      <a:pt x="466127" y="564034"/>
                    </a:cubicBezTo>
                    <a:cubicBezTo>
                      <a:pt x="468847" y="572193"/>
                      <a:pt x="468847" y="585791"/>
                      <a:pt x="471566" y="593950"/>
                    </a:cubicBezTo>
                    <a:cubicBezTo>
                      <a:pt x="474286" y="599390"/>
                      <a:pt x="477006" y="602109"/>
                      <a:pt x="479725" y="607548"/>
                    </a:cubicBezTo>
                    <a:cubicBezTo>
                      <a:pt x="482445" y="612988"/>
                      <a:pt x="487884" y="618427"/>
                      <a:pt x="487884" y="623867"/>
                    </a:cubicBezTo>
                    <a:cubicBezTo>
                      <a:pt x="490604" y="634745"/>
                      <a:pt x="496043" y="642904"/>
                      <a:pt x="501482" y="651063"/>
                    </a:cubicBezTo>
                    <a:cubicBezTo>
                      <a:pt x="506922" y="661942"/>
                      <a:pt x="512361" y="664661"/>
                      <a:pt x="523240" y="670101"/>
                    </a:cubicBezTo>
                    <a:cubicBezTo>
                      <a:pt x="528679" y="672820"/>
                      <a:pt x="534119" y="680979"/>
                      <a:pt x="534119" y="686418"/>
                    </a:cubicBezTo>
                    <a:cubicBezTo>
                      <a:pt x="534119" y="689138"/>
                      <a:pt x="534119" y="691858"/>
                      <a:pt x="531399" y="694578"/>
                    </a:cubicBezTo>
                    <a:cubicBezTo>
                      <a:pt x="525959" y="702736"/>
                      <a:pt x="512361" y="708176"/>
                      <a:pt x="498763" y="708176"/>
                    </a:cubicBezTo>
                    <a:cubicBezTo>
                      <a:pt x="485165" y="708176"/>
                      <a:pt x="466127" y="705456"/>
                      <a:pt x="449809" y="700017"/>
                    </a:cubicBezTo>
                    <a:cubicBezTo>
                      <a:pt x="430771" y="694578"/>
                      <a:pt x="409014" y="675540"/>
                      <a:pt x="400855" y="667381"/>
                    </a:cubicBezTo>
                    <a:cubicBezTo>
                      <a:pt x="392696" y="659222"/>
                      <a:pt x="387257" y="651063"/>
                      <a:pt x="381817" y="642904"/>
                    </a:cubicBezTo>
                    <a:cubicBezTo>
                      <a:pt x="376378" y="632025"/>
                      <a:pt x="370939" y="623867"/>
                      <a:pt x="368219" y="610268"/>
                    </a:cubicBezTo>
                    <a:cubicBezTo>
                      <a:pt x="360060" y="588511"/>
                      <a:pt x="357341" y="574913"/>
                      <a:pt x="349182" y="550436"/>
                    </a:cubicBezTo>
                    <a:cubicBezTo>
                      <a:pt x="343742" y="534118"/>
                      <a:pt x="341023" y="520520"/>
                      <a:pt x="338303" y="504202"/>
                    </a:cubicBezTo>
                    <a:cubicBezTo>
                      <a:pt x="335583" y="493323"/>
                      <a:pt x="332864" y="485164"/>
                      <a:pt x="330144" y="477005"/>
                    </a:cubicBezTo>
                    <a:cubicBezTo>
                      <a:pt x="327424" y="471566"/>
                      <a:pt x="324705" y="463407"/>
                      <a:pt x="321985" y="455248"/>
                    </a:cubicBezTo>
                    <a:cubicBezTo>
                      <a:pt x="316546" y="444369"/>
                      <a:pt x="311106" y="436210"/>
                      <a:pt x="305667" y="436210"/>
                    </a:cubicBezTo>
                    <a:cubicBezTo>
                      <a:pt x="302948" y="436210"/>
                      <a:pt x="300228" y="438930"/>
                      <a:pt x="294788" y="441650"/>
                    </a:cubicBezTo>
                    <a:cubicBezTo>
                      <a:pt x="289349" y="447089"/>
                      <a:pt x="283910" y="455248"/>
                      <a:pt x="278471" y="463407"/>
                    </a:cubicBezTo>
                    <a:cubicBezTo>
                      <a:pt x="270312" y="474286"/>
                      <a:pt x="267592" y="485164"/>
                      <a:pt x="264872" y="496043"/>
                    </a:cubicBezTo>
                    <a:cubicBezTo>
                      <a:pt x="264872" y="504202"/>
                      <a:pt x="262153" y="512361"/>
                      <a:pt x="262153" y="517800"/>
                    </a:cubicBezTo>
                    <a:cubicBezTo>
                      <a:pt x="262153" y="520520"/>
                      <a:pt x="262153" y="520520"/>
                      <a:pt x="262153" y="523239"/>
                    </a:cubicBezTo>
                    <a:cubicBezTo>
                      <a:pt x="262153" y="528679"/>
                      <a:pt x="262153" y="544997"/>
                      <a:pt x="262153" y="553155"/>
                    </a:cubicBezTo>
                    <a:cubicBezTo>
                      <a:pt x="262153" y="583072"/>
                      <a:pt x="264872" y="599390"/>
                      <a:pt x="262153" y="629306"/>
                    </a:cubicBezTo>
                    <a:cubicBezTo>
                      <a:pt x="262153" y="640184"/>
                      <a:pt x="262153" y="648343"/>
                      <a:pt x="259433" y="659222"/>
                    </a:cubicBezTo>
                    <a:cubicBezTo>
                      <a:pt x="270312" y="659222"/>
                      <a:pt x="278471" y="659222"/>
                      <a:pt x="283910" y="659222"/>
                    </a:cubicBezTo>
                    <a:cubicBezTo>
                      <a:pt x="297508" y="659222"/>
                      <a:pt x="321985" y="659222"/>
                      <a:pt x="321985" y="675540"/>
                    </a:cubicBezTo>
                    <a:cubicBezTo>
                      <a:pt x="321985" y="683699"/>
                      <a:pt x="319265" y="686418"/>
                      <a:pt x="316546" y="691858"/>
                    </a:cubicBezTo>
                    <a:cubicBezTo>
                      <a:pt x="311106" y="697297"/>
                      <a:pt x="305667" y="700017"/>
                      <a:pt x="300228" y="700017"/>
                    </a:cubicBezTo>
                    <a:cubicBezTo>
                      <a:pt x="292069" y="702736"/>
                      <a:pt x="283910" y="702736"/>
                      <a:pt x="278471" y="702736"/>
                    </a:cubicBezTo>
                    <a:cubicBezTo>
                      <a:pt x="275751" y="702736"/>
                      <a:pt x="259433" y="702736"/>
                      <a:pt x="243115" y="702736"/>
                    </a:cubicBezTo>
                    <a:cubicBezTo>
                      <a:pt x="237676" y="708176"/>
                      <a:pt x="229517" y="710895"/>
                      <a:pt x="221358" y="710895"/>
                    </a:cubicBezTo>
                    <a:cubicBezTo>
                      <a:pt x="213199" y="710895"/>
                      <a:pt x="202320" y="708176"/>
                      <a:pt x="194161" y="702736"/>
                    </a:cubicBezTo>
                    <a:cubicBezTo>
                      <a:pt x="186002" y="702736"/>
                      <a:pt x="180563" y="702736"/>
                      <a:pt x="177843" y="702736"/>
                    </a:cubicBezTo>
                    <a:cubicBezTo>
                      <a:pt x="164245" y="702736"/>
                      <a:pt x="139768" y="702736"/>
                      <a:pt x="126170" y="702736"/>
                    </a:cubicBezTo>
                    <a:cubicBezTo>
                      <a:pt x="118011" y="702736"/>
                      <a:pt x="109852" y="702736"/>
                      <a:pt x="101693" y="702736"/>
                    </a:cubicBezTo>
                    <a:cubicBezTo>
                      <a:pt x="93534" y="702736"/>
                      <a:pt x="82655" y="702736"/>
                      <a:pt x="74496" y="697297"/>
                    </a:cubicBezTo>
                    <a:cubicBezTo>
                      <a:pt x="66337" y="694578"/>
                      <a:pt x="58178" y="686418"/>
                      <a:pt x="58178" y="680979"/>
                    </a:cubicBezTo>
                    <a:cubicBezTo>
                      <a:pt x="58178" y="678260"/>
                      <a:pt x="58178" y="675540"/>
                      <a:pt x="63617" y="672820"/>
                    </a:cubicBezTo>
                    <a:cubicBezTo>
                      <a:pt x="69057" y="670101"/>
                      <a:pt x="79935" y="667381"/>
                      <a:pt x="85375" y="664661"/>
                    </a:cubicBezTo>
                    <a:cubicBezTo>
                      <a:pt x="104412" y="661942"/>
                      <a:pt x="123450" y="659222"/>
                      <a:pt x="128889" y="659222"/>
                    </a:cubicBezTo>
                    <a:cubicBezTo>
                      <a:pt x="134329" y="659222"/>
                      <a:pt x="139768" y="659222"/>
                      <a:pt x="147927" y="659222"/>
                    </a:cubicBezTo>
                    <a:cubicBezTo>
                      <a:pt x="147927" y="656502"/>
                      <a:pt x="145207" y="653783"/>
                      <a:pt x="145207" y="653783"/>
                    </a:cubicBezTo>
                    <a:cubicBezTo>
                      <a:pt x="131609" y="632025"/>
                      <a:pt x="131609" y="610268"/>
                      <a:pt x="131609" y="585791"/>
                    </a:cubicBezTo>
                    <a:cubicBezTo>
                      <a:pt x="131609" y="555875"/>
                      <a:pt x="131609" y="528679"/>
                      <a:pt x="134329" y="498762"/>
                    </a:cubicBezTo>
                    <a:cubicBezTo>
                      <a:pt x="134329" y="468846"/>
                      <a:pt x="137048" y="436210"/>
                      <a:pt x="137048" y="406294"/>
                    </a:cubicBezTo>
                    <a:cubicBezTo>
                      <a:pt x="137048" y="379098"/>
                      <a:pt x="134329" y="354621"/>
                      <a:pt x="134329" y="327424"/>
                    </a:cubicBezTo>
                    <a:cubicBezTo>
                      <a:pt x="134329" y="302947"/>
                      <a:pt x="137048" y="278470"/>
                      <a:pt x="137048" y="253993"/>
                    </a:cubicBezTo>
                    <a:cubicBezTo>
                      <a:pt x="137048" y="237675"/>
                      <a:pt x="139768" y="224077"/>
                      <a:pt x="139768" y="207759"/>
                    </a:cubicBezTo>
                    <a:cubicBezTo>
                      <a:pt x="139768" y="196881"/>
                      <a:pt x="137048" y="183282"/>
                      <a:pt x="137048" y="172404"/>
                    </a:cubicBezTo>
                    <a:cubicBezTo>
                      <a:pt x="137048" y="150647"/>
                      <a:pt x="137048" y="131609"/>
                      <a:pt x="137048" y="112571"/>
                    </a:cubicBezTo>
                    <a:cubicBezTo>
                      <a:pt x="134329" y="112571"/>
                      <a:pt x="137048" y="112571"/>
                      <a:pt x="126170" y="112571"/>
                    </a:cubicBezTo>
                    <a:cubicBezTo>
                      <a:pt x="118011" y="112571"/>
                      <a:pt x="109852" y="112571"/>
                      <a:pt x="101693" y="112571"/>
                    </a:cubicBezTo>
                    <a:cubicBezTo>
                      <a:pt x="93534" y="112571"/>
                      <a:pt x="82655" y="109852"/>
                      <a:pt x="74496" y="107132"/>
                    </a:cubicBezTo>
                    <a:cubicBezTo>
                      <a:pt x="66337" y="104412"/>
                      <a:pt x="58178" y="96253"/>
                      <a:pt x="58178" y="90814"/>
                    </a:cubicBezTo>
                    <a:cubicBezTo>
                      <a:pt x="58178" y="88094"/>
                      <a:pt x="58178" y="85375"/>
                      <a:pt x="63617" y="82655"/>
                    </a:cubicBezTo>
                    <a:cubicBezTo>
                      <a:pt x="69057" y="79936"/>
                      <a:pt x="79935" y="77216"/>
                      <a:pt x="85375" y="74496"/>
                    </a:cubicBezTo>
                    <a:cubicBezTo>
                      <a:pt x="104412" y="71776"/>
                      <a:pt x="128889" y="69057"/>
                      <a:pt x="137048" y="69057"/>
                    </a:cubicBezTo>
                    <a:cubicBezTo>
                      <a:pt x="137048" y="69057"/>
                      <a:pt x="139768" y="69057"/>
                      <a:pt x="145207" y="69057"/>
                    </a:cubicBezTo>
                    <a:cubicBezTo>
                      <a:pt x="150646" y="60898"/>
                      <a:pt x="158806" y="58178"/>
                      <a:pt x="169684" y="58178"/>
                    </a:cubicBezTo>
                    <a:cubicBezTo>
                      <a:pt x="172404" y="58178"/>
                      <a:pt x="175123" y="58178"/>
                      <a:pt x="177843" y="58178"/>
                    </a:cubicBezTo>
                    <a:cubicBezTo>
                      <a:pt x="186002" y="58178"/>
                      <a:pt x="196881" y="63617"/>
                      <a:pt x="205040" y="66337"/>
                    </a:cubicBezTo>
                    <a:cubicBezTo>
                      <a:pt x="237676" y="66337"/>
                      <a:pt x="273031" y="63617"/>
                      <a:pt x="286629" y="63617"/>
                    </a:cubicBezTo>
                    <a:cubicBezTo>
                      <a:pt x="300228" y="63617"/>
                      <a:pt x="324705" y="63617"/>
                      <a:pt x="324705" y="79936"/>
                    </a:cubicBezTo>
                    <a:cubicBezTo>
                      <a:pt x="324705" y="88094"/>
                      <a:pt x="321985" y="90814"/>
                      <a:pt x="319265" y="96253"/>
                    </a:cubicBezTo>
                    <a:cubicBezTo>
                      <a:pt x="313826" y="101693"/>
                      <a:pt x="308387" y="104412"/>
                      <a:pt x="302948" y="104412"/>
                    </a:cubicBezTo>
                    <a:cubicBezTo>
                      <a:pt x="289349" y="112571"/>
                      <a:pt x="283910" y="112571"/>
                      <a:pt x="278471" y="112571"/>
                    </a:cubicBezTo>
                    <a:cubicBezTo>
                      <a:pt x="273031" y="112571"/>
                      <a:pt x="253994" y="112571"/>
                      <a:pt x="232236" y="112571"/>
                    </a:cubicBezTo>
                    <a:cubicBezTo>
                      <a:pt x="237676" y="120730"/>
                      <a:pt x="240395" y="128889"/>
                      <a:pt x="240395" y="137048"/>
                    </a:cubicBezTo>
                    <a:cubicBezTo>
                      <a:pt x="240395" y="142487"/>
                      <a:pt x="240395" y="145207"/>
                      <a:pt x="240395" y="150647"/>
                    </a:cubicBezTo>
                    <a:cubicBezTo>
                      <a:pt x="240395" y="153366"/>
                      <a:pt x="240395" y="156086"/>
                      <a:pt x="243115" y="158805"/>
                    </a:cubicBezTo>
                    <a:cubicBezTo>
                      <a:pt x="245835" y="169684"/>
                      <a:pt x="245835" y="180563"/>
                      <a:pt x="248554" y="188722"/>
                    </a:cubicBezTo>
                    <a:cubicBezTo>
                      <a:pt x="248554" y="191441"/>
                      <a:pt x="248554" y="194161"/>
                      <a:pt x="248554" y="199600"/>
                    </a:cubicBezTo>
                    <a:cubicBezTo>
                      <a:pt x="248554" y="207759"/>
                      <a:pt x="248554" y="213198"/>
                      <a:pt x="248554" y="221357"/>
                    </a:cubicBezTo>
                    <a:cubicBezTo>
                      <a:pt x="248554" y="234956"/>
                      <a:pt x="251274" y="248554"/>
                      <a:pt x="253994" y="264872"/>
                    </a:cubicBezTo>
                    <a:cubicBezTo>
                      <a:pt x="256713" y="275751"/>
                      <a:pt x="259433" y="286629"/>
                      <a:pt x="262153" y="297508"/>
                    </a:cubicBezTo>
                    <a:cubicBezTo>
                      <a:pt x="264872" y="305667"/>
                      <a:pt x="264872" y="313826"/>
                      <a:pt x="264872" y="324704"/>
                    </a:cubicBezTo>
                    <a:cubicBezTo>
                      <a:pt x="264872" y="327424"/>
                      <a:pt x="264872" y="330144"/>
                      <a:pt x="264872" y="332863"/>
                    </a:cubicBezTo>
                    <a:cubicBezTo>
                      <a:pt x="264872" y="338303"/>
                      <a:pt x="264872" y="346462"/>
                      <a:pt x="264872" y="351901"/>
                    </a:cubicBezTo>
                    <a:cubicBezTo>
                      <a:pt x="264872" y="357340"/>
                      <a:pt x="262153" y="365499"/>
                      <a:pt x="262153" y="370939"/>
                    </a:cubicBezTo>
                    <a:cubicBezTo>
                      <a:pt x="262153" y="376378"/>
                      <a:pt x="264872" y="384537"/>
                      <a:pt x="267592" y="384537"/>
                    </a:cubicBezTo>
                    <a:cubicBezTo>
                      <a:pt x="273031" y="384537"/>
                      <a:pt x="275751" y="376378"/>
                      <a:pt x="278471" y="370939"/>
                    </a:cubicBezTo>
                    <a:cubicBezTo>
                      <a:pt x="283910" y="360060"/>
                      <a:pt x="289349" y="346462"/>
                      <a:pt x="297508" y="332863"/>
                    </a:cubicBezTo>
                    <a:cubicBezTo>
                      <a:pt x="302948" y="324704"/>
                      <a:pt x="305667" y="313826"/>
                      <a:pt x="311106" y="305667"/>
                    </a:cubicBezTo>
                    <a:cubicBezTo>
                      <a:pt x="319265" y="289349"/>
                      <a:pt x="327424" y="275751"/>
                      <a:pt x="335583" y="259433"/>
                    </a:cubicBezTo>
                    <a:cubicBezTo>
                      <a:pt x="341023" y="248554"/>
                      <a:pt x="349182" y="234956"/>
                      <a:pt x="354621" y="224077"/>
                    </a:cubicBezTo>
                    <a:cubicBezTo>
                      <a:pt x="362780" y="207759"/>
                      <a:pt x="370939" y="191441"/>
                      <a:pt x="381817" y="172404"/>
                    </a:cubicBezTo>
                    <a:cubicBezTo>
                      <a:pt x="389977" y="153366"/>
                      <a:pt x="400855" y="134329"/>
                      <a:pt x="409014" y="118011"/>
                    </a:cubicBezTo>
                    <a:cubicBezTo>
                      <a:pt x="409014" y="115291"/>
                      <a:pt x="409014" y="115291"/>
                      <a:pt x="411734" y="115291"/>
                    </a:cubicBezTo>
                    <a:cubicBezTo>
                      <a:pt x="406294" y="115291"/>
                      <a:pt x="400855" y="115291"/>
                      <a:pt x="398136" y="115291"/>
                    </a:cubicBezTo>
                    <a:cubicBezTo>
                      <a:pt x="392696" y="115291"/>
                      <a:pt x="384537" y="115291"/>
                      <a:pt x="379098" y="109852"/>
                    </a:cubicBezTo>
                    <a:cubicBezTo>
                      <a:pt x="373659" y="107132"/>
                      <a:pt x="368219" y="98973"/>
                      <a:pt x="368219" y="93534"/>
                    </a:cubicBezTo>
                    <a:cubicBezTo>
                      <a:pt x="368219" y="90814"/>
                      <a:pt x="368219" y="88094"/>
                      <a:pt x="370939" y="85375"/>
                    </a:cubicBezTo>
                    <a:cubicBezTo>
                      <a:pt x="373659" y="82655"/>
                      <a:pt x="381817" y="79936"/>
                      <a:pt x="387257" y="77216"/>
                    </a:cubicBezTo>
                    <a:cubicBezTo>
                      <a:pt x="400855" y="74496"/>
                      <a:pt x="414453" y="71776"/>
                      <a:pt x="422612" y="71776"/>
                    </a:cubicBezTo>
                    <a:cubicBezTo>
                      <a:pt x="425332" y="71776"/>
                      <a:pt x="430771" y="71776"/>
                      <a:pt x="436211" y="71776"/>
                    </a:cubicBezTo>
                    <a:cubicBezTo>
                      <a:pt x="436211" y="71776"/>
                      <a:pt x="438930" y="69057"/>
                      <a:pt x="438930" y="69057"/>
                    </a:cubicBezTo>
                    <a:cubicBezTo>
                      <a:pt x="444370" y="66337"/>
                      <a:pt x="447089" y="66337"/>
                      <a:pt x="452529" y="66337"/>
                    </a:cubicBezTo>
                    <a:cubicBezTo>
                      <a:pt x="457968" y="66337"/>
                      <a:pt x="460688" y="66337"/>
                      <a:pt x="466127" y="69057"/>
                    </a:cubicBezTo>
                    <a:cubicBezTo>
                      <a:pt x="468847" y="69057"/>
                      <a:pt x="471566" y="71776"/>
                      <a:pt x="471566" y="71776"/>
                    </a:cubicBezTo>
                    <a:cubicBezTo>
                      <a:pt x="490604" y="71776"/>
                      <a:pt x="506922" y="71776"/>
                      <a:pt x="515081" y="71776"/>
                    </a:cubicBezTo>
                    <a:cubicBezTo>
                      <a:pt x="523240" y="71776"/>
                      <a:pt x="542277" y="71776"/>
                      <a:pt x="542277" y="88094"/>
                    </a:cubicBezTo>
                    <a:cubicBezTo>
                      <a:pt x="542277" y="96253"/>
                      <a:pt x="542277" y="98973"/>
                      <a:pt x="536838" y="104412"/>
                    </a:cubicBezTo>
                    <a:cubicBezTo>
                      <a:pt x="534119" y="109852"/>
                      <a:pt x="528679" y="112571"/>
                      <a:pt x="525959" y="112571"/>
                    </a:cubicBezTo>
                    <a:cubicBezTo>
                      <a:pt x="520520" y="115291"/>
                      <a:pt x="515081" y="115291"/>
                      <a:pt x="509642" y="115291"/>
                    </a:cubicBezTo>
                    <a:cubicBezTo>
                      <a:pt x="506922" y="115291"/>
                      <a:pt x="487884" y="115291"/>
                      <a:pt x="468847" y="115291"/>
                    </a:cubicBezTo>
                    <a:cubicBezTo>
                      <a:pt x="466127" y="123450"/>
                      <a:pt x="460688" y="128889"/>
                      <a:pt x="457968" y="137048"/>
                    </a:cubicBezTo>
                    <a:cubicBezTo>
                      <a:pt x="447089" y="156086"/>
                      <a:pt x="438930" y="175123"/>
                      <a:pt x="430771" y="194161"/>
                    </a:cubicBezTo>
                    <a:cubicBezTo>
                      <a:pt x="419893" y="215918"/>
                      <a:pt x="411734" y="240395"/>
                      <a:pt x="400855" y="262152"/>
                    </a:cubicBezTo>
                    <a:cubicBezTo>
                      <a:pt x="387257" y="289349"/>
                      <a:pt x="373659" y="311106"/>
                      <a:pt x="360060" y="3328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41">
                <a:extLst>
                  <a:ext uri="{FF2B5EF4-FFF2-40B4-BE49-F238E27FC236}">
                    <a16:creationId xmlns:a16="http://schemas.microsoft.com/office/drawing/2014/main" id="{016CF753-9D63-C94A-8110-7B199270C117}"/>
                  </a:ext>
                </a:extLst>
              </p:cNvPr>
              <p:cNvSpPr/>
              <p:nvPr/>
            </p:nvSpPr>
            <p:spPr>
              <a:xfrm>
                <a:off x="4335316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7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89 w 353555"/>
                  <a:gd name="connsiteY16" fmla="*/ 640184 h 761503"/>
                  <a:gd name="connsiteX17" fmla="*/ 128889 w 353555"/>
                  <a:gd name="connsiteY17" fmla="*/ 629306 h 761503"/>
                  <a:gd name="connsiteX18" fmla="*/ 128889 w 353555"/>
                  <a:gd name="connsiteY18" fmla="*/ 621147 h 761503"/>
                  <a:gd name="connsiteX19" fmla="*/ 128889 w 353555"/>
                  <a:gd name="connsiteY19" fmla="*/ 593950 h 761503"/>
                  <a:gd name="connsiteX20" fmla="*/ 128889 w 353555"/>
                  <a:gd name="connsiteY20" fmla="*/ 583072 h 761503"/>
                  <a:gd name="connsiteX21" fmla="*/ 128889 w 353555"/>
                  <a:gd name="connsiteY21" fmla="*/ 436210 h 761503"/>
                  <a:gd name="connsiteX22" fmla="*/ 128889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6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6 w 353555"/>
                  <a:gd name="connsiteY44" fmla="*/ 120730 h 761503"/>
                  <a:gd name="connsiteX45" fmla="*/ 294788 w 353555"/>
                  <a:gd name="connsiteY45" fmla="*/ 128889 h 761503"/>
                  <a:gd name="connsiteX46" fmla="*/ 273031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5" y="697297"/>
                      <a:pt x="316546" y="705456"/>
                    </a:cubicBezTo>
                    <a:cubicBezTo>
                      <a:pt x="311106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2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7" y="689138"/>
                    </a:cubicBezTo>
                    <a:cubicBezTo>
                      <a:pt x="69057" y="686418"/>
                      <a:pt x="79935" y="683699"/>
                      <a:pt x="85375" y="680979"/>
                    </a:cubicBezTo>
                    <a:cubicBezTo>
                      <a:pt x="104412" y="678260"/>
                      <a:pt x="123450" y="675540"/>
                      <a:pt x="131609" y="675540"/>
                    </a:cubicBezTo>
                    <a:cubicBezTo>
                      <a:pt x="134329" y="675540"/>
                      <a:pt x="137048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89" y="640184"/>
                    </a:cubicBezTo>
                    <a:cubicBezTo>
                      <a:pt x="128889" y="637465"/>
                      <a:pt x="128889" y="634745"/>
                      <a:pt x="128889" y="629306"/>
                    </a:cubicBezTo>
                    <a:cubicBezTo>
                      <a:pt x="128889" y="626586"/>
                      <a:pt x="128889" y="623867"/>
                      <a:pt x="128889" y="621147"/>
                    </a:cubicBezTo>
                    <a:cubicBezTo>
                      <a:pt x="128889" y="612988"/>
                      <a:pt x="128889" y="604829"/>
                      <a:pt x="128889" y="593950"/>
                    </a:cubicBezTo>
                    <a:cubicBezTo>
                      <a:pt x="128889" y="591231"/>
                      <a:pt x="128889" y="585791"/>
                      <a:pt x="128889" y="583072"/>
                    </a:cubicBezTo>
                    <a:cubicBezTo>
                      <a:pt x="128889" y="534118"/>
                      <a:pt x="131609" y="485164"/>
                      <a:pt x="128889" y="436210"/>
                    </a:cubicBezTo>
                    <a:cubicBezTo>
                      <a:pt x="128889" y="409014"/>
                      <a:pt x="128889" y="384537"/>
                      <a:pt x="128889" y="357340"/>
                    </a:cubicBezTo>
                    <a:cubicBezTo>
                      <a:pt x="128889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89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7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8" y="69057"/>
                      <a:pt x="145207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3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7" y="74496"/>
                      <a:pt x="232236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6" y="120730"/>
                    </a:cubicBezTo>
                    <a:cubicBezTo>
                      <a:pt x="305667" y="126170"/>
                      <a:pt x="300228" y="128889"/>
                      <a:pt x="294788" y="128889"/>
                    </a:cubicBezTo>
                    <a:cubicBezTo>
                      <a:pt x="286630" y="131609"/>
                      <a:pt x="278471" y="131609"/>
                      <a:pt x="273031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1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42">
                <a:extLst>
                  <a:ext uri="{FF2B5EF4-FFF2-40B4-BE49-F238E27FC236}">
                    <a16:creationId xmlns:a16="http://schemas.microsoft.com/office/drawing/2014/main" id="{13E663F3-88A2-564E-B175-5CC8C5A93ACA}"/>
                  </a:ext>
                </a:extLst>
              </p:cNvPr>
              <p:cNvSpPr/>
              <p:nvPr/>
            </p:nvSpPr>
            <p:spPr>
              <a:xfrm>
                <a:off x="4620880" y="4194877"/>
                <a:ext cx="598325" cy="761503"/>
              </a:xfrm>
              <a:custGeom>
                <a:avLst/>
                <a:gdLst>
                  <a:gd name="connsiteX0" fmla="*/ 515081 w 598324"/>
                  <a:gd name="connsiteY0" fmla="*/ 79935 h 761503"/>
                  <a:gd name="connsiteX1" fmla="*/ 542277 w 598324"/>
                  <a:gd name="connsiteY1" fmla="*/ 96253 h 761503"/>
                  <a:gd name="connsiteX2" fmla="*/ 536838 w 598324"/>
                  <a:gd name="connsiteY2" fmla="*/ 112571 h 761503"/>
                  <a:gd name="connsiteX3" fmla="*/ 523240 w 598324"/>
                  <a:gd name="connsiteY3" fmla="*/ 120730 h 761503"/>
                  <a:gd name="connsiteX4" fmla="*/ 506922 w 598324"/>
                  <a:gd name="connsiteY4" fmla="*/ 123450 h 761503"/>
                  <a:gd name="connsiteX5" fmla="*/ 477006 w 598324"/>
                  <a:gd name="connsiteY5" fmla="*/ 123450 h 761503"/>
                  <a:gd name="connsiteX6" fmla="*/ 479725 w 598324"/>
                  <a:gd name="connsiteY6" fmla="*/ 145207 h 761503"/>
                  <a:gd name="connsiteX7" fmla="*/ 477006 w 598324"/>
                  <a:gd name="connsiteY7" fmla="*/ 180563 h 761503"/>
                  <a:gd name="connsiteX8" fmla="*/ 482445 w 598324"/>
                  <a:gd name="connsiteY8" fmla="*/ 232236 h 761503"/>
                  <a:gd name="connsiteX9" fmla="*/ 485165 w 598324"/>
                  <a:gd name="connsiteY9" fmla="*/ 283909 h 761503"/>
                  <a:gd name="connsiteX10" fmla="*/ 485165 w 598324"/>
                  <a:gd name="connsiteY10" fmla="*/ 327424 h 761503"/>
                  <a:gd name="connsiteX11" fmla="*/ 487884 w 598324"/>
                  <a:gd name="connsiteY11" fmla="*/ 373658 h 761503"/>
                  <a:gd name="connsiteX12" fmla="*/ 485165 w 598324"/>
                  <a:gd name="connsiteY12" fmla="*/ 419892 h 761503"/>
                  <a:gd name="connsiteX13" fmla="*/ 485165 w 598324"/>
                  <a:gd name="connsiteY13" fmla="*/ 463407 h 761503"/>
                  <a:gd name="connsiteX14" fmla="*/ 482445 w 598324"/>
                  <a:gd name="connsiteY14" fmla="*/ 515080 h 761503"/>
                  <a:gd name="connsiteX15" fmla="*/ 482445 w 598324"/>
                  <a:gd name="connsiteY15" fmla="*/ 558595 h 761503"/>
                  <a:gd name="connsiteX16" fmla="*/ 479725 w 598324"/>
                  <a:gd name="connsiteY16" fmla="*/ 602109 h 761503"/>
                  <a:gd name="connsiteX17" fmla="*/ 485165 w 598324"/>
                  <a:gd name="connsiteY17" fmla="*/ 648343 h 761503"/>
                  <a:gd name="connsiteX18" fmla="*/ 474286 w 598324"/>
                  <a:gd name="connsiteY18" fmla="*/ 675540 h 761503"/>
                  <a:gd name="connsiteX19" fmla="*/ 428052 w 598324"/>
                  <a:gd name="connsiteY19" fmla="*/ 691858 h 761503"/>
                  <a:gd name="connsiteX20" fmla="*/ 387257 w 598324"/>
                  <a:gd name="connsiteY20" fmla="*/ 683699 h 761503"/>
                  <a:gd name="connsiteX21" fmla="*/ 351901 w 598324"/>
                  <a:gd name="connsiteY21" fmla="*/ 664661 h 761503"/>
                  <a:gd name="connsiteX22" fmla="*/ 305667 w 598324"/>
                  <a:gd name="connsiteY22" fmla="*/ 596670 h 761503"/>
                  <a:gd name="connsiteX23" fmla="*/ 270312 w 598324"/>
                  <a:gd name="connsiteY23" fmla="*/ 509641 h 761503"/>
                  <a:gd name="connsiteX24" fmla="*/ 251274 w 598324"/>
                  <a:gd name="connsiteY24" fmla="*/ 460687 h 761503"/>
                  <a:gd name="connsiteX25" fmla="*/ 224077 w 598324"/>
                  <a:gd name="connsiteY25" fmla="*/ 381817 h 761503"/>
                  <a:gd name="connsiteX26" fmla="*/ 207759 w 598324"/>
                  <a:gd name="connsiteY26" fmla="*/ 330144 h 761503"/>
                  <a:gd name="connsiteX27" fmla="*/ 191442 w 598324"/>
                  <a:gd name="connsiteY27" fmla="*/ 286629 h 761503"/>
                  <a:gd name="connsiteX28" fmla="*/ 183283 w 598324"/>
                  <a:gd name="connsiteY28" fmla="*/ 278470 h 761503"/>
                  <a:gd name="connsiteX29" fmla="*/ 180563 w 598324"/>
                  <a:gd name="connsiteY29" fmla="*/ 292068 h 761503"/>
                  <a:gd name="connsiteX30" fmla="*/ 180563 w 598324"/>
                  <a:gd name="connsiteY30" fmla="*/ 305667 h 761503"/>
                  <a:gd name="connsiteX31" fmla="*/ 183283 w 598324"/>
                  <a:gd name="connsiteY31" fmla="*/ 354620 h 761503"/>
                  <a:gd name="connsiteX32" fmla="*/ 188722 w 598324"/>
                  <a:gd name="connsiteY32" fmla="*/ 449808 h 761503"/>
                  <a:gd name="connsiteX33" fmla="*/ 188722 w 598324"/>
                  <a:gd name="connsiteY33" fmla="*/ 479725 h 761503"/>
                  <a:gd name="connsiteX34" fmla="*/ 188722 w 598324"/>
                  <a:gd name="connsiteY34" fmla="*/ 542277 h 761503"/>
                  <a:gd name="connsiteX35" fmla="*/ 186002 w 598324"/>
                  <a:gd name="connsiteY35" fmla="*/ 615708 h 761503"/>
                  <a:gd name="connsiteX36" fmla="*/ 186002 w 598324"/>
                  <a:gd name="connsiteY36" fmla="*/ 637465 h 761503"/>
                  <a:gd name="connsiteX37" fmla="*/ 183283 w 598324"/>
                  <a:gd name="connsiteY37" fmla="*/ 664661 h 761503"/>
                  <a:gd name="connsiteX38" fmla="*/ 226797 w 598324"/>
                  <a:gd name="connsiteY38" fmla="*/ 664661 h 761503"/>
                  <a:gd name="connsiteX39" fmla="*/ 253994 w 598324"/>
                  <a:gd name="connsiteY39" fmla="*/ 680979 h 761503"/>
                  <a:gd name="connsiteX40" fmla="*/ 248554 w 598324"/>
                  <a:gd name="connsiteY40" fmla="*/ 697297 h 761503"/>
                  <a:gd name="connsiteX41" fmla="*/ 234956 w 598324"/>
                  <a:gd name="connsiteY41" fmla="*/ 705456 h 761503"/>
                  <a:gd name="connsiteX42" fmla="*/ 218638 w 598324"/>
                  <a:gd name="connsiteY42" fmla="*/ 708176 h 761503"/>
                  <a:gd name="connsiteX43" fmla="*/ 183283 w 598324"/>
                  <a:gd name="connsiteY43" fmla="*/ 708176 h 761503"/>
                  <a:gd name="connsiteX44" fmla="*/ 150647 w 598324"/>
                  <a:gd name="connsiteY44" fmla="*/ 708176 h 761503"/>
                  <a:gd name="connsiteX45" fmla="*/ 107132 w 598324"/>
                  <a:gd name="connsiteY45" fmla="*/ 708176 h 761503"/>
                  <a:gd name="connsiteX46" fmla="*/ 88094 w 598324"/>
                  <a:gd name="connsiteY46" fmla="*/ 708176 h 761503"/>
                  <a:gd name="connsiteX47" fmla="*/ 69057 w 598324"/>
                  <a:gd name="connsiteY47" fmla="*/ 702736 h 761503"/>
                  <a:gd name="connsiteX48" fmla="*/ 58178 w 598324"/>
                  <a:gd name="connsiteY48" fmla="*/ 686418 h 761503"/>
                  <a:gd name="connsiteX49" fmla="*/ 60898 w 598324"/>
                  <a:gd name="connsiteY49" fmla="*/ 678259 h 761503"/>
                  <a:gd name="connsiteX50" fmla="*/ 77216 w 598324"/>
                  <a:gd name="connsiteY50" fmla="*/ 670101 h 761503"/>
                  <a:gd name="connsiteX51" fmla="*/ 120730 w 598324"/>
                  <a:gd name="connsiteY51" fmla="*/ 664661 h 761503"/>
                  <a:gd name="connsiteX52" fmla="*/ 131609 w 598324"/>
                  <a:gd name="connsiteY52" fmla="*/ 664661 h 761503"/>
                  <a:gd name="connsiteX53" fmla="*/ 134329 w 598324"/>
                  <a:gd name="connsiteY53" fmla="*/ 539557 h 761503"/>
                  <a:gd name="connsiteX54" fmla="*/ 134329 w 598324"/>
                  <a:gd name="connsiteY54" fmla="*/ 504201 h 761503"/>
                  <a:gd name="connsiteX55" fmla="*/ 131609 w 598324"/>
                  <a:gd name="connsiteY55" fmla="*/ 376378 h 761503"/>
                  <a:gd name="connsiteX56" fmla="*/ 131609 w 598324"/>
                  <a:gd name="connsiteY56" fmla="*/ 302947 h 761503"/>
                  <a:gd name="connsiteX57" fmla="*/ 134329 w 598324"/>
                  <a:gd name="connsiteY57" fmla="*/ 221357 h 761503"/>
                  <a:gd name="connsiteX58" fmla="*/ 137048 w 598324"/>
                  <a:gd name="connsiteY58" fmla="*/ 123450 h 761503"/>
                  <a:gd name="connsiteX59" fmla="*/ 107132 w 598324"/>
                  <a:gd name="connsiteY59" fmla="*/ 123450 h 761503"/>
                  <a:gd name="connsiteX60" fmla="*/ 88094 w 598324"/>
                  <a:gd name="connsiteY60" fmla="*/ 123450 h 761503"/>
                  <a:gd name="connsiteX61" fmla="*/ 69057 w 598324"/>
                  <a:gd name="connsiteY61" fmla="*/ 118011 h 761503"/>
                  <a:gd name="connsiteX62" fmla="*/ 58178 w 598324"/>
                  <a:gd name="connsiteY62" fmla="*/ 101693 h 761503"/>
                  <a:gd name="connsiteX63" fmla="*/ 60898 w 598324"/>
                  <a:gd name="connsiteY63" fmla="*/ 93534 h 761503"/>
                  <a:gd name="connsiteX64" fmla="*/ 77216 w 598324"/>
                  <a:gd name="connsiteY64" fmla="*/ 85375 h 761503"/>
                  <a:gd name="connsiteX65" fmla="*/ 131609 w 598324"/>
                  <a:gd name="connsiteY65" fmla="*/ 79935 h 761503"/>
                  <a:gd name="connsiteX66" fmla="*/ 161525 w 598324"/>
                  <a:gd name="connsiteY66" fmla="*/ 79935 h 761503"/>
                  <a:gd name="connsiteX67" fmla="*/ 177843 w 598324"/>
                  <a:gd name="connsiteY67" fmla="*/ 66337 h 761503"/>
                  <a:gd name="connsiteX68" fmla="*/ 202320 w 598324"/>
                  <a:gd name="connsiteY68" fmla="*/ 58178 h 761503"/>
                  <a:gd name="connsiteX69" fmla="*/ 234956 w 598324"/>
                  <a:gd name="connsiteY69" fmla="*/ 77216 h 761503"/>
                  <a:gd name="connsiteX70" fmla="*/ 251274 w 598324"/>
                  <a:gd name="connsiteY70" fmla="*/ 107132 h 761503"/>
                  <a:gd name="connsiteX71" fmla="*/ 267592 w 598324"/>
                  <a:gd name="connsiteY71" fmla="*/ 147927 h 761503"/>
                  <a:gd name="connsiteX72" fmla="*/ 281190 w 598324"/>
                  <a:gd name="connsiteY72" fmla="*/ 183282 h 761503"/>
                  <a:gd name="connsiteX73" fmla="*/ 297508 w 598324"/>
                  <a:gd name="connsiteY73" fmla="*/ 224077 h 761503"/>
                  <a:gd name="connsiteX74" fmla="*/ 308387 w 598324"/>
                  <a:gd name="connsiteY74" fmla="*/ 264872 h 761503"/>
                  <a:gd name="connsiteX75" fmla="*/ 319265 w 598324"/>
                  <a:gd name="connsiteY75" fmla="*/ 300227 h 761503"/>
                  <a:gd name="connsiteX76" fmla="*/ 351901 w 598324"/>
                  <a:gd name="connsiteY76" fmla="*/ 379097 h 761503"/>
                  <a:gd name="connsiteX77" fmla="*/ 365500 w 598324"/>
                  <a:gd name="connsiteY77" fmla="*/ 417173 h 761503"/>
                  <a:gd name="connsiteX78" fmla="*/ 379098 w 598324"/>
                  <a:gd name="connsiteY78" fmla="*/ 457967 h 761503"/>
                  <a:gd name="connsiteX79" fmla="*/ 395416 w 598324"/>
                  <a:gd name="connsiteY79" fmla="*/ 496043 h 761503"/>
                  <a:gd name="connsiteX80" fmla="*/ 406294 w 598324"/>
                  <a:gd name="connsiteY80" fmla="*/ 512361 h 761503"/>
                  <a:gd name="connsiteX81" fmla="*/ 411734 w 598324"/>
                  <a:gd name="connsiteY81" fmla="*/ 531398 h 761503"/>
                  <a:gd name="connsiteX82" fmla="*/ 419893 w 598324"/>
                  <a:gd name="connsiteY82" fmla="*/ 558595 h 761503"/>
                  <a:gd name="connsiteX83" fmla="*/ 425332 w 598324"/>
                  <a:gd name="connsiteY83" fmla="*/ 564034 h 761503"/>
                  <a:gd name="connsiteX84" fmla="*/ 430771 w 598324"/>
                  <a:gd name="connsiteY84" fmla="*/ 558595 h 761503"/>
                  <a:gd name="connsiteX85" fmla="*/ 430771 w 598324"/>
                  <a:gd name="connsiteY85" fmla="*/ 550436 h 761503"/>
                  <a:gd name="connsiteX86" fmla="*/ 430771 w 598324"/>
                  <a:gd name="connsiteY86" fmla="*/ 501482 h 761503"/>
                  <a:gd name="connsiteX87" fmla="*/ 430771 w 598324"/>
                  <a:gd name="connsiteY87" fmla="*/ 403574 h 761503"/>
                  <a:gd name="connsiteX88" fmla="*/ 425332 w 598324"/>
                  <a:gd name="connsiteY88" fmla="*/ 313826 h 761503"/>
                  <a:gd name="connsiteX89" fmla="*/ 425332 w 598324"/>
                  <a:gd name="connsiteY89" fmla="*/ 248554 h 761503"/>
                  <a:gd name="connsiteX90" fmla="*/ 425332 w 598324"/>
                  <a:gd name="connsiteY90" fmla="*/ 210479 h 761503"/>
                  <a:gd name="connsiteX91" fmla="*/ 422613 w 598324"/>
                  <a:gd name="connsiteY91" fmla="*/ 153366 h 761503"/>
                  <a:gd name="connsiteX92" fmla="*/ 425332 w 598324"/>
                  <a:gd name="connsiteY92" fmla="*/ 123450 h 761503"/>
                  <a:gd name="connsiteX93" fmla="*/ 398136 w 598324"/>
                  <a:gd name="connsiteY93" fmla="*/ 123450 h 761503"/>
                  <a:gd name="connsiteX94" fmla="*/ 379098 w 598324"/>
                  <a:gd name="connsiteY94" fmla="*/ 123450 h 761503"/>
                  <a:gd name="connsiteX95" fmla="*/ 360060 w 598324"/>
                  <a:gd name="connsiteY95" fmla="*/ 118011 h 761503"/>
                  <a:gd name="connsiteX96" fmla="*/ 349182 w 598324"/>
                  <a:gd name="connsiteY96" fmla="*/ 101693 h 761503"/>
                  <a:gd name="connsiteX97" fmla="*/ 351901 w 598324"/>
                  <a:gd name="connsiteY97" fmla="*/ 93534 h 761503"/>
                  <a:gd name="connsiteX98" fmla="*/ 368219 w 598324"/>
                  <a:gd name="connsiteY98" fmla="*/ 85375 h 761503"/>
                  <a:gd name="connsiteX99" fmla="*/ 422613 w 598324"/>
                  <a:gd name="connsiteY99" fmla="*/ 79935 h 761503"/>
                  <a:gd name="connsiteX100" fmla="*/ 444370 w 598324"/>
                  <a:gd name="connsiteY100" fmla="*/ 79935 h 761503"/>
                  <a:gd name="connsiteX101" fmla="*/ 463407 w 598324"/>
                  <a:gd name="connsiteY101" fmla="*/ 71776 h 761503"/>
                  <a:gd name="connsiteX102" fmla="*/ 477006 w 598324"/>
                  <a:gd name="connsiteY102" fmla="*/ 79935 h 761503"/>
                  <a:gd name="connsiteX103" fmla="*/ 515081 w 598324"/>
                  <a:gd name="connsiteY103" fmla="*/ 79935 h 761503"/>
                  <a:gd name="connsiteX104" fmla="*/ 515081 w 598324"/>
                  <a:gd name="connsiteY104" fmla="*/ 79935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98324" h="761503">
                    <a:moveTo>
                      <a:pt x="515081" y="79935"/>
                    </a:moveTo>
                    <a:cubicBezTo>
                      <a:pt x="523240" y="79935"/>
                      <a:pt x="542277" y="79935"/>
                      <a:pt x="542277" y="96253"/>
                    </a:cubicBezTo>
                    <a:cubicBezTo>
                      <a:pt x="542277" y="104412"/>
                      <a:pt x="542277" y="107132"/>
                      <a:pt x="536838" y="112571"/>
                    </a:cubicBezTo>
                    <a:cubicBezTo>
                      <a:pt x="534119" y="118011"/>
                      <a:pt x="528679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09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4"/>
                      <a:pt x="485165" y="419892"/>
                    </a:cubicBezTo>
                    <a:cubicBezTo>
                      <a:pt x="485165" y="436210"/>
                      <a:pt x="485165" y="449808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8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5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8"/>
                      <a:pt x="444370" y="691858"/>
                      <a:pt x="428052" y="691858"/>
                    </a:cubicBezTo>
                    <a:cubicBezTo>
                      <a:pt x="414453" y="691858"/>
                      <a:pt x="400855" y="689138"/>
                      <a:pt x="387257" y="683699"/>
                    </a:cubicBezTo>
                    <a:cubicBezTo>
                      <a:pt x="373659" y="678259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0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7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8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0"/>
                    </a:cubicBezTo>
                    <a:cubicBezTo>
                      <a:pt x="183283" y="387256"/>
                      <a:pt x="186002" y="417173"/>
                      <a:pt x="188722" y="449808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6"/>
                      <a:pt x="186002" y="632025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6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4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6"/>
                      <a:pt x="134329" y="583072"/>
                      <a:pt x="134329" y="539557"/>
                    </a:cubicBezTo>
                    <a:cubicBezTo>
                      <a:pt x="134329" y="528678"/>
                      <a:pt x="134329" y="515080"/>
                      <a:pt x="134329" y="504201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4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7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7" y="90814"/>
                      <a:pt x="71777" y="88094"/>
                      <a:pt x="77216" y="85375"/>
                    </a:cubicBezTo>
                    <a:cubicBezTo>
                      <a:pt x="90814" y="82655"/>
                      <a:pt x="126170" y="79935"/>
                      <a:pt x="131609" y="79935"/>
                    </a:cubicBezTo>
                    <a:cubicBezTo>
                      <a:pt x="137048" y="79935"/>
                      <a:pt x="147927" y="79935"/>
                      <a:pt x="161525" y="79935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7"/>
                      <a:pt x="234956" y="77216"/>
                    </a:cubicBezTo>
                    <a:cubicBezTo>
                      <a:pt x="240395" y="88094"/>
                      <a:pt x="248554" y="96253"/>
                      <a:pt x="251274" y="107132"/>
                    </a:cubicBezTo>
                    <a:cubicBezTo>
                      <a:pt x="256713" y="120730"/>
                      <a:pt x="259433" y="134328"/>
                      <a:pt x="267592" y="147927"/>
                    </a:cubicBezTo>
                    <a:cubicBezTo>
                      <a:pt x="273031" y="158805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5"/>
                      <a:pt x="305667" y="251274"/>
                      <a:pt x="308387" y="264872"/>
                    </a:cubicBezTo>
                    <a:cubicBezTo>
                      <a:pt x="311106" y="278470"/>
                      <a:pt x="311106" y="289349"/>
                      <a:pt x="319265" y="300227"/>
                    </a:cubicBezTo>
                    <a:cubicBezTo>
                      <a:pt x="332864" y="324704"/>
                      <a:pt x="346462" y="351901"/>
                      <a:pt x="351901" y="379097"/>
                    </a:cubicBezTo>
                    <a:cubicBezTo>
                      <a:pt x="354621" y="392696"/>
                      <a:pt x="360060" y="403574"/>
                      <a:pt x="365500" y="417173"/>
                    </a:cubicBezTo>
                    <a:cubicBezTo>
                      <a:pt x="373659" y="430771"/>
                      <a:pt x="373659" y="444369"/>
                      <a:pt x="379098" y="457967"/>
                    </a:cubicBezTo>
                    <a:cubicBezTo>
                      <a:pt x="381818" y="471566"/>
                      <a:pt x="387257" y="482444"/>
                      <a:pt x="395416" y="496043"/>
                    </a:cubicBezTo>
                    <a:cubicBezTo>
                      <a:pt x="398136" y="501482"/>
                      <a:pt x="403575" y="506921"/>
                      <a:pt x="406294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3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5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4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8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7"/>
                      <a:pt x="422613" y="134328"/>
                      <a:pt x="425332" y="123450"/>
                    </a:cubicBezTo>
                    <a:cubicBezTo>
                      <a:pt x="417173" y="123450"/>
                      <a:pt x="406294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4"/>
                      <a:pt x="368219" y="85375"/>
                    </a:cubicBezTo>
                    <a:cubicBezTo>
                      <a:pt x="381818" y="82655"/>
                      <a:pt x="417173" y="79935"/>
                      <a:pt x="422613" y="79935"/>
                    </a:cubicBezTo>
                    <a:cubicBezTo>
                      <a:pt x="428052" y="79935"/>
                      <a:pt x="433491" y="79935"/>
                      <a:pt x="444370" y="79935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5"/>
                    </a:cubicBezTo>
                    <a:cubicBezTo>
                      <a:pt x="493324" y="79935"/>
                      <a:pt x="506922" y="79935"/>
                      <a:pt x="515081" y="79935"/>
                    </a:cubicBezTo>
                    <a:lnTo>
                      <a:pt x="515081" y="79935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43">
                <a:extLst>
                  <a:ext uri="{FF2B5EF4-FFF2-40B4-BE49-F238E27FC236}">
                    <a16:creationId xmlns:a16="http://schemas.microsoft.com/office/drawing/2014/main" id="{2BEAEB64-835B-0346-BB2F-42B000C7D6B8}"/>
                  </a:ext>
                </a:extLst>
              </p:cNvPr>
              <p:cNvSpPr/>
              <p:nvPr/>
            </p:nvSpPr>
            <p:spPr>
              <a:xfrm>
                <a:off x="5139126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4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5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8 w 516735"/>
                  <a:gd name="connsiteY18" fmla="*/ 694578 h 788699"/>
                  <a:gd name="connsiteX19" fmla="*/ 86584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4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6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3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7" y="452528"/>
                      <a:pt x="445578" y="455248"/>
                    </a:cubicBezTo>
                    <a:cubicBezTo>
                      <a:pt x="434700" y="460687"/>
                      <a:pt x="415662" y="463407"/>
                      <a:pt x="404784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2" y="694578"/>
                      <a:pt x="317755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8" y="694578"/>
                    </a:cubicBezTo>
                    <a:cubicBezTo>
                      <a:pt x="113780" y="672820"/>
                      <a:pt x="100182" y="648343"/>
                      <a:pt x="86584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4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6" y="82655"/>
                    </a:cubicBezTo>
                    <a:cubicBezTo>
                      <a:pt x="383026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5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3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6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2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3" y="468846"/>
                      <a:pt x="247043" y="466126"/>
                    </a:cubicBezTo>
                    <a:cubicBezTo>
                      <a:pt x="247043" y="463407"/>
                      <a:pt x="247043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1989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44">
                <a:extLst>
                  <a:ext uri="{FF2B5EF4-FFF2-40B4-BE49-F238E27FC236}">
                    <a16:creationId xmlns:a16="http://schemas.microsoft.com/office/drawing/2014/main" id="{A78C682F-2671-F84F-86F8-1391865D626C}"/>
                  </a:ext>
                </a:extLst>
              </p:cNvPr>
              <p:cNvSpPr/>
              <p:nvPr/>
            </p:nvSpPr>
            <p:spPr>
              <a:xfrm>
                <a:off x="5651630" y="4181279"/>
                <a:ext cx="734308" cy="788700"/>
              </a:xfrm>
              <a:custGeom>
                <a:avLst/>
                <a:gdLst>
                  <a:gd name="connsiteX0" fmla="*/ 653783 w 734307"/>
                  <a:gd name="connsiteY0" fmla="*/ 678259 h 788699"/>
                  <a:gd name="connsiteX1" fmla="*/ 691859 w 734307"/>
                  <a:gd name="connsiteY1" fmla="*/ 694577 h 788699"/>
                  <a:gd name="connsiteX2" fmla="*/ 686419 w 734307"/>
                  <a:gd name="connsiteY2" fmla="*/ 710895 h 788699"/>
                  <a:gd name="connsiteX3" fmla="*/ 670101 w 734307"/>
                  <a:gd name="connsiteY3" fmla="*/ 719054 h 788699"/>
                  <a:gd name="connsiteX4" fmla="*/ 648344 w 734307"/>
                  <a:gd name="connsiteY4" fmla="*/ 721774 h 788699"/>
                  <a:gd name="connsiteX5" fmla="*/ 618428 w 734307"/>
                  <a:gd name="connsiteY5" fmla="*/ 721774 h 788699"/>
                  <a:gd name="connsiteX6" fmla="*/ 572194 w 734307"/>
                  <a:gd name="connsiteY6" fmla="*/ 735372 h 788699"/>
                  <a:gd name="connsiteX7" fmla="*/ 544997 w 734307"/>
                  <a:gd name="connsiteY7" fmla="*/ 729933 h 788699"/>
                  <a:gd name="connsiteX8" fmla="*/ 534119 w 734307"/>
                  <a:gd name="connsiteY8" fmla="*/ 721774 h 788699"/>
                  <a:gd name="connsiteX9" fmla="*/ 496043 w 734307"/>
                  <a:gd name="connsiteY9" fmla="*/ 721774 h 788699"/>
                  <a:gd name="connsiteX10" fmla="*/ 471566 w 734307"/>
                  <a:gd name="connsiteY10" fmla="*/ 721774 h 788699"/>
                  <a:gd name="connsiteX11" fmla="*/ 444370 w 734307"/>
                  <a:gd name="connsiteY11" fmla="*/ 716335 h 788699"/>
                  <a:gd name="connsiteX12" fmla="*/ 428052 w 734307"/>
                  <a:gd name="connsiteY12" fmla="*/ 700017 h 788699"/>
                  <a:gd name="connsiteX13" fmla="*/ 433491 w 734307"/>
                  <a:gd name="connsiteY13" fmla="*/ 691858 h 788699"/>
                  <a:gd name="connsiteX14" fmla="*/ 455248 w 734307"/>
                  <a:gd name="connsiteY14" fmla="*/ 683699 h 788699"/>
                  <a:gd name="connsiteX15" fmla="*/ 506922 w 734307"/>
                  <a:gd name="connsiteY15" fmla="*/ 678259 h 788699"/>
                  <a:gd name="connsiteX16" fmla="*/ 509641 w 734307"/>
                  <a:gd name="connsiteY16" fmla="*/ 678259 h 788699"/>
                  <a:gd name="connsiteX17" fmla="*/ 506922 w 734307"/>
                  <a:gd name="connsiteY17" fmla="*/ 664661 h 788699"/>
                  <a:gd name="connsiteX18" fmla="*/ 498763 w 734307"/>
                  <a:gd name="connsiteY18" fmla="*/ 580352 h 788699"/>
                  <a:gd name="connsiteX19" fmla="*/ 496043 w 734307"/>
                  <a:gd name="connsiteY19" fmla="*/ 479725 h 788699"/>
                  <a:gd name="connsiteX20" fmla="*/ 493324 w 734307"/>
                  <a:gd name="connsiteY20" fmla="*/ 389976 h 788699"/>
                  <a:gd name="connsiteX21" fmla="*/ 490604 w 734307"/>
                  <a:gd name="connsiteY21" fmla="*/ 302947 h 788699"/>
                  <a:gd name="connsiteX22" fmla="*/ 487884 w 734307"/>
                  <a:gd name="connsiteY22" fmla="*/ 229516 h 788699"/>
                  <a:gd name="connsiteX23" fmla="*/ 485165 w 734307"/>
                  <a:gd name="connsiteY23" fmla="*/ 221357 h 788699"/>
                  <a:gd name="connsiteX24" fmla="*/ 482445 w 734307"/>
                  <a:gd name="connsiteY24" fmla="*/ 226797 h 788699"/>
                  <a:gd name="connsiteX25" fmla="*/ 477006 w 734307"/>
                  <a:gd name="connsiteY25" fmla="*/ 262152 h 788699"/>
                  <a:gd name="connsiteX26" fmla="*/ 460688 w 734307"/>
                  <a:gd name="connsiteY26" fmla="*/ 341022 h 788699"/>
                  <a:gd name="connsiteX27" fmla="*/ 444370 w 734307"/>
                  <a:gd name="connsiteY27" fmla="*/ 417173 h 788699"/>
                  <a:gd name="connsiteX28" fmla="*/ 436211 w 734307"/>
                  <a:gd name="connsiteY28" fmla="*/ 455248 h 788699"/>
                  <a:gd name="connsiteX29" fmla="*/ 425332 w 734307"/>
                  <a:gd name="connsiteY29" fmla="*/ 493323 h 788699"/>
                  <a:gd name="connsiteX30" fmla="*/ 411734 w 734307"/>
                  <a:gd name="connsiteY30" fmla="*/ 531398 h 788699"/>
                  <a:gd name="connsiteX31" fmla="*/ 376378 w 734307"/>
                  <a:gd name="connsiteY31" fmla="*/ 547716 h 788699"/>
                  <a:gd name="connsiteX32" fmla="*/ 319265 w 734307"/>
                  <a:gd name="connsiteY32" fmla="*/ 525959 h 788699"/>
                  <a:gd name="connsiteX33" fmla="*/ 289349 w 734307"/>
                  <a:gd name="connsiteY33" fmla="*/ 455248 h 788699"/>
                  <a:gd name="connsiteX34" fmla="*/ 273031 w 734307"/>
                  <a:gd name="connsiteY34" fmla="*/ 373658 h 788699"/>
                  <a:gd name="connsiteX35" fmla="*/ 262153 w 734307"/>
                  <a:gd name="connsiteY35" fmla="*/ 316545 h 788699"/>
                  <a:gd name="connsiteX36" fmla="*/ 245835 w 734307"/>
                  <a:gd name="connsiteY36" fmla="*/ 237675 h 788699"/>
                  <a:gd name="connsiteX37" fmla="*/ 234956 w 734307"/>
                  <a:gd name="connsiteY37" fmla="*/ 196881 h 788699"/>
                  <a:gd name="connsiteX38" fmla="*/ 232236 w 734307"/>
                  <a:gd name="connsiteY38" fmla="*/ 191441 h 788699"/>
                  <a:gd name="connsiteX39" fmla="*/ 226797 w 734307"/>
                  <a:gd name="connsiteY39" fmla="*/ 207759 h 788699"/>
                  <a:gd name="connsiteX40" fmla="*/ 226797 w 734307"/>
                  <a:gd name="connsiteY40" fmla="*/ 232236 h 788699"/>
                  <a:gd name="connsiteX41" fmla="*/ 224077 w 734307"/>
                  <a:gd name="connsiteY41" fmla="*/ 267592 h 788699"/>
                  <a:gd name="connsiteX42" fmla="*/ 221358 w 734307"/>
                  <a:gd name="connsiteY42" fmla="*/ 311106 h 788699"/>
                  <a:gd name="connsiteX43" fmla="*/ 218638 w 734307"/>
                  <a:gd name="connsiteY43" fmla="*/ 360060 h 788699"/>
                  <a:gd name="connsiteX44" fmla="*/ 215919 w 734307"/>
                  <a:gd name="connsiteY44" fmla="*/ 398135 h 788699"/>
                  <a:gd name="connsiteX45" fmla="*/ 213199 w 734307"/>
                  <a:gd name="connsiteY45" fmla="*/ 430771 h 788699"/>
                  <a:gd name="connsiteX46" fmla="*/ 213199 w 734307"/>
                  <a:gd name="connsiteY46" fmla="*/ 455248 h 788699"/>
                  <a:gd name="connsiteX47" fmla="*/ 213199 w 734307"/>
                  <a:gd name="connsiteY47" fmla="*/ 477005 h 788699"/>
                  <a:gd name="connsiteX48" fmla="*/ 207759 w 734307"/>
                  <a:gd name="connsiteY48" fmla="*/ 520520 h 788699"/>
                  <a:gd name="connsiteX49" fmla="*/ 196881 w 734307"/>
                  <a:gd name="connsiteY49" fmla="*/ 610268 h 788699"/>
                  <a:gd name="connsiteX50" fmla="*/ 194161 w 734307"/>
                  <a:gd name="connsiteY50" fmla="*/ 653783 h 788699"/>
                  <a:gd name="connsiteX51" fmla="*/ 191441 w 734307"/>
                  <a:gd name="connsiteY51" fmla="*/ 667381 h 788699"/>
                  <a:gd name="connsiteX52" fmla="*/ 243115 w 734307"/>
                  <a:gd name="connsiteY52" fmla="*/ 667381 h 788699"/>
                  <a:gd name="connsiteX53" fmla="*/ 273031 w 734307"/>
                  <a:gd name="connsiteY53" fmla="*/ 683699 h 788699"/>
                  <a:gd name="connsiteX54" fmla="*/ 262153 w 734307"/>
                  <a:gd name="connsiteY54" fmla="*/ 697297 h 788699"/>
                  <a:gd name="connsiteX55" fmla="*/ 248554 w 734307"/>
                  <a:gd name="connsiteY55" fmla="*/ 705456 h 788699"/>
                  <a:gd name="connsiteX56" fmla="*/ 232236 w 734307"/>
                  <a:gd name="connsiteY56" fmla="*/ 708176 h 788699"/>
                  <a:gd name="connsiteX57" fmla="*/ 166965 w 734307"/>
                  <a:gd name="connsiteY57" fmla="*/ 708176 h 788699"/>
                  <a:gd name="connsiteX58" fmla="*/ 109852 w 734307"/>
                  <a:gd name="connsiteY58" fmla="*/ 708176 h 788699"/>
                  <a:gd name="connsiteX59" fmla="*/ 90814 w 734307"/>
                  <a:gd name="connsiteY59" fmla="*/ 708176 h 788699"/>
                  <a:gd name="connsiteX60" fmla="*/ 69057 w 734307"/>
                  <a:gd name="connsiteY60" fmla="*/ 702736 h 788699"/>
                  <a:gd name="connsiteX61" fmla="*/ 58178 w 734307"/>
                  <a:gd name="connsiteY61" fmla="*/ 686418 h 788699"/>
                  <a:gd name="connsiteX62" fmla="*/ 60898 w 734307"/>
                  <a:gd name="connsiteY62" fmla="*/ 678259 h 788699"/>
                  <a:gd name="connsiteX63" fmla="*/ 77216 w 734307"/>
                  <a:gd name="connsiteY63" fmla="*/ 670101 h 788699"/>
                  <a:gd name="connsiteX64" fmla="*/ 126170 w 734307"/>
                  <a:gd name="connsiteY64" fmla="*/ 664661 h 788699"/>
                  <a:gd name="connsiteX65" fmla="*/ 142487 w 734307"/>
                  <a:gd name="connsiteY65" fmla="*/ 664661 h 788699"/>
                  <a:gd name="connsiteX66" fmla="*/ 147927 w 734307"/>
                  <a:gd name="connsiteY66" fmla="*/ 588511 h 788699"/>
                  <a:gd name="connsiteX67" fmla="*/ 153366 w 734307"/>
                  <a:gd name="connsiteY67" fmla="*/ 493323 h 788699"/>
                  <a:gd name="connsiteX68" fmla="*/ 156086 w 734307"/>
                  <a:gd name="connsiteY68" fmla="*/ 411733 h 788699"/>
                  <a:gd name="connsiteX69" fmla="*/ 161525 w 734307"/>
                  <a:gd name="connsiteY69" fmla="*/ 297508 h 788699"/>
                  <a:gd name="connsiteX70" fmla="*/ 166965 w 734307"/>
                  <a:gd name="connsiteY70" fmla="*/ 240395 h 788699"/>
                  <a:gd name="connsiteX71" fmla="*/ 177843 w 734307"/>
                  <a:gd name="connsiteY71" fmla="*/ 161525 h 788699"/>
                  <a:gd name="connsiteX72" fmla="*/ 183282 w 734307"/>
                  <a:gd name="connsiteY72" fmla="*/ 118011 h 788699"/>
                  <a:gd name="connsiteX73" fmla="*/ 183282 w 734307"/>
                  <a:gd name="connsiteY73" fmla="*/ 115291 h 788699"/>
                  <a:gd name="connsiteX74" fmla="*/ 161525 w 734307"/>
                  <a:gd name="connsiteY74" fmla="*/ 115291 h 788699"/>
                  <a:gd name="connsiteX75" fmla="*/ 137048 w 734307"/>
                  <a:gd name="connsiteY75" fmla="*/ 115291 h 788699"/>
                  <a:gd name="connsiteX76" fmla="*/ 109852 w 734307"/>
                  <a:gd name="connsiteY76" fmla="*/ 109851 h 788699"/>
                  <a:gd name="connsiteX77" fmla="*/ 93534 w 734307"/>
                  <a:gd name="connsiteY77" fmla="*/ 93534 h 788699"/>
                  <a:gd name="connsiteX78" fmla="*/ 98973 w 734307"/>
                  <a:gd name="connsiteY78" fmla="*/ 85375 h 788699"/>
                  <a:gd name="connsiteX79" fmla="*/ 120730 w 734307"/>
                  <a:gd name="connsiteY79" fmla="*/ 77216 h 788699"/>
                  <a:gd name="connsiteX80" fmla="*/ 172404 w 734307"/>
                  <a:gd name="connsiteY80" fmla="*/ 71776 h 788699"/>
                  <a:gd name="connsiteX81" fmla="*/ 234956 w 734307"/>
                  <a:gd name="connsiteY81" fmla="*/ 69057 h 788699"/>
                  <a:gd name="connsiteX82" fmla="*/ 243115 w 734307"/>
                  <a:gd name="connsiteY82" fmla="*/ 69057 h 788699"/>
                  <a:gd name="connsiteX83" fmla="*/ 270312 w 734307"/>
                  <a:gd name="connsiteY83" fmla="*/ 74496 h 788699"/>
                  <a:gd name="connsiteX84" fmla="*/ 308387 w 734307"/>
                  <a:gd name="connsiteY84" fmla="*/ 123450 h 788699"/>
                  <a:gd name="connsiteX85" fmla="*/ 332864 w 734307"/>
                  <a:gd name="connsiteY85" fmla="*/ 202320 h 788699"/>
                  <a:gd name="connsiteX86" fmla="*/ 338303 w 734307"/>
                  <a:gd name="connsiteY86" fmla="*/ 237675 h 788699"/>
                  <a:gd name="connsiteX87" fmla="*/ 349182 w 734307"/>
                  <a:gd name="connsiteY87" fmla="*/ 281190 h 788699"/>
                  <a:gd name="connsiteX88" fmla="*/ 357341 w 734307"/>
                  <a:gd name="connsiteY88" fmla="*/ 316545 h 788699"/>
                  <a:gd name="connsiteX89" fmla="*/ 365500 w 734307"/>
                  <a:gd name="connsiteY89" fmla="*/ 351901 h 788699"/>
                  <a:gd name="connsiteX90" fmla="*/ 376378 w 734307"/>
                  <a:gd name="connsiteY90" fmla="*/ 389976 h 788699"/>
                  <a:gd name="connsiteX91" fmla="*/ 387257 w 734307"/>
                  <a:gd name="connsiteY91" fmla="*/ 414453 h 788699"/>
                  <a:gd name="connsiteX92" fmla="*/ 398136 w 734307"/>
                  <a:gd name="connsiteY92" fmla="*/ 376378 h 788699"/>
                  <a:gd name="connsiteX93" fmla="*/ 406295 w 734307"/>
                  <a:gd name="connsiteY93" fmla="*/ 332863 h 788699"/>
                  <a:gd name="connsiteX94" fmla="*/ 425332 w 734307"/>
                  <a:gd name="connsiteY94" fmla="*/ 243115 h 788699"/>
                  <a:gd name="connsiteX95" fmla="*/ 444370 w 734307"/>
                  <a:gd name="connsiteY95" fmla="*/ 150646 h 788699"/>
                  <a:gd name="connsiteX96" fmla="*/ 477006 w 734307"/>
                  <a:gd name="connsiteY96" fmla="*/ 79935 h 788699"/>
                  <a:gd name="connsiteX97" fmla="*/ 523240 w 734307"/>
                  <a:gd name="connsiteY97" fmla="*/ 58178 h 788699"/>
                  <a:gd name="connsiteX98" fmla="*/ 544997 w 734307"/>
                  <a:gd name="connsiteY98" fmla="*/ 63617 h 788699"/>
                  <a:gd name="connsiteX99" fmla="*/ 612988 w 734307"/>
                  <a:gd name="connsiteY99" fmla="*/ 63617 h 788699"/>
                  <a:gd name="connsiteX100" fmla="*/ 651064 w 734307"/>
                  <a:gd name="connsiteY100" fmla="*/ 79935 h 788699"/>
                  <a:gd name="connsiteX101" fmla="*/ 645624 w 734307"/>
                  <a:gd name="connsiteY101" fmla="*/ 96253 h 788699"/>
                  <a:gd name="connsiteX102" fmla="*/ 629307 w 734307"/>
                  <a:gd name="connsiteY102" fmla="*/ 104412 h 788699"/>
                  <a:gd name="connsiteX103" fmla="*/ 607549 w 734307"/>
                  <a:gd name="connsiteY103" fmla="*/ 107132 h 788699"/>
                  <a:gd name="connsiteX104" fmla="*/ 580353 w 734307"/>
                  <a:gd name="connsiteY104" fmla="*/ 107132 h 788699"/>
                  <a:gd name="connsiteX105" fmla="*/ 583072 w 734307"/>
                  <a:gd name="connsiteY105" fmla="*/ 115291 h 788699"/>
                  <a:gd name="connsiteX106" fmla="*/ 588512 w 734307"/>
                  <a:gd name="connsiteY106" fmla="*/ 156086 h 788699"/>
                  <a:gd name="connsiteX107" fmla="*/ 593951 w 734307"/>
                  <a:gd name="connsiteY107" fmla="*/ 196881 h 788699"/>
                  <a:gd name="connsiteX108" fmla="*/ 599390 w 734307"/>
                  <a:gd name="connsiteY108" fmla="*/ 226797 h 788699"/>
                  <a:gd name="connsiteX109" fmla="*/ 599390 w 734307"/>
                  <a:gd name="connsiteY109" fmla="*/ 232236 h 788699"/>
                  <a:gd name="connsiteX110" fmla="*/ 599390 w 734307"/>
                  <a:gd name="connsiteY110" fmla="*/ 240395 h 788699"/>
                  <a:gd name="connsiteX111" fmla="*/ 602110 w 734307"/>
                  <a:gd name="connsiteY111" fmla="*/ 270311 h 788699"/>
                  <a:gd name="connsiteX112" fmla="*/ 607549 w 734307"/>
                  <a:gd name="connsiteY112" fmla="*/ 308386 h 788699"/>
                  <a:gd name="connsiteX113" fmla="*/ 607549 w 734307"/>
                  <a:gd name="connsiteY113" fmla="*/ 319265 h 788699"/>
                  <a:gd name="connsiteX114" fmla="*/ 612988 w 734307"/>
                  <a:gd name="connsiteY114" fmla="*/ 335583 h 788699"/>
                  <a:gd name="connsiteX115" fmla="*/ 612988 w 734307"/>
                  <a:gd name="connsiteY115" fmla="*/ 346462 h 788699"/>
                  <a:gd name="connsiteX116" fmla="*/ 612988 w 734307"/>
                  <a:gd name="connsiteY116" fmla="*/ 370939 h 788699"/>
                  <a:gd name="connsiteX117" fmla="*/ 612988 w 734307"/>
                  <a:gd name="connsiteY117" fmla="*/ 395415 h 788699"/>
                  <a:gd name="connsiteX118" fmla="*/ 615708 w 734307"/>
                  <a:gd name="connsiteY118" fmla="*/ 422612 h 788699"/>
                  <a:gd name="connsiteX119" fmla="*/ 618428 w 734307"/>
                  <a:gd name="connsiteY119" fmla="*/ 441650 h 788699"/>
                  <a:gd name="connsiteX120" fmla="*/ 618428 w 734307"/>
                  <a:gd name="connsiteY120" fmla="*/ 455248 h 788699"/>
                  <a:gd name="connsiteX121" fmla="*/ 621147 w 734307"/>
                  <a:gd name="connsiteY121" fmla="*/ 463407 h 788699"/>
                  <a:gd name="connsiteX122" fmla="*/ 626587 w 734307"/>
                  <a:gd name="connsiteY122" fmla="*/ 482444 h 788699"/>
                  <a:gd name="connsiteX123" fmla="*/ 629307 w 734307"/>
                  <a:gd name="connsiteY123" fmla="*/ 517800 h 788699"/>
                  <a:gd name="connsiteX124" fmla="*/ 634746 w 734307"/>
                  <a:gd name="connsiteY124" fmla="*/ 561314 h 788699"/>
                  <a:gd name="connsiteX125" fmla="*/ 634746 w 734307"/>
                  <a:gd name="connsiteY125" fmla="*/ 566754 h 788699"/>
                  <a:gd name="connsiteX126" fmla="*/ 634746 w 734307"/>
                  <a:gd name="connsiteY126" fmla="*/ 583072 h 788699"/>
                  <a:gd name="connsiteX127" fmla="*/ 637466 w 734307"/>
                  <a:gd name="connsiteY127" fmla="*/ 607548 h 788699"/>
                  <a:gd name="connsiteX128" fmla="*/ 640185 w 734307"/>
                  <a:gd name="connsiteY128" fmla="*/ 618427 h 788699"/>
                  <a:gd name="connsiteX129" fmla="*/ 640185 w 734307"/>
                  <a:gd name="connsiteY129" fmla="*/ 632025 h 788699"/>
                  <a:gd name="connsiteX130" fmla="*/ 640185 w 734307"/>
                  <a:gd name="connsiteY130" fmla="*/ 640184 h 788699"/>
                  <a:gd name="connsiteX131" fmla="*/ 642905 w 734307"/>
                  <a:gd name="connsiteY131" fmla="*/ 659222 h 788699"/>
                  <a:gd name="connsiteX132" fmla="*/ 642905 w 734307"/>
                  <a:gd name="connsiteY132" fmla="*/ 664661 h 788699"/>
                  <a:gd name="connsiteX133" fmla="*/ 653783 w 734307"/>
                  <a:gd name="connsiteY133" fmla="*/ 678259 h 788699"/>
                  <a:gd name="connsiteX134" fmla="*/ 653783 w 734307"/>
                  <a:gd name="connsiteY134" fmla="*/ 67825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34307" h="788699">
                    <a:moveTo>
                      <a:pt x="653783" y="678259"/>
                    </a:moveTo>
                    <a:cubicBezTo>
                      <a:pt x="667382" y="678259"/>
                      <a:pt x="691859" y="678259"/>
                      <a:pt x="691859" y="694577"/>
                    </a:cubicBezTo>
                    <a:cubicBezTo>
                      <a:pt x="691859" y="702736"/>
                      <a:pt x="689139" y="705456"/>
                      <a:pt x="686419" y="710895"/>
                    </a:cubicBezTo>
                    <a:cubicBezTo>
                      <a:pt x="683700" y="716335"/>
                      <a:pt x="675541" y="719054"/>
                      <a:pt x="670101" y="719054"/>
                    </a:cubicBezTo>
                    <a:cubicBezTo>
                      <a:pt x="661942" y="721774"/>
                      <a:pt x="653783" y="721774"/>
                      <a:pt x="648344" y="721774"/>
                    </a:cubicBezTo>
                    <a:cubicBezTo>
                      <a:pt x="645624" y="721774"/>
                      <a:pt x="634746" y="721774"/>
                      <a:pt x="618428" y="721774"/>
                    </a:cubicBezTo>
                    <a:cubicBezTo>
                      <a:pt x="604829" y="729933"/>
                      <a:pt x="588512" y="735372"/>
                      <a:pt x="572194" y="735372"/>
                    </a:cubicBezTo>
                    <a:cubicBezTo>
                      <a:pt x="564035" y="735372"/>
                      <a:pt x="553156" y="732653"/>
                      <a:pt x="544997" y="729933"/>
                    </a:cubicBezTo>
                    <a:cubicBezTo>
                      <a:pt x="539558" y="727213"/>
                      <a:pt x="536838" y="724494"/>
                      <a:pt x="534119" y="721774"/>
                    </a:cubicBezTo>
                    <a:cubicBezTo>
                      <a:pt x="520520" y="721774"/>
                      <a:pt x="509641" y="721774"/>
                      <a:pt x="496043" y="721774"/>
                    </a:cubicBezTo>
                    <a:cubicBezTo>
                      <a:pt x="487884" y="721774"/>
                      <a:pt x="479725" y="721774"/>
                      <a:pt x="471566" y="721774"/>
                    </a:cubicBezTo>
                    <a:cubicBezTo>
                      <a:pt x="463407" y="721774"/>
                      <a:pt x="452529" y="721774"/>
                      <a:pt x="444370" y="716335"/>
                    </a:cubicBezTo>
                    <a:cubicBezTo>
                      <a:pt x="436211" y="713615"/>
                      <a:pt x="428052" y="705456"/>
                      <a:pt x="428052" y="700017"/>
                    </a:cubicBezTo>
                    <a:cubicBezTo>
                      <a:pt x="428052" y="697297"/>
                      <a:pt x="428052" y="694577"/>
                      <a:pt x="433491" y="691858"/>
                    </a:cubicBezTo>
                    <a:cubicBezTo>
                      <a:pt x="438930" y="689138"/>
                      <a:pt x="449809" y="686418"/>
                      <a:pt x="455248" y="683699"/>
                    </a:cubicBezTo>
                    <a:cubicBezTo>
                      <a:pt x="474286" y="680979"/>
                      <a:pt x="498763" y="678259"/>
                      <a:pt x="506922" y="678259"/>
                    </a:cubicBezTo>
                    <a:cubicBezTo>
                      <a:pt x="506922" y="678259"/>
                      <a:pt x="509641" y="678259"/>
                      <a:pt x="509641" y="678259"/>
                    </a:cubicBezTo>
                    <a:cubicBezTo>
                      <a:pt x="509641" y="672820"/>
                      <a:pt x="506922" y="670101"/>
                      <a:pt x="506922" y="664661"/>
                    </a:cubicBezTo>
                    <a:cubicBezTo>
                      <a:pt x="501483" y="640184"/>
                      <a:pt x="501483" y="612988"/>
                      <a:pt x="498763" y="580352"/>
                    </a:cubicBezTo>
                    <a:cubicBezTo>
                      <a:pt x="496043" y="547716"/>
                      <a:pt x="498763" y="512361"/>
                      <a:pt x="496043" y="479725"/>
                    </a:cubicBezTo>
                    <a:cubicBezTo>
                      <a:pt x="493324" y="449808"/>
                      <a:pt x="493324" y="419892"/>
                      <a:pt x="493324" y="389976"/>
                    </a:cubicBezTo>
                    <a:cubicBezTo>
                      <a:pt x="493324" y="360060"/>
                      <a:pt x="490604" y="332863"/>
                      <a:pt x="490604" y="302947"/>
                    </a:cubicBezTo>
                    <a:cubicBezTo>
                      <a:pt x="487884" y="275751"/>
                      <a:pt x="487884" y="240395"/>
                      <a:pt x="487884" y="229516"/>
                    </a:cubicBezTo>
                    <a:cubicBezTo>
                      <a:pt x="487884" y="224077"/>
                      <a:pt x="487884" y="221357"/>
                      <a:pt x="485165" y="221357"/>
                    </a:cubicBezTo>
                    <a:cubicBezTo>
                      <a:pt x="485165" y="221357"/>
                      <a:pt x="482445" y="224077"/>
                      <a:pt x="482445" y="226797"/>
                    </a:cubicBezTo>
                    <a:cubicBezTo>
                      <a:pt x="479725" y="237675"/>
                      <a:pt x="479725" y="251274"/>
                      <a:pt x="477006" y="262152"/>
                    </a:cubicBezTo>
                    <a:cubicBezTo>
                      <a:pt x="471566" y="289349"/>
                      <a:pt x="466127" y="316545"/>
                      <a:pt x="460688" y="341022"/>
                    </a:cubicBezTo>
                    <a:cubicBezTo>
                      <a:pt x="455248" y="365499"/>
                      <a:pt x="447090" y="392696"/>
                      <a:pt x="444370" y="417173"/>
                    </a:cubicBezTo>
                    <a:cubicBezTo>
                      <a:pt x="441650" y="430771"/>
                      <a:pt x="438930" y="441650"/>
                      <a:pt x="436211" y="455248"/>
                    </a:cubicBezTo>
                    <a:cubicBezTo>
                      <a:pt x="433491" y="468846"/>
                      <a:pt x="428052" y="479725"/>
                      <a:pt x="425332" y="493323"/>
                    </a:cubicBezTo>
                    <a:cubicBezTo>
                      <a:pt x="422612" y="506921"/>
                      <a:pt x="419893" y="520520"/>
                      <a:pt x="411734" y="531398"/>
                    </a:cubicBezTo>
                    <a:cubicBezTo>
                      <a:pt x="406295" y="539557"/>
                      <a:pt x="395416" y="547716"/>
                      <a:pt x="376378" y="547716"/>
                    </a:cubicBezTo>
                    <a:cubicBezTo>
                      <a:pt x="357341" y="547716"/>
                      <a:pt x="335583" y="539557"/>
                      <a:pt x="319265" y="525959"/>
                    </a:cubicBezTo>
                    <a:cubicBezTo>
                      <a:pt x="300228" y="506921"/>
                      <a:pt x="294788" y="479725"/>
                      <a:pt x="289349" y="455248"/>
                    </a:cubicBezTo>
                    <a:cubicBezTo>
                      <a:pt x="283910" y="428051"/>
                      <a:pt x="278470" y="400855"/>
                      <a:pt x="273031" y="373658"/>
                    </a:cubicBezTo>
                    <a:cubicBezTo>
                      <a:pt x="273031" y="368219"/>
                      <a:pt x="267592" y="346462"/>
                      <a:pt x="262153" y="316545"/>
                    </a:cubicBezTo>
                    <a:cubicBezTo>
                      <a:pt x="256713" y="292068"/>
                      <a:pt x="251274" y="262152"/>
                      <a:pt x="245835" y="237675"/>
                    </a:cubicBezTo>
                    <a:cubicBezTo>
                      <a:pt x="240395" y="218638"/>
                      <a:pt x="237675" y="205039"/>
                      <a:pt x="234956" y="196881"/>
                    </a:cubicBezTo>
                    <a:cubicBezTo>
                      <a:pt x="232236" y="191441"/>
                      <a:pt x="232236" y="191441"/>
                      <a:pt x="232236" y="191441"/>
                    </a:cubicBezTo>
                    <a:cubicBezTo>
                      <a:pt x="229517" y="191441"/>
                      <a:pt x="229517" y="196881"/>
                      <a:pt x="226797" y="207759"/>
                    </a:cubicBezTo>
                    <a:cubicBezTo>
                      <a:pt x="226797" y="215918"/>
                      <a:pt x="226797" y="229516"/>
                      <a:pt x="226797" y="232236"/>
                    </a:cubicBezTo>
                    <a:cubicBezTo>
                      <a:pt x="226797" y="243115"/>
                      <a:pt x="224077" y="256713"/>
                      <a:pt x="224077" y="267592"/>
                    </a:cubicBezTo>
                    <a:cubicBezTo>
                      <a:pt x="224077" y="278470"/>
                      <a:pt x="224077" y="294788"/>
                      <a:pt x="221358" y="311106"/>
                    </a:cubicBezTo>
                    <a:cubicBezTo>
                      <a:pt x="221358" y="327424"/>
                      <a:pt x="218638" y="343742"/>
                      <a:pt x="218638" y="360060"/>
                    </a:cubicBezTo>
                    <a:cubicBezTo>
                      <a:pt x="218638" y="373658"/>
                      <a:pt x="215919" y="384537"/>
                      <a:pt x="215919" y="398135"/>
                    </a:cubicBezTo>
                    <a:cubicBezTo>
                      <a:pt x="215919" y="409014"/>
                      <a:pt x="213199" y="419892"/>
                      <a:pt x="213199" y="430771"/>
                    </a:cubicBezTo>
                    <a:cubicBezTo>
                      <a:pt x="213199" y="438930"/>
                      <a:pt x="213199" y="447089"/>
                      <a:pt x="213199" y="455248"/>
                    </a:cubicBezTo>
                    <a:cubicBezTo>
                      <a:pt x="213199" y="463407"/>
                      <a:pt x="213199" y="471566"/>
                      <a:pt x="213199" y="477005"/>
                    </a:cubicBezTo>
                    <a:cubicBezTo>
                      <a:pt x="210479" y="490603"/>
                      <a:pt x="207759" y="506921"/>
                      <a:pt x="207759" y="520520"/>
                    </a:cubicBezTo>
                    <a:cubicBezTo>
                      <a:pt x="202320" y="550436"/>
                      <a:pt x="199600" y="580352"/>
                      <a:pt x="196881" y="610268"/>
                    </a:cubicBezTo>
                    <a:cubicBezTo>
                      <a:pt x="196881" y="623866"/>
                      <a:pt x="196881" y="640184"/>
                      <a:pt x="194161" y="653783"/>
                    </a:cubicBezTo>
                    <a:cubicBezTo>
                      <a:pt x="194161" y="659222"/>
                      <a:pt x="194161" y="661942"/>
                      <a:pt x="191441" y="667381"/>
                    </a:cubicBezTo>
                    <a:cubicBezTo>
                      <a:pt x="213199" y="667381"/>
                      <a:pt x="232236" y="667381"/>
                      <a:pt x="243115" y="667381"/>
                    </a:cubicBezTo>
                    <a:cubicBezTo>
                      <a:pt x="253994" y="667381"/>
                      <a:pt x="273031" y="670101"/>
                      <a:pt x="273031" y="683699"/>
                    </a:cubicBezTo>
                    <a:cubicBezTo>
                      <a:pt x="273031" y="691858"/>
                      <a:pt x="267592" y="691858"/>
                      <a:pt x="262153" y="697297"/>
                    </a:cubicBezTo>
                    <a:cubicBezTo>
                      <a:pt x="259433" y="702736"/>
                      <a:pt x="253994" y="705456"/>
                      <a:pt x="248554" y="705456"/>
                    </a:cubicBezTo>
                    <a:cubicBezTo>
                      <a:pt x="240395" y="708176"/>
                      <a:pt x="234956" y="708176"/>
                      <a:pt x="232236" y="708176"/>
                    </a:cubicBezTo>
                    <a:cubicBezTo>
                      <a:pt x="226797" y="708176"/>
                      <a:pt x="175124" y="708176"/>
                      <a:pt x="166965" y="708176"/>
                    </a:cubicBezTo>
                    <a:cubicBezTo>
                      <a:pt x="156086" y="708176"/>
                      <a:pt x="120730" y="708176"/>
                      <a:pt x="109852" y="708176"/>
                    </a:cubicBezTo>
                    <a:cubicBezTo>
                      <a:pt x="104412" y="708176"/>
                      <a:pt x="96253" y="708176"/>
                      <a:pt x="90814" y="708176"/>
                    </a:cubicBezTo>
                    <a:cubicBezTo>
                      <a:pt x="85375" y="708176"/>
                      <a:pt x="77216" y="70545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20730" y="664661"/>
                      <a:pt x="126170" y="664661"/>
                    </a:cubicBezTo>
                    <a:cubicBezTo>
                      <a:pt x="128889" y="664661"/>
                      <a:pt x="134329" y="664661"/>
                      <a:pt x="142487" y="664661"/>
                    </a:cubicBezTo>
                    <a:cubicBezTo>
                      <a:pt x="142487" y="640184"/>
                      <a:pt x="147927" y="612988"/>
                      <a:pt x="147927" y="588511"/>
                    </a:cubicBezTo>
                    <a:cubicBezTo>
                      <a:pt x="150646" y="555875"/>
                      <a:pt x="153366" y="523239"/>
                      <a:pt x="153366" y="493323"/>
                    </a:cubicBezTo>
                    <a:cubicBezTo>
                      <a:pt x="153366" y="466126"/>
                      <a:pt x="156086" y="438930"/>
                      <a:pt x="156086" y="411733"/>
                    </a:cubicBezTo>
                    <a:cubicBezTo>
                      <a:pt x="158806" y="373658"/>
                      <a:pt x="158806" y="335583"/>
                      <a:pt x="161525" y="297508"/>
                    </a:cubicBezTo>
                    <a:cubicBezTo>
                      <a:pt x="161525" y="278470"/>
                      <a:pt x="164245" y="259433"/>
                      <a:pt x="166965" y="240395"/>
                    </a:cubicBezTo>
                    <a:cubicBezTo>
                      <a:pt x="169684" y="210479"/>
                      <a:pt x="172404" y="191441"/>
                      <a:pt x="177843" y="161525"/>
                    </a:cubicBezTo>
                    <a:cubicBezTo>
                      <a:pt x="180563" y="147927"/>
                      <a:pt x="180563" y="131609"/>
                      <a:pt x="183282" y="118011"/>
                    </a:cubicBezTo>
                    <a:cubicBezTo>
                      <a:pt x="183282" y="118011"/>
                      <a:pt x="183282" y="115291"/>
                      <a:pt x="183282" y="115291"/>
                    </a:cubicBezTo>
                    <a:cubicBezTo>
                      <a:pt x="177843" y="115291"/>
                      <a:pt x="172404" y="115291"/>
                      <a:pt x="161525" y="115291"/>
                    </a:cubicBezTo>
                    <a:cubicBezTo>
                      <a:pt x="153366" y="115291"/>
                      <a:pt x="145207" y="115291"/>
                      <a:pt x="137048" y="115291"/>
                    </a:cubicBezTo>
                    <a:cubicBezTo>
                      <a:pt x="128889" y="115291"/>
                      <a:pt x="118011" y="115291"/>
                      <a:pt x="109852" y="109851"/>
                    </a:cubicBezTo>
                    <a:cubicBezTo>
                      <a:pt x="101693" y="107132"/>
                      <a:pt x="93534" y="98973"/>
                      <a:pt x="93534" y="93534"/>
                    </a:cubicBezTo>
                    <a:cubicBezTo>
                      <a:pt x="93534" y="90814"/>
                      <a:pt x="93534" y="88094"/>
                      <a:pt x="98973" y="85375"/>
                    </a:cubicBezTo>
                    <a:cubicBezTo>
                      <a:pt x="104412" y="82655"/>
                      <a:pt x="115291" y="79935"/>
                      <a:pt x="120730" y="77216"/>
                    </a:cubicBezTo>
                    <a:cubicBezTo>
                      <a:pt x="139768" y="74496"/>
                      <a:pt x="164245" y="71776"/>
                      <a:pt x="172404" y="71776"/>
                    </a:cubicBezTo>
                    <a:cubicBezTo>
                      <a:pt x="194161" y="71776"/>
                      <a:pt x="210479" y="69057"/>
                      <a:pt x="234956" y="69057"/>
                    </a:cubicBezTo>
                    <a:cubicBezTo>
                      <a:pt x="237675" y="69057"/>
                      <a:pt x="240395" y="69057"/>
                      <a:pt x="243115" y="69057"/>
                    </a:cubicBezTo>
                    <a:cubicBezTo>
                      <a:pt x="251274" y="69057"/>
                      <a:pt x="262153" y="69057"/>
                      <a:pt x="270312" y="74496"/>
                    </a:cubicBezTo>
                    <a:cubicBezTo>
                      <a:pt x="283910" y="82655"/>
                      <a:pt x="300228" y="96253"/>
                      <a:pt x="308387" y="123450"/>
                    </a:cubicBezTo>
                    <a:cubicBezTo>
                      <a:pt x="316546" y="147927"/>
                      <a:pt x="327424" y="175123"/>
                      <a:pt x="332864" y="202320"/>
                    </a:cubicBezTo>
                    <a:cubicBezTo>
                      <a:pt x="335583" y="213198"/>
                      <a:pt x="335583" y="226797"/>
                      <a:pt x="338303" y="237675"/>
                    </a:cubicBezTo>
                    <a:cubicBezTo>
                      <a:pt x="343742" y="251274"/>
                      <a:pt x="346462" y="264872"/>
                      <a:pt x="349182" y="281190"/>
                    </a:cubicBezTo>
                    <a:cubicBezTo>
                      <a:pt x="351901" y="292068"/>
                      <a:pt x="351901" y="305667"/>
                      <a:pt x="357341" y="316545"/>
                    </a:cubicBezTo>
                    <a:cubicBezTo>
                      <a:pt x="362780" y="327424"/>
                      <a:pt x="362780" y="338303"/>
                      <a:pt x="365500" y="351901"/>
                    </a:cubicBezTo>
                    <a:cubicBezTo>
                      <a:pt x="365500" y="357340"/>
                      <a:pt x="373658" y="373658"/>
                      <a:pt x="376378" y="389976"/>
                    </a:cubicBezTo>
                    <a:cubicBezTo>
                      <a:pt x="381817" y="403574"/>
                      <a:pt x="384537" y="414453"/>
                      <a:pt x="387257" y="414453"/>
                    </a:cubicBezTo>
                    <a:cubicBezTo>
                      <a:pt x="392696" y="414453"/>
                      <a:pt x="395416" y="381817"/>
                      <a:pt x="398136" y="376378"/>
                    </a:cubicBezTo>
                    <a:cubicBezTo>
                      <a:pt x="400855" y="362779"/>
                      <a:pt x="403575" y="346462"/>
                      <a:pt x="406295" y="332863"/>
                    </a:cubicBezTo>
                    <a:cubicBezTo>
                      <a:pt x="411734" y="302947"/>
                      <a:pt x="417173" y="273031"/>
                      <a:pt x="425332" y="243115"/>
                    </a:cubicBezTo>
                    <a:cubicBezTo>
                      <a:pt x="430771" y="213198"/>
                      <a:pt x="436211" y="180563"/>
                      <a:pt x="444370" y="150646"/>
                    </a:cubicBezTo>
                    <a:cubicBezTo>
                      <a:pt x="449809" y="126170"/>
                      <a:pt x="460688" y="98973"/>
                      <a:pt x="477006" y="79935"/>
                    </a:cubicBezTo>
                    <a:cubicBezTo>
                      <a:pt x="487884" y="66337"/>
                      <a:pt x="506922" y="58178"/>
                      <a:pt x="523240" y="58178"/>
                    </a:cubicBezTo>
                    <a:cubicBezTo>
                      <a:pt x="528679" y="58178"/>
                      <a:pt x="539558" y="58178"/>
                      <a:pt x="544997" y="63617"/>
                    </a:cubicBezTo>
                    <a:lnTo>
                      <a:pt x="612988" y="63617"/>
                    </a:lnTo>
                    <a:cubicBezTo>
                      <a:pt x="626587" y="63617"/>
                      <a:pt x="651064" y="63617"/>
                      <a:pt x="651064" y="79935"/>
                    </a:cubicBezTo>
                    <a:cubicBezTo>
                      <a:pt x="651064" y="88094"/>
                      <a:pt x="648344" y="88094"/>
                      <a:pt x="645624" y="96253"/>
                    </a:cubicBezTo>
                    <a:cubicBezTo>
                      <a:pt x="640185" y="101693"/>
                      <a:pt x="634746" y="104412"/>
                      <a:pt x="629307" y="104412"/>
                    </a:cubicBezTo>
                    <a:cubicBezTo>
                      <a:pt x="621147" y="107132"/>
                      <a:pt x="612988" y="107132"/>
                      <a:pt x="607549" y="107132"/>
                    </a:cubicBezTo>
                    <a:cubicBezTo>
                      <a:pt x="604829" y="107132"/>
                      <a:pt x="591231" y="107132"/>
                      <a:pt x="580353" y="107132"/>
                    </a:cubicBezTo>
                    <a:cubicBezTo>
                      <a:pt x="580353" y="109851"/>
                      <a:pt x="583072" y="112571"/>
                      <a:pt x="583072" y="115291"/>
                    </a:cubicBezTo>
                    <a:cubicBezTo>
                      <a:pt x="585792" y="128889"/>
                      <a:pt x="585792" y="142487"/>
                      <a:pt x="588512" y="156086"/>
                    </a:cubicBezTo>
                    <a:cubicBezTo>
                      <a:pt x="591231" y="169684"/>
                      <a:pt x="591231" y="183282"/>
                      <a:pt x="593951" y="196881"/>
                    </a:cubicBezTo>
                    <a:cubicBezTo>
                      <a:pt x="593951" y="207759"/>
                      <a:pt x="599390" y="215918"/>
                      <a:pt x="599390" y="226797"/>
                    </a:cubicBezTo>
                    <a:cubicBezTo>
                      <a:pt x="599390" y="229516"/>
                      <a:pt x="599390" y="229516"/>
                      <a:pt x="599390" y="232236"/>
                    </a:cubicBezTo>
                    <a:cubicBezTo>
                      <a:pt x="599390" y="234956"/>
                      <a:pt x="599390" y="237675"/>
                      <a:pt x="599390" y="240395"/>
                    </a:cubicBezTo>
                    <a:cubicBezTo>
                      <a:pt x="599390" y="251274"/>
                      <a:pt x="599390" y="259433"/>
                      <a:pt x="602110" y="270311"/>
                    </a:cubicBezTo>
                    <a:cubicBezTo>
                      <a:pt x="604829" y="283909"/>
                      <a:pt x="607549" y="294788"/>
                      <a:pt x="607549" y="308386"/>
                    </a:cubicBezTo>
                    <a:cubicBezTo>
                      <a:pt x="607549" y="311106"/>
                      <a:pt x="607549" y="316545"/>
                      <a:pt x="607549" y="319265"/>
                    </a:cubicBezTo>
                    <a:cubicBezTo>
                      <a:pt x="607549" y="324704"/>
                      <a:pt x="610269" y="330144"/>
                      <a:pt x="612988" y="335583"/>
                    </a:cubicBezTo>
                    <a:cubicBezTo>
                      <a:pt x="612988" y="338303"/>
                      <a:pt x="612988" y="343742"/>
                      <a:pt x="612988" y="346462"/>
                    </a:cubicBezTo>
                    <a:cubicBezTo>
                      <a:pt x="612988" y="354620"/>
                      <a:pt x="612988" y="362779"/>
                      <a:pt x="612988" y="370939"/>
                    </a:cubicBezTo>
                    <a:cubicBezTo>
                      <a:pt x="612988" y="379097"/>
                      <a:pt x="612988" y="387256"/>
                      <a:pt x="612988" y="395415"/>
                    </a:cubicBezTo>
                    <a:cubicBezTo>
                      <a:pt x="612988" y="403574"/>
                      <a:pt x="615708" y="414453"/>
                      <a:pt x="615708" y="422612"/>
                    </a:cubicBezTo>
                    <a:cubicBezTo>
                      <a:pt x="618428" y="430771"/>
                      <a:pt x="618428" y="436210"/>
                      <a:pt x="618428" y="441650"/>
                    </a:cubicBezTo>
                    <a:cubicBezTo>
                      <a:pt x="618428" y="444369"/>
                      <a:pt x="618428" y="449808"/>
                      <a:pt x="618428" y="455248"/>
                    </a:cubicBezTo>
                    <a:cubicBezTo>
                      <a:pt x="618428" y="460687"/>
                      <a:pt x="618428" y="460687"/>
                      <a:pt x="621147" y="463407"/>
                    </a:cubicBezTo>
                    <a:cubicBezTo>
                      <a:pt x="623867" y="471566"/>
                      <a:pt x="623867" y="477005"/>
                      <a:pt x="626587" y="482444"/>
                    </a:cubicBezTo>
                    <a:cubicBezTo>
                      <a:pt x="629307" y="493323"/>
                      <a:pt x="629307" y="506921"/>
                      <a:pt x="629307" y="517800"/>
                    </a:cubicBezTo>
                    <a:cubicBezTo>
                      <a:pt x="632026" y="534118"/>
                      <a:pt x="632026" y="547716"/>
                      <a:pt x="634746" y="561314"/>
                    </a:cubicBezTo>
                    <a:cubicBezTo>
                      <a:pt x="634746" y="564034"/>
                      <a:pt x="634746" y="564034"/>
                      <a:pt x="634746" y="566754"/>
                    </a:cubicBezTo>
                    <a:cubicBezTo>
                      <a:pt x="634746" y="572193"/>
                      <a:pt x="634746" y="577632"/>
                      <a:pt x="634746" y="583072"/>
                    </a:cubicBezTo>
                    <a:cubicBezTo>
                      <a:pt x="634746" y="596670"/>
                      <a:pt x="637466" y="602109"/>
                      <a:pt x="637466" y="607548"/>
                    </a:cubicBezTo>
                    <a:cubicBezTo>
                      <a:pt x="637466" y="610268"/>
                      <a:pt x="640185" y="615708"/>
                      <a:pt x="640185" y="618427"/>
                    </a:cubicBezTo>
                    <a:cubicBezTo>
                      <a:pt x="640185" y="623866"/>
                      <a:pt x="640185" y="629306"/>
                      <a:pt x="640185" y="632025"/>
                    </a:cubicBezTo>
                    <a:cubicBezTo>
                      <a:pt x="640185" y="634745"/>
                      <a:pt x="640185" y="637465"/>
                      <a:pt x="640185" y="640184"/>
                    </a:cubicBezTo>
                    <a:cubicBezTo>
                      <a:pt x="640185" y="645624"/>
                      <a:pt x="642905" y="653783"/>
                      <a:pt x="642905" y="659222"/>
                    </a:cubicBezTo>
                    <a:cubicBezTo>
                      <a:pt x="642905" y="661942"/>
                      <a:pt x="642905" y="661942"/>
                      <a:pt x="642905" y="664661"/>
                    </a:cubicBezTo>
                    <a:cubicBezTo>
                      <a:pt x="645624" y="678259"/>
                      <a:pt x="651064" y="678259"/>
                      <a:pt x="653783" y="678259"/>
                    </a:cubicBezTo>
                    <a:lnTo>
                      <a:pt x="653783" y="67825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45">
                <a:extLst>
                  <a:ext uri="{FF2B5EF4-FFF2-40B4-BE49-F238E27FC236}">
                    <a16:creationId xmlns:a16="http://schemas.microsoft.com/office/drawing/2014/main" id="{7EB1B0BA-71DD-474C-8262-E23102AAE8F2}"/>
                  </a:ext>
                </a:extLst>
              </p:cNvPr>
              <p:cNvSpPr/>
              <p:nvPr/>
            </p:nvSpPr>
            <p:spPr>
              <a:xfrm>
                <a:off x="6362526" y="4242177"/>
                <a:ext cx="492259" cy="674476"/>
              </a:xfrm>
              <a:custGeom>
                <a:avLst/>
                <a:gdLst>
                  <a:gd name="connsiteX0" fmla="*/ 225733 w 492259"/>
                  <a:gd name="connsiteY0" fmla="*/ 97907 h 674476"/>
                  <a:gd name="connsiteX1" fmla="*/ 209415 w 492259"/>
                  <a:gd name="connsiteY1" fmla="*/ 119665 h 674476"/>
                  <a:gd name="connsiteX2" fmla="*/ 201256 w 492259"/>
                  <a:gd name="connsiteY2" fmla="*/ 152300 h 674476"/>
                  <a:gd name="connsiteX3" fmla="*/ 198536 w 492259"/>
                  <a:gd name="connsiteY3" fmla="*/ 168618 h 674476"/>
                  <a:gd name="connsiteX4" fmla="*/ 195817 w 492259"/>
                  <a:gd name="connsiteY4" fmla="*/ 184936 h 674476"/>
                  <a:gd name="connsiteX5" fmla="*/ 187658 w 492259"/>
                  <a:gd name="connsiteY5" fmla="*/ 220292 h 674476"/>
                  <a:gd name="connsiteX6" fmla="*/ 168620 w 492259"/>
                  <a:gd name="connsiteY6" fmla="*/ 291003 h 674476"/>
                  <a:gd name="connsiteX7" fmla="*/ 160461 w 492259"/>
                  <a:gd name="connsiteY7" fmla="*/ 323639 h 674476"/>
                  <a:gd name="connsiteX8" fmla="*/ 149582 w 492259"/>
                  <a:gd name="connsiteY8" fmla="*/ 361714 h 674476"/>
                  <a:gd name="connsiteX9" fmla="*/ 144143 w 492259"/>
                  <a:gd name="connsiteY9" fmla="*/ 388910 h 674476"/>
                  <a:gd name="connsiteX10" fmla="*/ 149582 w 492259"/>
                  <a:gd name="connsiteY10" fmla="*/ 391630 h 674476"/>
                  <a:gd name="connsiteX11" fmla="*/ 171340 w 492259"/>
                  <a:gd name="connsiteY11" fmla="*/ 391630 h 674476"/>
                  <a:gd name="connsiteX12" fmla="*/ 193097 w 492259"/>
                  <a:gd name="connsiteY12" fmla="*/ 388910 h 674476"/>
                  <a:gd name="connsiteX13" fmla="*/ 212135 w 492259"/>
                  <a:gd name="connsiteY13" fmla="*/ 388910 h 674476"/>
                  <a:gd name="connsiteX14" fmla="*/ 236611 w 492259"/>
                  <a:gd name="connsiteY14" fmla="*/ 388910 h 674476"/>
                  <a:gd name="connsiteX15" fmla="*/ 250210 w 492259"/>
                  <a:gd name="connsiteY15" fmla="*/ 386191 h 674476"/>
                  <a:gd name="connsiteX16" fmla="*/ 258369 w 492259"/>
                  <a:gd name="connsiteY16" fmla="*/ 386191 h 674476"/>
                  <a:gd name="connsiteX17" fmla="*/ 255649 w 492259"/>
                  <a:gd name="connsiteY17" fmla="*/ 367153 h 674476"/>
                  <a:gd name="connsiteX18" fmla="*/ 250210 w 492259"/>
                  <a:gd name="connsiteY18" fmla="*/ 331797 h 674476"/>
                  <a:gd name="connsiteX19" fmla="*/ 247490 w 492259"/>
                  <a:gd name="connsiteY19" fmla="*/ 244769 h 674476"/>
                  <a:gd name="connsiteX20" fmla="*/ 242051 w 492259"/>
                  <a:gd name="connsiteY20" fmla="*/ 203974 h 674476"/>
                  <a:gd name="connsiteX21" fmla="*/ 236611 w 492259"/>
                  <a:gd name="connsiteY21" fmla="*/ 157740 h 674476"/>
                  <a:gd name="connsiteX22" fmla="*/ 233892 w 492259"/>
                  <a:gd name="connsiteY22" fmla="*/ 119665 h 674476"/>
                  <a:gd name="connsiteX23" fmla="*/ 225733 w 492259"/>
                  <a:gd name="connsiteY23" fmla="*/ 97907 h 674476"/>
                  <a:gd name="connsiteX24" fmla="*/ 274687 w 492259"/>
                  <a:gd name="connsiteY24" fmla="*/ 0 h 674476"/>
                  <a:gd name="connsiteX25" fmla="*/ 304603 w 492259"/>
                  <a:gd name="connsiteY25" fmla="*/ 5439 h 674476"/>
                  <a:gd name="connsiteX26" fmla="*/ 320921 w 492259"/>
                  <a:gd name="connsiteY26" fmla="*/ 24477 h 674476"/>
                  <a:gd name="connsiteX27" fmla="*/ 334519 w 492259"/>
                  <a:gd name="connsiteY27" fmla="*/ 43515 h 674476"/>
                  <a:gd name="connsiteX28" fmla="*/ 339959 w 492259"/>
                  <a:gd name="connsiteY28" fmla="*/ 65272 h 674476"/>
                  <a:gd name="connsiteX29" fmla="*/ 348118 w 492259"/>
                  <a:gd name="connsiteY29" fmla="*/ 114226 h 674476"/>
                  <a:gd name="connsiteX30" fmla="*/ 361716 w 492259"/>
                  <a:gd name="connsiteY30" fmla="*/ 163180 h 674476"/>
                  <a:gd name="connsiteX31" fmla="*/ 369875 w 492259"/>
                  <a:gd name="connsiteY31" fmla="*/ 220293 h 674476"/>
                  <a:gd name="connsiteX32" fmla="*/ 378034 w 492259"/>
                  <a:gd name="connsiteY32" fmla="*/ 274686 h 674476"/>
                  <a:gd name="connsiteX33" fmla="*/ 383473 w 492259"/>
                  <a:gd name="connsiteY33" fmla="*/ 301883 h 674476"/>
                  <a:gd name="connsiteX34" fmla="*/ 391632 w 492259"/>
                  <a:gd name="connsiteY34" fmla="*/ 337238 h 674476"/>
                  <a:gd name="connsiteX35" fmla="*/ 397071 w 492259"/>
                  <a:gd name="connsiteY35" fmla="*/ 364435 h 674476"/>
                  <a:gd name="connsiteX36" fmla="*/ 405230 w 492259"/>
                  <a:gd name="connsiteY36" fmla="*/ 383473 h 674476"/>
                  <a:gd name="connsiteX37" fmla="*/ 416109 w 492259"/>
                  <a:gd name="connsiteY37" fmla="*/ 386192 h 674476"/>
                  <a:gd name="connsiteX38" fmla="*/ 426988 w 492259"/>
                  <a:gd name="connsiteY38" fmla="*/ 386192 h 674476"/>
                  <a:gd name="connsiteX39" fmla="*/ 454184 w 492259"/>
                  <a:gd name="connsiteY39" fmla="*/ 397071 h 674476"/>
                  <a:gd name="connsiteX40" fmla="*/ 456904 w 492259"/>
                  <a:gd name="connsiteY40" fmla="*/ 405230 h 674476"/>
                  <a:gd name="connsiteX41" fmla="*/ 451464 w 492259"/>
                  <a:gd name="connsiteY41" fmla="*/ 416108 h 674476"/>
                  <a:gd name="connsiteX42" fmla="*/ 432427 w 492259"/>
                  <a:gd name="connsiteY42" fmla="*/ 429707 h 674476"/>
                  <a:gd name="connsiteX43" fmla="*/ 421548 w 492259"/>
                  <a:gd name="connsiteY43" fmla="*/ 432426 h 674476"/>
                  <a:gd name="connsiteX44" fmla="*/ 413389 w 492259"/>
                  <a:gd name="connsiteY44" fmla="*/ 435146 h 674476"/>
                  <a:gd name="connsiteX45" fmla="*/ 413389 w 492259"/>
                  <a:gd name="connsiteY45" fmla="*/ 440585 h 674476"/>
                  <a:gd name="connsiteX46" fmla="*/ 416109 w 492259"/>
                  <a:gd name="connsiteY46" fmla="*/ 451464 h 674476"/>
                  <a:gd name="connsiteX47" fmla="*/ 418829 w 492259"/>
                  <a:gd name="connsiteY47" fmla="*/ 465062 h 674476"/>
                  <a:gd name="connsiteX48" fmla="*/ 418829 w 492259"/>
                  <a:gd name="connsiteY48" fmla="*/ 475941 h 674476"/>
                  <a:gd name="connsiteX49" fmla="*/ 418829 w 492259"/>
                  <a:gd name="connsiteY49" fmla="*/ 486820 h 674476"/>
                  <a:gd name="connsiteX50" fmla="*/ 426988 w 492259"/>
                  <a:gd name="connsiteY50" fmla="*/ 516736 h 674476"/>
                  <a:gd name="connsiteX51" fmla="*/ 432427 w 492259"/>
                  <a:gd name="connsiteY51" fmla="*/ 543932 h 674476"/>
                  <a:gd name="connsiteX52" fmla="*/ 437866 w 492259"/>
                  <a:gd name="connsiteY52" fmla="*/ 573848 h 674476"/>
                  <a:gd name="connsiteX53" fmla="*/ 443306 w 492259"/>
                  <a:gd name="connsiteY53" fmla="*/ 606484 h 674476"/>
                  <a:gd name="connsiteX54" fmla="*/ 446025 w 492259"/>
                  <a:gd name="connsiteY54" fmla="*/ 617363 h 674476"/>
                  <a:gd name="connsiteX55" fmla="*/ 470502 w 492259"/>
                  <a:gd name="connsiteY55" fmla="*/ 617363 h 674476"/>
                  <a:gd name="connsiteX56" fmla="*/ 492259 w 492259"/>
                  <a:gd name="connsiteY56" fmla="*/ 641840 h 674476"/>
                  <a:gd name="connsiteX57" fmla="*/ 484101 w 492259"/>
                  <a:gd name="connsiteY57" fmla="*/ 655438 h 674476"/>
                  <a:gd name="connsiteX58" fmla="*/ 467782 w 492259"/>
                  <a:gd name="connsiteY58" fmla="*/ 663597 h 674476"/>
                  <a:gd name="connsiteX59" fmla="*/ 443306 w 492259"/>
                  <a:gd name="connsiteY59" fmla="*/ 666317 h 674476"/>
                  <a:gd name="connsiteX60" fmla="*/ 421548 w 492259"/>
                  <a:gd name="connsiteY60" fmla="*/ 666317 h 674476"/>
                  <a:gd name="connsiteX61" fmla="*/ 413389 w 492259"/>
                  <a:gd name="connsiteY61" fmla="*/ 666317 h 674476"/>
                  <a:gd name="connsiteX62" fmla="*/ 399791 w 492259"/>
                  <a:gd name="connsiteY62" fmla="*/ 671756 h 674476"/>
                  <a:gd name="connsiteX63" fmla="*/ 383473 w 492259"/>
                  <a:gd name="connsiteY63" fmla="*/ 674476 h 674476"/>
                  <a:gd name="connsiteX64" fmla="*/ 348118 w 492259"/>
                  <a:gd name="connsiteY64" fmla="*/ 669036 h 674476"/>
                  <a:gd name="connsiteX65" fmla="*/ 326360 w 492259"/>
                  <a:gd name="connsiteY65" fmla="*/ 669036 h 674476"/>
                  <a:gd name="connsiteX66" fmla="*/ 277406 w 492259"/>
                  <a:gd name="connsiteY66" fmla="*/ 669036 h 674476"/>
                  <a:gd name="connsiteX67" fmla="*/ 252930 w 492259"/>
                  <a:gd name="connsiteY67" fmla="*/ 663597 h 674476"/>
                  <a:gd name="connsiteX68" fmla="*/ 236611 w 492259"/>
                  <a:gd name="connsiteY68" fmla="*/ 647279 h 674476"/>
                  <a:gd name="connsiteX69" fmla="*/ 261088 w 492259"/>
                  <a:gd name="connsiteY69" fmla="*/ 630961 h 674476"/>
                  <a:gd name="connsiteX70" fmla="*/ 288285 w 492259"/>
                  <a:gd name="connsiteY70" fmla="*/ 628241 h 674476"/>
                  <a:gd name="connsiteX71" fmla="*/ 285565 w 492259"/>
                  <a:gd name="connsiteY71" fmla="*/ 609204 h 674476"/>
                  <a:gd name="connsiteX72" fmla="*/ 282846 w 492259"/>
                  <a:gd name="connsiteY72" fmla="*/ 582007 h 674476"/>
                  <a:gd name="connsiteX73" fmla="*/ 280126 w 492259"/>
                  <a:gd name="connsiteY73" fmla="*/ 568409 h 674476"/>
                  <a:gd name="connsiteX74" fmla="*/ 282846 w 492259"/>
                  <a:gd name="connsiteY74" fmla="*/ 554811 h 674476"/>
                  <a:gd name="connsiteX75" fmla="*/ 277406 w 492259"/>
                  <a:gd name="connsiteY75" fmla="*/ 538493 h 674476"/>
                  <a:gd name="connsiteX76" fmla="*/ 271967 w 492259"/>
                  <a:gd name="connsiteY76" fmla="*/ 505857 h 674476"/>
                  <a:gd name="connsiteX77" fmla="*/ 269247 w 492259"/>
                  <a:gd name="connsiteY77" fmla="*/ 478660 h 674476"/>
                  <a:gd name="connsiteX78" fmla="*/ 266528 w 492259"/>
                  <a:gd name="connsiteY78" fmla="*/ 446025 h 674476"/>
                  <a:gd name="connsiteX79" fmla="*/ 261088 w 492259"/>
                  <a:gd name="connsiteY79" fmla="*/ 437866 h 674476"/>
                  <a:gd name="connsiteX80" fmla="*/ 250210 w 492259"/>
                  <a:gd name="connsiteY80" fmla="*/ 437866 h 674476"/>
                  <a:gd name="connsiteX81" fmla="*/ 220293 w 492259"/>
                  <a:gd name="connsiteY81" fmla="*/ 440585 h 674476"/>
                  <a:gd name="connsiteX82" fmla="*/ 190377 w 492259"/>
                  <a:gd name="connsiteY82" fmla="*/ 443305 h 674476"/>
                  <a:gd name="connsiteX83" fmla="*/ 165900 w 492259"/>
                  <a:gd name="connsiteY83" fmla="*/ 443305 h 674476"/>
                  <a:gd name="connsiteX84" fmla="*/ 144143 w 492259"/>
                  <a:gd name="connsiteY84" fmla="*/ 440585 h 674476"/>
                  <a:gd name="connsiteX85" fmla="*/ 135984 w 492259"/>
                  <a:gd name="connsiteY85" fmla="*/ 454184 h 674476"/>
                  <a:gd name="connsiteX86" fmla="*/ 130545 w 492259"/>
                  <a:gd name="connsiteY86" fmla="*/ 486820 h 674476"/>
                  <a:gd name="connsiteX87" fmla="*/ 119666 w 492259"/>
                  <a:gd name="connsiteY87" fmla="*/ 541213 h 674476"/>
                  <a:gd name="connsiteX88" fmla="*/ 103348 w 492259"/>
                  <a:gd name="connsiteY88" fmla="*/ 614643 h 674476"/>
                  <a:gd name="connsiteX89" fmla="*/ 133264 w 492259"/>
                  <a:gd name="connsiteY89" fmla="*/ 614643 h 674476"/>
                  <a:gd name="connsiteX90" fmla="*/ 168620 w 492259"/>
                  <a:gd name="connsiteY90" fmla="*/ 630961 h 674476"/>
                  <a:gd name="connsiteX91" fmla="*/ 163181 w 492259"/>
                  <a:gd name="connsiteY91" fmla="*/ 647279 h 674476"/>
                  <a:gd name="connsiteX92" fmla="*/ 146863 w 492259"/>
                  <a:gd name="connsiteY92" fmla="*/ 655438 h 674476"/>
                  <a:gd name="connsiteX93" fmla="*/ 127825 w 492259"/>
                  <a:gd name="connsiteY93" fmla="*/ 658158 h 674476"/>
                  <a:gd name="connsiteX94" fmla="*/ 106068 w 492259"/>
                  <a:gd name="connsiteY94" fmla="*/ 658158 h 674476"/>
                  <a:gd name="connsiteX95" fmla="*/ 62552 w 492259"/>
                  <a:gd name="connsiteY95" fmla="*/ 658158 h 674476"/>
                  <a:gd name="connsiteX96" fmla="*/ 40795 w 492259"/>
                  <a:gd name="connsiteY96" fmla="*/ 658158 h 674476"/>
                  <a:gd name="connsiteX97" fmla="*/ 16318 w 492259"/>
                  <a:gd name="connsiteY97" fmla="*/ 652718 h 674476"/>
                  <a:gd name="connsiteX98" fmla="*/ 0 w 492259"/>
                  <a:gd name="connsiteY98" fmla="*/ 636401 h 674476"/>
                  <a:gd name="connsiteX99" fmla="*/ 2720 w 492259"/>
                  <a:gd name="connsiteY99" fmla="*/ 628241 h 674476"/>
                  <a:gd name="connsiteX100" fmla="*/ 24477 w 492259"/>
                  <a:gd name="connsiteY100" fmla="*/ 620082 h 674476"/>
                  <a:gd name="connsiteX101" fmla="*/ 62552 w 492259"/>
                  <a:gd name="connsiteY101" fmla="*/ 617363 h 674476"/>
                  <a:gd name="connsiteX102" fmla="*/ 62552 w 492259"/>
                  <a:gd name="connsiteY102" fmla="*/ 614643 h 674476"/>
                  <a:gd name="connsiteX103" fmla="*/ 65272 w 492259"/>
                  <a:gd name="connsiteY103" fmla="*/ 587447 h 674476"/>
                  <a:gd name="connsiteX104" fmla="*/ 76151 w 492259"/>
                  <a:gd name="connsiteY104" fmla="*/ 522175 h 674476"/>
                  <a:gd name="connsiteX105" fmla="*/ 87029 w 492259"/>
                  <a:gd name="connsiteY105" fmla="*/ 470501 h 674476"/>
                  <a:gd name="connsiteX106" fmla="*/ 92468 w 492259"/>
                  <a:gd name="connsiteY106" fmla="*/ 446025 h 674476"/>
                  <a:gd name="connsiteX107" fmla="*/ 65272 w 492259"/>
                  <a:gd name="connsiteY107" fmla="*/ 432426 h 674476"/>
                  <a:gd name="connsiteX108" fmla="*/ 54393 w 492259"/>
                  <a:gd name="connsiteY108" fmla="*/ 421548 h 674476"/>
                  <a:gd name="connsiteX109" fmla="*/ 73431 w 492259"/>
                  <a:gd name="connsiteY109" fmla="*/ 407949 h 674476"/>
                  <a:gd name="connsiteX110" fmla="*/ 100629 w 492259"/>
                  <a:gd name="connsiteY110" fmla="*/ 399790 h 674476"/>
                  <a:gd name="connsiteX111" fmla="*/ 108788 w 492259"/>
                  <a:gd name="connsiteY111" fmla="*/ 369874 h 674476"/>
                  <a:gd name="connsiteX112" fmla="*/ 125105 w 492259"/>
                  <a:gd name="connsiteY112" fmla="*/ 307322 h 674476"/>
                  <a:gd name="connsiteX113" fmla="*/ 141423 w 492259"/>
                  <a:gd name="connsiteY113" fmla="*/ 242051 h 674476"/>
                  <a:gd name="connsiteX114" fmla="*/ 155022 w 492259"/>
                  <a:gd name="connsiteY114" fmla="*/ 179498 h 674476"/>
                  <a:gd name="connsiteX115" fmla="*/ 168620 w 492259"/>
                  <a:gd name="connsiteY115" fmla="*/ 119665 h 674476"/>
                  <a:gd name="connsiteX116" fmla="*/ 193097 w 492259"/>
                  <a:gd name="connsiteY116" fmla="*/ 57113 h 674476"/>
                  <a:gd name="connsiteX117" fmla="*/ 201256 w 492259"/>
                  <a:gd name="connsiteY117" fmla="*/ 38075 h 674476"/>
                  <a:gd name="connsiteX118" fmla="*/ 217574 w 492259"/>
                  <a:gd name="connsiteY118" fmla="*/ 13598 h 674476"/>
                  <a:gd name="connsiteX119" fmla="*/ 274687 w 49225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2259" h="674476">
                    <a:moveTo>
                      <a:pt x="225733" y="97907"/>
                    </a:moveTo>
                    <a:cubicBezTo>
                      <a:pt x="217574" y="97907"/>
                      <a:pt x="209415" y="114225"/>
                      <a:pt x="209415" y="119665"/>
                    </a:cubicBezTo>
                    <a:cubicBezTo>
                      <a:pt x="206695" y="130543"/>
                      <a:pt x="203976" y="144141"/>
                      <a:pt x="201256" y="152300"/>
                    </a:cubicBezTo>
                    <a:cubicBezTo>
                      <a:pt x="198536" y="157740"/>
                      <a:pt x="198536" y="163179"/>
                      <a:pt x="198536" y="168618"/>
                    </a:cubicBezTo>
                    <a:cubicBezTo>
                      <a:pt x="198536" y="174058"/>
                      <a:pt x="195817" y="179497"/>
                      <a:pt x="195817" y="184936"/>
                    </a:cubicBezTo>
                    <a:cubicBezTo>
                      <a:pt x="193097" y="195815"/>
                      <a:pt x="190377" y="209413"/>
                      <a:pt x="187658" y="220292"/>
                    </a:cubicBezTo>
                    <a:cubicBezTo>
                      <a:pt x="184938" y="244769"/>
                      <a:pt x="176779" y="269246"/>
                      <a:pt x="168620" y="291003"/>
                    </a:cubicBezTo>
                    <a:cubicBezTo>
                      <a:pt x="165900" y="301881"/>
                      <a:pt x="163181" y="312760"/>
                      <a:pt x="160461" y="323639"/>
                    </a:cubicBezTo>
                    <a:cubicBezTo>
                      <a:pt x="157742" y="337237"/>
                      <a:pt x="155022" y="348115"/>
                      <a:pt x="149582" y="361714"/>
                    </a:cubicBezTo>
                    <a:cubicBezTo>
                      <a:pt x="146863" y="367153"/>
                      <a:pt x="144143" y="383471"/>
                      <a:pt x="144143" y="388910"/>
                    </a:cubicBezTo>
                    <a:cubicBezTo>
                      <a:pt x="144143" y="391630"/>
                      <a:pt x="146863" y="391630"/>
                      <a:pt x="149582" y="391630"/>
                    </a:cubicBezTo>
                    <a:cubicBezTo>
                      <a:pt x="155022" y="391630"/>
                      <a:pt x="168620" y="391630"/>
                      <a:pt x="171340" y="391630"/>
                    </a:cubicBezTo>
                    <a:cubicBezTo>
                      <a:pt x="179498" y="391630"/>
                      <a:pt x="187658" y="391630"/>
                      <a:pt x="193097" y="388910"/>
                    </a:cubicBezTo>
                    <a:cubicBezTo>
                      <a:pt x="198536" y="388910"/>
                      <a:pt x="203976" y="388910"/>
                      <a:pt x="212135" y="388910"/>
                    </a:cubicBezTo>
                    <a:cubicBezTo>
                      <a:pt x="217574" y="388910"/>
                      <a:pt x="225733" y="388910"/>
                      <a:pt x="236611" y="388910"/>
                    </a:cubicBezTo>
                    <a:cubicBezTo>
                      <a:pt x="242051" y="388910"/>
                      <a:pt x="247490" y="388910"/>
                      <a:pt x="250210" y="386191"/>
                    </a:cubicBezTo>
                    <a:cubicBezTo>
                      <a:pt x="255649" y="391630"/>
                      <a:pt x="258369" y="388910"/>
                      <a:pt x="258369" y="386191"/>
                    </a:cubicBezTo>
                    <a:cubicBezTo>
                      <a:pt x="258369" y="380751"/>
                      <a:pt x="255649" y="372592"/>
                      <a:pt x="255649" y="367153"/>
                    </a:cubicBezTo>
                    <a:cubicBezTo>
                      <a:pt x="252930" y="353555"/>
                      <a:pt x="250210" y="342676"/>
                      <a:pt x="250210" y="331797"/>
                    </a:cubicBezTo>
                    <a:cubicBezTo>
                      <a:pt x="250210" y="301881"/>
                      <a:pt x="250210" y="274685"/>
                      <a:pt x="247490" y="244769"/>
                    </a:cubicBezTo>
                    <a:cubicBezTo>
                      <a:pt x="247490" y="231170"/>
                      <a:pt x="244771" y="217572"/>
                      <a:pt x="242051" y="203974"/>
                    </a:cubicBezTo>
                    <a:cubicBezTo>
                      <a:pt x="239331" y="187656"/>
                      <a:pt x="236611" y="174058"/>
                      <a:pt x="236611" y="157740"/>
                    </a:cubicBezTo>
                    <a:cubicBezTo>
                      <a:pt x="236611" y="152300"/>
                      <a:pt x="236611" y="133263"/>
                      <a:pt x="233892" y="119665"/>
                    </a:cubicBezTo>
                    <a:cubicBezTo>
                      <a:pt x="233892" y="106066"/>
                      <a:pt x="231172" y="97907"/>
                      <a:pt x="22573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1" y="10879"/>
                      <a:pt x="315481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3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4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5942" y="625522"/>
                      <a:pt x="492259" y="630961"/>
                      <a:pt x="492259" y="641840"/>
                    </a:cubicBezTo>
                    <a:cubicBezTo>
                      <a:pt x="492259" y="647279"/>
                      <a:pt x="486820" y="649999"/>
                      <a:pt x="484101" y="655438"/>
                    </a:cubicBezTo>
                    <a:cubicBezTo>
                      <a:pt x="481381" y="660877"/>
                      <a:pt x="473222" y="663597"/>
                      <a:pt x="467782" y="663597"/>
                    </a:cubicBezTo>
                    <a:cubicBezTo>
                      <a:pt x="456904" y="666317"/>
                      <a:pt x="451464" y="666317"/>
                      <a:pt x="443306" y="666317"/>
                    </a:cubicBezTo>
                    <a:cubicBezTo>
                      <a:pt x="437866" y="666317"/>
                      <a:pt x="429707" y="666317"/>
                      <a:pt x="421548" y="666317"/>
                    </a:cubicBezTo>
                    <a:cubicBezTo>
                      <a:pt x="418829" y="666317"/>
                      <a:pt x="416109" y="666317"/>
                      <a:pt x="413389" y="666317"/>
                    </a:cubicBezTo>
                    <a:cubicBezTo>
                      <a:pt x="407950" y="669036"/>
                      <a:pt x="405230" y="669036"/>
                      <a:pt x="399791" y="671756"/>
                    </a:cubicBezTo>
                    <a:cubicBezTo>
                      <a:pt x="394352" y="671756"/>
                      <a:pt x="388913" y="674476"/>
                      <a:pt x="383473" y="674476"/>
                    </a:cubicBezTo>
                    <a:cubicBezTo>
                      <a:pt x="372594" y="674476"/>
                      <a:pt x="358996" y="671756"/>
                      <a:pt x="348118" y="669036"/>
                    </a:cubicBezTo>
                    <a:cubicBezTo>
                      <a:pt x="339959" y="669036"/>
                      <a:pt x="331800" y="669036"/>
                      <a:pt x="326360" y="669036"/>
                    </a:cubicBezTo>
                    <a:cubicBezTo>
                      <a:pt x="304603" y="669036"/>
                      <a:pt x="285565" y="669036"/>
                      <a:pt x="277406" y="669036"/>
                    </a:cubicBezTo>
                    <a:cubicBezTo>
                      <a:pt x="269247" y="669036"/>
                      <a:pt x="258369" y="669036"/>
                      <a:pt x="252930" y="663597"/>
                    </a:cubicBezTo>
                    <a:cubicBezTo>
                      <a:pt x="247490" y="660877"/>
                      <a:pt x="236611" y="655438"/>
                      <a:pt x="236611" y="647279"/>
                    </a:cubicBezTo>
                    <a:cubicBezTo>
                      <a:pt x="236611" y="636401"/>
                      <a:pt x="252930" y="633681"/>
                      <a:pt x="261088" y="630961"/>
                    </a:cubicBezTo>
                    <a:cubicBezTo>
                      <a:pt x="266528" y="630961"/>
                      <a:pt x="274687" y="630961"/>
                      <a:pt x="288285" y="628241"/>
                    </a:cubicBezTo>
                    <a:cubicBezTo>
                      <a:pt x="288285" y="620082"/>
                      <a:pt x="288285" y="614643"/>
                      <a:pt x="285565" y="609204"/>
                    </a:cubicBezTo>
                    <a:cubicBezTo>
                      <a:pt x="285565" y="601045"/>
                      <a:pt x="282846" y="590166"/>
                      <a:pt x="282846" y="582007"/>
                    </a:cubicBezTo>
                    <a:cubicBezTo>
                      <a:pt x="282846" y="576568"/>
                      <a:pt x="280126" y="573848"/>
                      <a:pt x="280126" y="568409"/>
                    </a:cubicBezTo>
                    <a:cubicBezTo>
                      <a:pt x="280126" y="562970"/>
                      <a:pt x="282846" y="557531"/>
                      <a:pt x="282846" y="554811"/>
                    </a:cubicBezTo>
                    <a:cubicBezTo>
                      <a:pt x="282846" y="549371"/>
                      <a:pt x="280126" y="546652"/>
                      <a:pt x="277406" y="538493"/>
                    </a:cubicBezTo>
                    <a:cubicBezTo>
                      <a:pt x="277406" y="527614"/>
                      <a:pt x="271967" y="516736"/>
                      <a:pt x="271967" y="505857"/>
                    </a:cubicBezTo>
                    <a:cubicBezTo>
                      <a:pt x="271967" y="494978"/>
                      <a:pt x="271967" y="486820"/>
                      <a:pt x="269247" y="478660"/>
                    </a:cubicBezTo>
                    <a:cubicBezTo>
                      <a:pt x="266528" y="467782"/>
                      <a:pt x="266528" y="456903"/>
                      <a:pt x="266528" y="446025"/>
                    </a:cubicBezTo>
                    <a:cubicBezTo>
                      <a:pt x="266528" y="440585"/>
                      <a:pt x="263808" y="437866"/>
                      <a:pt x="261088" y="437866"/>
                    </a:cubicBezTo>
                    <a:cubicBezTo>
                      <a:pt x="258369" y="437866"/>
                      <a:pt x="255649" y="437866"/>
                      <a:pt x="250210" y="437866"/>
                    </a:cubicBezTo>
                    <a:cubicBezTo>
                      <a:pt x="239331" y="437866"/>
                      <a:pt x="228452" y="437866"/>
                      <a:pt x="220293" y="440585"/>
                    </a:cubicBezTo>
                    <a:cubicBezTo>
                      <a:pt x="209415" y="440585"/>
                      <a:pt x="201256" y="443305"/>
                      <a:pt x="190377" y="443305"/>
                    </a:cubicBezTo>
                    <a:cubicBezTo>
                      <a:pt x="182218" y="443305"/>
                      <a:pt x="174059" y="443305"/>
                      <a:pt x="165900" y="443305"/>
                    </a:cubicBezTo>
                    <a:cubicBezTo>
                      <a:pt x="163181" y="443305"/>
                      <a:pt x="152302" y="440585"/>
                      <a:pt x="144143" y="440585"/>
                    </a:cubicBezTo>
                    <a:cubicBezTo>
                      <a:pt x="135984" y="440585"/>
                      <a:pt x="135984" y="448744"/>
                      <a:pt x="135984" y="454184"/>
                    </a:cubicBezTo>
                    <a:cubicBezTo>
                      <a:pt x="135984" y="465062"/>
                      <a:pt x="133264" y="475941"/>
                      <a:pt x="130545" y="486820"/>
                    </a:cubicBezTo>
                    <a:cubicBezTo>
                      <a:pt x="127825" y="505857"/>
                      <a:pt x="122386" y="522175"/>
                      <a:pt x="119666" y="541213"/>
                    </a:cubicBezTo>
                    <a:cubicBezTo>
                      <a:pt x="116947" y="560250"/>
                      <a:pt x="108788" y="595606"/>
                      <a:pt x="103348" y="614643"/>
                    </a:cubicBezTo>
                    <a:cubicBezTo>
                      <a:pt x="111507" y="614643"/>
                      <a:pt x="122386" y="614643"/>
                      <a:pt x="133264" y="614643"/>
                    </a:cubicBezTo>
                    <a:cubicBezTo>
                      <a:pt x="146863" y="614643"/>
                      <a:pt x="168620" y="614643"/>
                      <a:pt x="168620" y="630961"/>
                    </a:cubicBezTo>
                    <a:cubicBezTo>
                      <a:pt x="168620" y="639120"/>
                      <a:pt x="165900" y="639120"/>
                      <a:pt x="163181" y="647279"/>
                    </a:cubicBezTo>
                    <a:cubicBezTo>
                      <a:pt x="160461" y="652718"/>
                      <a:pt x="152302" y="655438"/>
                      <a:pt x="146863" y="655438"/>
                    </a:cubicBezTo>
                    <a:cubicBezTo>
                      <a:pt x="138704" y="658158"/>
                      <a:pt x="133264" y="658158"/>
                      <a:pt x="127825" y="658158"/>
                    </a:cubicBezTo>
                    <a:cubicBezTo>
                      <a:pt x="122386" y="658158"/>
                      <a:pt x="116947" y="658158"/>
                      <a:pt x="106068" y="658158"/>
                    </a:cubicBezTo>
                    <a:cubicBezTo>
                      <a:pt x="92468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8" y="451464"/>
                      <a:pt x="92468" y="446025"/>
                    </a:cubicBezTo>
                    <a:cubicBezTo>
                      <a:pt x="92468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8" y="405230"/>
                      <a:pt x="100629" y="399790"/>
                    </a:cubicBezTo>
                    <a:cubicBezTo>
                      <a:pt x="106068" y="394351"/>
                      <a:pt x="106068" y="378033"/>
                      <a:pt x="108788" y="369874"/>
                    </a:cubicBezTo>
                    <a:cubicBezTo>
                      <a:pt x="114227" y="348117"/>
                      <a:pt x="119666" y="326360"/>
                      <a:pt x="125105" y="307322"/>
                    </a:cubicBezTo>
                    <a:cubicBezTo>
                      <a:pt x="130545" y="285565"/>
                      <a:pt x="135984" y="263808"/>
                      <a:pt x="141423" y="242051"/>
                    </a:cubicBezTo>
                    <a:cubicBezTo>
                      <a:pt x="146863" y="220293"/>
                      <a:pt x="152302" y="198536"/>
                      <a:pt x="155022" y="179498"/>
                    </a:cubicBezTo>
                    <a:cubicBezTo>
                      <a:pt x="157742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46">
                <a:extLst>
                  <a:ext uri="{FF2B5EF4-FFF2-40B4-BE49-F238E27FC236}">
                    <a16:creationId xmlns:a16="http://schemas.microsoft.com/office/drawing/2014/main" id="{2EFCA26C-3C0D-0741-A5AE-E88F1DBE34C6}"/>
                  </a:ext>
                </a:extLst>
              </p:cNvPr>
              <p:cNvSpPr/>
              <p:nvPr/>
            </p:nvSpPr>
            <p:spPr>
              <a:xfrm>
                <a:off x="6876542" y="4244897"/>
                <a:ext cx="462342" cy="677195"/>
              </a:xfrm>
              <a:custGeom>
                <a:avLst/>
                <a:gdLst>
                  <a:gd name="connsiteX0" fmla="*/ 214853 w 462342"/>
                  <a:gd name="connsiteY0" fmla="*/ 65272 h 677195"/>
                  <a:gd name="connsiteX1" fmla="*/ 195815 w 462342"/>
                  <a:gd name="connsiteY1" fmla="*/ 73431 h 677195"/>
                  <a:gd name="connsiteX2" fmla="*/ 193096 w 462342"/>
                  <a:gd name="connsiteY2" fmla="*/ 125105 h 677195"/>
                  <a:gd name="connsiteX3" fmla="*/ 190376 w 462342"/>
                  <a:gd name="connsiteY3" fmla="*/ 280125 h 677195"/>
                  <a:gd name="connsiteX4" fmla="*/ 190376 w 462342"/>
                  <a:gd name="connsiteY4" fmla="*/ 301882 h 677195"/>
                  <a:gd name="connsiteX5" fmla="*/ 193096 w 462342"/>
                  <a:gd name="connsiteY5" fmla="*/ 342677 h 677195"/>
                  <a:gd name="connsiteX6" fmla="*/ 195815 w 462342"/>
                  <a:gd name="connsiteY6" fmla="*/ 397070 h 677195"/>
                  <a:gd name="connsiteX7" fmla="*/ 195815 w 462342"/>
                  <a:gd name="connsiteY7" fmla="*/ 443304 h 677195"/>
                  <a:gd name="connsiteX8" fmla="*/ 195815 w 462342"/>
                  <a:gd name="connsiteY8" fmla="*/ 530333 h 677195"/>
                  <a:gd name="connsiteX9" fmla="*/ 193096 w 462342"/>
                  <a:gd name="connsiteY9" fmla="*/ 554810 h 677195"/>
                  <a:gd name="connsiteX10" fmla="*/ 190376 w 462342"/>
                  <a:gd name="connsiteY10" fmla="*/ 603764 h 677195"/>
                  <a:gd name="connsiteX11" fmla="*/ 198535 w 462342"/>
                  <a:gd name="connsiteY11" fmla="*/ 611923 h 677195"/>
                  <a:gd name="connsiteX12" fmla="*/ 214853 w 462342"/>
                  <a:gd name="connsiteY12" fmla="*/ 611923 h 677195"/>
                  <a:gd name="connsiteX13" fmla="*/ 236610 w 462342"/>
                  <a:gd name="connsiteY13" fmla="*/ 611923 h 677195"/>
                  <a:gd name="connsiteX14" fmla="*/ 263807 w 462342"/>
                  <a:gd name="connsiteY14" fmla="*/ 598325 h 677195"/>
                  <a:gd name="connsiteX15" fmla="*/ 277405 w 462342"/>
                  <a:gd name="connsiteY15" fmla="*/ 592885 h 677195"/>
                  <a:gd name="connsiteX16" fmla="*/ 291004 w 462342"/>
                  <a:gd name="connsiteY16" fmla="*/ 573848 h 677195"/>
                  <a:gd name="connsiteX17" fmla="*/ 307322 w 462342"/>
                  <a:gd name="connsiteY17" fmla="*/ 543931 h 677195"/>
                  <a:gd name="connsiteX18" fmla="*/ 326359 w 462342"/>
                  <a:gd name="connsiteY18" fmla="*/ 481379 h 677195"/>
                  <a:gd name="connsiteX19" fmla="*/ 337238 w 462342"/>
                  <a:gd name="connsiteY19" fmla="*/ 413388 h 677195"/>
                  <a:gd name="connsiteX20" fmla="*/ 337238 w 462342"/>
                  <a:gd name="connsiteY20" fmla="*/ 350836 h 677195"/>
                  <a:gd name="connsiteX21" fmla="*/ 334518 w 462342"/>
                  <a:gd name="connsiteY21" fmla="*/ 296443 h 677195"/>
                  <a:gd name="connsiteX22" fmla="*/ 329079 w 462342"/>
                  <a:gd name="connsiteY22" fmla="*/ 244769 h 677195"/>
                  <a:gd name="connsiteX23" fmla="*/ 307322 w 462342"/>
                  <a:gd name="connsiteY23" fmla="*/ 135983 h 677195"/>
                  <a:gd name="connsiteX24" fmla="*/ 271966 w 462342"/>
                  <a:gd name="connsiteY24" fmla="*/ 78870 h 677195"/>
                  <a:gd name="connsiteX25" fmla="*/ 214853 w 462342"/>
                  <a:gd name="connsiteY25" fmla="*/ 65272 h 677195"/>
                  <a:gd name="connsiteX26" fmla="*/ 114226 w 462342"/>
                  <a:gd name="connsiteY26" fmla="*/ 0 h 677195"/>
                  <a:gd name="connsiteX27" fmla="*/ 127824 w 462342"/>
                  <a:gd name="connsiteY27" fmla="*/ 0 h 677195"/>
                  <a:gd name="connsiteX28" fmla="*/ 146862 w 462342"/>
                  <a:gd name="connsiteY28" fmla="*/ 2720 h 677195"/>
                  <a:gd name="connsiteX29" fmla="*/ 174059 w 462342"/>
                  <a:gd name="connsiteY29" fmla="*/ 21758 h 677195"/>
                  <a:gd name="connsiteX30" fmla="*/ 193096 w 462342"/>
                  <a:gd name="connsiteY30" fmla="*/ 21758 h 677195"/>
                  <a:gd name="connsiteX31" fmla="*/ 261088 w 462342"/>
                  <a:gd name="connsiteY31" fmla="*/ 27197 h 677195"/>
                  <a:gd name="connsiteX32" fmla="*/ 310042 w 462342"/>
                  <a:gd name="connsiteY32" fmla="*/ 35356 h 677195"/>
                  <a:gd name="connsiteX33" fmla="*/ 334518 w 462342"/>
                  <a:gd name="connsiteY33" fmla="*/ 40795 h 677195"/>
                  <a:gd name="connsiteX34" fmla="*/ 356276 w 462342"/>
                  <a:gd name="connsiteY34" fmla="*/ 59833 h 677195"/>
                  <a:gd name="connsiteX35" fmla="*/ 372593 w 462342"/>
                  <a:gd name="connsiteY35" fmla="*/ 76151 h 677195"/>
                  <a:gd name="connsiteX36" fmla="*/ 380752 w 462342"/>
                  <a:gd name="connsiteY36" fmla="*/ 95188 h 677195"/>
                  <a:gd name="connsiteX37" fmla="*/ 405230 w 462342"/>
                  <a:gd name="connsiteY37" fmla="*/ 114226 h 677195"/>
                  <a:gd name="connsiteX38" fmla="*/ 416108 w 462342"/>
                  <a:gd name="connsiteY38" fmla="*/ 141422 h 677195"/>
                  <a:gd name="connsiteX39" fmla="*/ 451464 w 462342"/>
                  <a:gd name="connsiteY39" fmla="*/ 201256 h 677195"/>
                  <a:gd name="connsiteX40" fmla="*/ 456903 w 462342"/>
                  <a:gd name="connsiteY40" fmla="*/ 252929 h 677195"/>
                  <a:gd name="connsiteX41" fmla="*/ 456903 w 462342"/>
                  <a:gd name="connsiteY41" fmla="*/ 291004 h 677195"/>
                  <a:gd name="connsiteX42" fmla="*/ 459623 w 462342"/>
                  <a:gd name="connsiteY42" fmla="*/ 318201 h 677195"/>
                  <a:gd name="connsiteX43" fmla="*/ 459623 w 462342"/>
                  <a:gd name="connsiteY43" fmla="*/ 326360 h 677195"/>
                  <a:gd name="connsiteX44" fmla="*/ 459623 w 462342"/>
                  <a:gd name="connsiteY44" fmla="*/ 348117 h 677195"/>
                  <a:gd name="connsiteX45" fmla="*/ 462342 w 462342"/>
                  <a:gd name="connsiteY45" fmla="*/ 367155 h 677195"/>
                  <a:gd name="connsiteX46" fmla="*/ 456903 w 462342"/>
                  <a:gd name="connsiteY46" fmla="*/ 391632 h 677195"/>
                  <a:gd name="connsiteX47" fmla="*/ 456903 w 462342"/>
                  <a:gd name="connsiteY47" fmla="*/ 418828 h 677195"/>
                  <a:gd name="connsiteX48" fmla="*/ 451464 w 462342"/>
                  <a:gd name="connsiteY48" fmla="*/ 437866 h 677195"/>
                  <a:gd name="connsiteX49" fmla="*/ 446025 w 462342"/>
                  <a:gd name="connsiteY49" fmla="*/ 454184 h 677195"/>
                  <a:gd name="connsiteX50" fmla="*/ 440585 w 462342"/>
                  <a:gd name="connsiteY50" fmla="*/ 481380 h 677195"/>
                  <a:gd name="connsiteX51" fmla="*/ 432426 w 462342"/>
                  <a:gd name="connsiteY51" fmla="*/ 508577 h 677195"/>
                  <a:gd name="connsiteX52" fmla="*/ 418828 w 462342"/>
                  <a:gd name="connsiteY52" fmla="*/ 530334 h 677195"/>
                  <a:gd name="connsiteX53" fmla="*/ 410669 w 462342"/>
                  <a:gd name="connsiteY53" fmla="*/ 549371 h 677195"/>
                  <a:gd name="connsiteX54" fmla="*/ 391631 w 462342"/>
                  <a:gd name="connsiteY54" fmla="*/ 579288 h 677195"/>
                  <a:gd name="connsiteX55" fmla="*/ 337238 w 462342"/>
                  <a:gd name="connsiteY55" fmla="*/ 630961 h 677195"/>
                  <a:gd name="connsiteX56" fmla="*/ 301883 w 462342"/>
                  <a:gd name="connsiteY56" fmla="*/ 647279 h 677195"/>
                  <a:gd name="connsiteX57" fmla="*/ 263807 w 462342"/>
                  <a:gd name="connsiteY57" fmla="*/ 652718 h 677195"/>
                  <a:gd name="connsiteX58" fmla="*/ 233891 w 462342"/>
                  <a:gd name="connsiteY58" fmla="*/ 649999 h 677195"/>
                  <a:gd name="connsiteX59" fmla="*/ 187657 w 462342"/>
                  <a:gd name="connsiteY59" fmla="*/ 652718 h 677195"/>
                  <a:gd name="connsiteX60" fmla="*/ 171339 w 462342"/>
                  <a:gd name="connsiteY60" fmla="*/ 669036 h 677195"/>
                  <a:gd name="connsiteX61" fmla="*/ 155021 w 462342"/>
                  <a:gd name="connsiteY61" fmla="*/ 671756 h 677195"/>
                  <a:gd name="connsiteX62" fmla="*/ 138703 w 462342"/>
                  <a:gd name="connsiteY62" fmla="*/ 674476 h 677195"/>
                  <a:gd name="connsiteX63" fmla="*/ 125105 w 462342"/>
                  <a:gd name="connsiteY63" fmla="*/ 677195 h 677195"/>
                  <a:gd name="connsiteX64" fmla="*/ 106067 w 462342"/>
                  <a:gd name="connsiteY64" fmla="*/ 671756 h 677195"/>
                  <a:gd name="connsiteX65" fmla="*/ 87029 w 462342"/>
                  <a:gd name="connsiteY65" fmla="*/ 658158 h 677195"/>
                  <a:gd name="connsiteX66" fmla="*/ 81590 w 462342"/>
                  <a:gd name="connsiteY66" fmla="*/ 652718 h 677195"/>
                  <a:gd name="connsiteX67" fmla="*/ 67992 w 462342"/>
                  <a:gd name="connsiteY67" fmla="*/ 652718 h 677195"/>
                  <a:gd name="connsiteX68" fmla="*/ 43515 w 462342"/>
                  <a:gd name="connsiteY68" fmla="*/ 652718 h 677195"/>
                  <a:gd name="connsiteX69" fmla="*/ 16318 w 462342"/>
                  <a:gd name="connsiteY69" fmla="*/ 647279 h 677195"/>
                  <a:gd name="connsiteX70" fmla="*/ 0 w 462342"/>
                  <a:gd name="connsiteY70" fmla="*/ 630961 h 677195"/>
                  <a:gd name="connsiteX71" fmla="*/ 5439 w 462342"/>
                  <a:gd name="connsiteY71" fmla="*/ 620083 h 677195"/>
                  <a:gd name="connsiteX72" fmla="*/ 27197 w 462342"/>
                  <a:gd name="connsiteY72" fmla="*/ 611924 h 677195"/>
                  <a:gd name="connsiteX73" fmla="*/ 65272 w 462342"/>
                  <a:gd name="connsiteY73" fmla="*/ 609204 h 677195"/>
                  <a:gd name="connsiteX74" fmla="*/ 65272 w 462342"/>
                  <a:gd name="connsiteY74" fmla="*/ 584727 h 677195"/>
                  <a:gd name="connsiteX75" fmla="*/ 62552 w 462342"/>
                  <a:gd name="connsiteY75" fmla="*/ 456903 h 677195"/>
                  <a:gd name="connsiteX76" fmla="*/ 65272 w 462342"/>
                  <a:gd name="connsiteY76" fmla="*/ 337238 h 677195"/>
                  <a:gd name="connsiteX77" fmla="*/ 67992 w 462342"/>
                  <a:gd name="connsiteY77" fmla="*/ 203975 h 677195"/>
                  <a:gd name="connsiteX78" fmla="*/ 70712 w 462342"/>
                  <a:gd name="connsiteY78" fmla="*/ 119665 h 677195"/>
                  <a:gd name="connsiteX79" fmla="*/ 73431 w 462342"/>
                  <a:gd name="connsiteY79" fmla="*/ 67992 h 677195"/>
                  <a:gd name="connsiteX80" fmla="*/ 67992 w 462342"/>
                  <a:gd name="connsiteY80" fmla="*/ 67992 h 677195"/>
                  <a:gd name="connsiteX81" fmla="*/ 43515 w 462342"/>
                  <a:gd name="connsiteY81" fmla="*/ 67992 h 677195"/>
                  <a:gd name="connsiteX82" fmla="*/ 16318 w 462342"/>
                  <a:gd name="connsiteY82" fmla="*/ 62552 h 677195"/>
                  <a:gd name="connsiteX83" fmla="*/ 0 w 462342"/>
                  <a:gd name="connsiteY83" fmla="*/ 46234 h 677195"/>
                  <a:gd name="connsiteX84" fmla="*/ 5439 w 462342"/>
                  <a:gd name="connsiteY84" fmla="*/ 35356 h 677195"/>
                  <a:gd name="connsiteX85" fmla="*/ 27197 w 462342"/>
                  <a:gd name="connsiteY85" fmla="*/ 27197 h 677195"/>
                  <a:gd name="connsiteX86" fmla="*/ 76151 w 462342"/>
                  <a:gd name="connsiteY86" fmla="*/ 21758 h 677195"/>
                  <a:gd name="connsiteX87" fmla="*/ 81590 w 462342"/>
                  <a:gd name="connsiteY87" fmla="*/ 13598 h 677195"/>
                  <a:gd name="connsiteX88" fmla="*/ 97908 w 462342"/>
                  <a:gd name="connsiteY88" fmla="*/ 5439 h 677195"/>
                  <a:gd name="connsiteX89" fmla="*/ 114226 w 462342"/>
                  <a:gd name="connsiteY89" fmla="*/ 0 h 677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2" h="677195">
                    <a:moveTo>
                      <a:pt x="214853" y="65272"/>
                    </a:moveTo>
                    <a:cubicBezTo>
                      <a:pt x="203975" y="65272"/>
                      <a:pt x="195815" y="67992"/>
                      <a:pt x="195815" y="73431"/>
                    </a:cubicBezTo>
                    <a:cubicBezTo>
                      <a:pt x="193096" y="78870"/>
                      <a:pt x="193096" y="100628"/>
                      <a:pt x="193096" y="125105"/>
                    </a:cubicBezTo>
                    <a:cubicBezTo>
                      <a:pt x="193096" y="182217"/>
                      <a:pt x="193096" y="266527"/>
                      <a:pt x="190376" y="280125"/>
                    </a:cubicBezTo>
                    <a:cubicBezTo>
                      <a:pt x="190376" y="288284"/>
                      <a:pt x="190376" y="293723"/>
                      <a:pt x="190376" y="301882"/>
                    </a:cubicBezTo>
                    <a:cubicBezTo>
                      <a:pt x="190376" y="315480"/>
                      <a:pt x="190376" y="329079"/>
                      <a:pt x="193096" y="342677"/>
                    </a:cubicBezTo>
                    <a:cubicBezTo>
                      <a:pt x="193096" y="361715"/>
                      <a:pt x="193096" y="378033"/>
                      <a:pt x="195815" y="397070"/>
                    </a:cubicBezTo>
                    <a:cubicBezTo>
                      <a:pt x="195815" y="413388"/>
                      <a:pt x="195815" y="426986"/>
                      <a:pt x="195815" y="443304"/>
                    </a:cubicBezTo>
                    <a:cubicBezTo>
                      <a:pt x="195815" y="465061"/>
                      <a:pt x="198535" y="508576"/>
                      <a:pt x="195815" y="530333"/>
                    </a:cubicBezTo>
                    <a:cubicBezTo>
                      <a:pt x="195815" y="538492"/>
                      <a:pt x="193096" y="546651"/>
                      <a:pt x="193096" y="554810"/>
                    </a:cubicBezTo>
                    <a:cubicBezTo>
                      <a:pt x="193096" y="560249"/>
                      <a:pt x="190376" y="590166"/>
                      <a:pt x="190376" y="603764"/>
                    </a:cubicBezTo>
                    <a:cubicBezTo>
                      <a:pt x="190376" y="609203"/>
                      <a:pt x="190376" y="611923"/>
                      <a:pt x="198535" y="611923"/>
                    </a:cubicBezTo>
                    <a:cubicBezTo>
                      <a:pt x="206694" y="611923"/>
                      <a:pt x="209414" y="611923"/>
                      <a:pt x="214853" y="611923"/>
                    </a:cubicBezTo>
                    <a:cubicBezTo>
                      <a:pt x="223012" y="611923"/>
                      <a:pt x="220293" y="611923"/>
                      <a:pt x="236610" y="611923"/>
                    </a:cubicBezTo>
                    <a:cubicBezTo>
                      <a:pt x="242050" y="611923"/>
                      <a:pt x="258368" y="601044"/>
                      <a:pt x="263807" y="598325"/>
                    </a:cubicBezTo>
                    <a:cubicBezTo>
                      <a:pt x="266527" y="598325"/>
                      <a:pt x="274686" y="592885"/>
                      <a:pt x="277405" y="592885"/>
                    </a:cubicBezTo>
                    <a:cubicBezTo>
                      <a:pt x="285564" y="587446"/>
                      <a:pt x="288284" y="579287"/>
                      <a:pt x="291004" y="573848"/>
                    </a:cubicBezTo>
                    <a:cubicBezTo>
                      <a:pt x="296443" y="562969"/>
                      <a:pt x="301882" y="554810"/>
                      <a:pt x="307322" y="543931"/>
                    </a:cubicBezTo>
                    <a:cubicBezTo>
                      <a:pt x="315481" y="524894"/>
                      <a:pt x="320920" y="524894"/>
                      <a:pt x="326359" y="481379"/>
                    </a:cubicBezTo>
                    <a:cubicBezTo>
                      <a:pt x="329079" y="456903"/>
                      <a:pt x="334518" y="435145"/>
                      <a:pt x="337238" y="413388"/>
                    </a:cubicBezTo>
                    <a:cubicBezTo>
                      <a:pt x="337238" y="391631"/>
                      <a:pt x="337238" y="369873"/>
                      <a:pt x="337238" y="350836"/>
                    </a:cubicBezTo>
                    <a:cubicBezTo>
                      <a:pt x="337238" y="339957"/>
                      <a:pt x="337238" y="320920"/>
                      <a:pt x="334518" y="296443"/>
                    </a:cubicBezTo>
                    <a:cubicBezTo>
                      <a:pt x="331798" y="269246"/>
                      <a:pt x="329079" y="250209"/>
                      <a:pt x="329079" y="244769"/>
                    </a:cubicBezTo>
                    <a:cubicBezTo>
                      <a:pt x="323640" y="206694"/>
                      <a:pt x="318200" y="174058"/>
                      <a:pt x="307322" y="135983"/>
                    </a:cubicBezTo>
                    <a:cubicBezTo>
                      <a:pt x="304602" y="125105"/>
                      <a:pt x="304602" y="108787"/>
                      <a:pt x="271966" y="78870"/>
                    </a:cubicBezTo>
                    <a:cubicBezTo>
                      <a:pt x="263807" y="73431"/>
                      <a:pt x="233891" y="65272"/>
                      <a:pt x="214853" y="65272"/>
                    </a:cubicBezTo>
                    <a:close/>
                    <a:moveTo>
                      <a:pt x="114226" y="0"/>
                    </a:moveTo>
                    <a:cubicBezTo>
                      <a:pt x="119665" y="0"/>
                      <a:pt x="125105" y="0"/>
                      <a:pt x="127824" y="0"/>
                    </a:cubicBezTo>
                    <a:cubicBezTo>
                      <a:pt x="133264" y="0"/>
                      <a:pt x="141422" y="0"/>
                      <a:pt x="146862" y="2720"/>
                    </a:cubicBezTo>
                    <a:cubicBezTo>
                      <a:pt x="157741" y="5439"/>
                      <a:pt x="165900" y="13598"/>
                      <a:pt x="174059" y="21758"/>
                    </a:cubicBezTo>
                    <a:cubicBezTo>
                      <a:pt x="179498" y="21758"/>
                      <a:pt x="187657" y="21758"/>
                      <a:pt x="193096" y="21758"/>
                    </a:cubicBezTo>
                    <a:cubicBezTo>
                      <a:pt x="212134" y="21758"/>
                      <a:pt x="228452" y="27197"/>
                      <a:pt x="261088" y="27197"/>
                    </a:cubicBezTo>
                    <a:cubicBezTo>
                      <a:pt x="277405" y="27197"/>
                      <a:pt x="293723" y="35356"/>
                      <a:pt x="310042" y="35356"/>
                    </a:cubicBezTo>
                    <a:cubicBezTo>
                      <a:pt x="318200" y="35356"/>
                      <a:pt x="329079" y="35356"/>
                      <a:pt x="334518" y="40795"/>
                    </a:cubicBezTo>
                    <a:cubicBezTo>
                      <a:pt x="342677" y="46234"/>
                      <a:pt x="348117" y="54393"/>
                      <a:pt x="356276" y="59833"/>
                    </a:cubicBezTo>
                    <a:cubicBezTo>
                      <a:pt x="361715" y="65272"/>
                      <a:pt x="369874" y="67992"/>
                      <a:pt x="372593" y="76151"/>
                    </a:cubicBezTo>
                    <a:cubicBezTo>
                      <a:pt x="375313" y="81590"/>
                      <a:pt x="378033" y="89749"/>
                      <a:pt x="380752" y="95188"/>
                    </a:cubicBezTo>
                    <a:cubicBezTo>
                      <a:pt x="386192" y="103347"/>
                      <a:pt x="391631" y="106067"/>
                      <a:pt x="405230" y="114226"/>
                    </a:cubicBezTo>
                    <a:cubicBezTo>
                      <a:pt x="413388" y="119665"/>
                      <a:pt x="410669" y="133263"/>
                      <a:pt x="416108" y="141422"/>
                    </a:cubicBezTo>
                    <a:cubicBezTo>
                      <a:pt x="426987" y="160461"/>
                      <a:pt x="446025" y="182218"/>
                      <a:pt x="451464" y="201256"/>
                    </a:cubicBezTo>
                    <a:cubicBezTo>
                      <a:pt x="456903" y="220293"/>
                      <a:pt x="456903" y="236611"/>
                      <a:pt x="456903" y="252929"/>
                    </a:cubicBezTo>
                    <a:cubicBezTo>
                      <a:pt x="456903" y="266527"/>
                      <a:pt x="456903" y="277406"/>
                      <a:pt x="456903" y="291004"/>
                    </a:cubicBezTo>
                    <a:cubicBezTo>
                      <a:pt x="456903" y="299163"/>
                      <a:pt x="456903" y="307322"/>
                      <a:pt x="459623" y="318201"/>
                    </a:cubicBezTo>
                    <a:cubicBezTo>
                      <a:pt x="459623" y="320921"/>
                      <a:pt x="459623" y="323640"/>
                      <a:pt x="459623" y="326360"/>
                    </a:cubicBezTo>
                    <a:cubicBezTo>
                      <a:pt x="462342" y="331799"/>
                      <a:pt x="459623" y="337238"/>
                      <a:pt x="459623" y="348117"/>
                    </a:cubicBezTo>
                    <a:cubicBezTo>
                      <a:pt x="459623" y="350837"/>
                      <a:pt x="462342" y="361715"/>
                      <a:pt x="462342" y="367155"/>
                    </a:cubicBezTo>
                    <a:cubicBezTo>
                      <a:pt x="462342" y="375314"/>
                      <a:pt x="456903" y="383473"/>
                      <a:pt x="456903" y="391632"/>
                    </a:cubicBezTo>
                    <a:cubicBezTo>
                      <a:pt x="456903" y="399790"/>
                      <a:pt x="456903" y="410669"/>
                      <a:pt x="456903" y="418828"/>
                    </a:cubicBezTo>
                    <a:cubicBezTo>
                      <a:pt x="456903" y="421548"/>
                      <a:pt x="454183" y="429707"/>
                      <a:pt x="451464" y="437866"/>
                    </a:cubicBezTo>
                    <a:cubicBezTo>
                      <a:pt x="448744" y="443305"/>
                      <a:pt x="448744" y="451464"/>
                      <a:pt x="446025" y="454184"/>
                    </a:cubicBezTo>
                    <a:cubicBezTo>
                      <a:pt x="443305" y="462343"/>
                      <a:pt x="440585" y="473221"/>
                      <a:pt x="440585" y="481380"/>
                    </a:cubicBezTo>
                    <a:cubicBezTo>
                      <a:pt x="437865" y="489539"/>
                      <a:pt x="437865" y="500418"/>
                      <a:pt x="432426" y="508577"/>
                    </a:cubicBezTo>
                    <a:cubicBezTo>
                      <a:pt x="429706" y="516736"/>
                      <a:pt x="424267" y="522175"/>
                      <a:pt x="418828" y="530334"/>
                    </a:cubicBezTo>
                    <a:cubicBezTo>
                      <a:pt x="416108" y="535773"/>
                      <a:pt x="413388" y="543932"/>
                      <a:pt x="410669" y="549371"/>
                    </a:cubicBezTo>
                    <a:cubicBezTo>
                      <a:pt x="405230" y="557531"/>
                      <a:pt x="397071" y="573848"/>
                      <a:pt x="391631" y="579288"/>
                    </a:cubicBezTo>
                    <a:cubicBezTo>
                      <a:pt x="369874" y="609204"/>
                      <a:pt x="350836" y="620083"/>
                      <a:pt x="337238" y="630961"/>
                    </a:cubicBezTo>
                    <a:cubicBezTo>
                      <a:pt x="326359" y="639120"/>
                      <a:pt x="315481" y="641840"/>
                      <a:pt x="301883" y="647279"/>
                    </a:cubicBezTo>
                    <a:cubicBezTo>
                      <a:pt x="291004" y="649999"/>
                      <a:pt x="277405" y="652718"/>
                      <a:pt x="263807" y="652718"/>
                    </a:cubicBezTo>
                    <a:cubicBezTo>
                      <a:pt x="252929" y="652718"/>
                      <a:pt x="244770" y="649999"/>
                      <a:pt x="233891" y="649999"/>
                    </a:cubicBezTo>
                    <a:cubicBezTo>
                      <a:pt x="206694" y="649999"/>
                      <a:pt x="217573" y="652718"/>
                      <a:pt x="187657" y="652718"/>
                    </a:cubicBezTo>
                    <a:cubicBezTo>
                      <a:pt x="184937" y="660877"/>
                      <a:pt x="179498" y="666317"/>
                      <a:pt x="171339" y="669036"/>
                    </a:cubicBezTo>
                    <a:cubicBezTo>
                      <a:pt x="165900" y="671756"/>
                      <a:pt x="160460" y="671756"/>
                      <a:pt x="155021" y="671756"/>
                    </a:cubicBezTo>
                    <a:cubicBezTo>
                      <a:pt x="149581" y="671756"/>
                      <a:pt x="144142" y="674476"/>
                      <a:pt x="138703" y="674476"/>
                    </a:cubicBezTo>
                    <a:cubicBezTo>
                      <a:pt x="135983" y="674476"/>
                      <a:pt x="127824" y="677195"/>
                      <a:pt x="125105" y="677195"/>
                    </a:cubicBezTo>
                    <a:cubicBezTo>
                      <a:pt x="116946" y="677195"/>
                      <a:pt x="108787" y="671756"/>
                      <a:pt x="106067" y="671756"/>
                    </a:cubicBezTo>
                    <a:cubicBezTo>
                      <a:pt x="100628" y="669036"/>
                      <a:pt x="95188" y="663597"/>
                      <a:pt x="87029" y="658158"/>
                    </a:cubicBezTo>
                    <a:cubicBezTo>
                      <a:pt x="84310" y="655438"/>
                      <a:pt x="81590" y="655438"/>
                      <a:pt x="81590" y="652718"/>
                    </a:cubicBezTo>
                    <a:cubicBezTo>
                      <a:pt x="73431" y="652718"/>
                      <a:pt x="81590" y="652718"/>
                      <a:pt x="67992" y="652718"/>
                    </a:cubicBezTo>
                    <a:cubicBezTo>
                      <a:pt x="59833" y="652718"/>
                      <a:pt x="51674" y="652718"/>
                      <a:pt x="43515" y="652718"/>
                    </a:cubicBezTo>
                    <a:cubicBezTo>
                      <a:pt x="35356" y="652718"/>
                      <a:pt x="24477" y="652718"/>
                      <a:pt x="16318" y="647279"/>
                    </a:cubicBezTo>
                    <a:cubicBezTo>
                      <a:pt x="8159" y="644559"/>
                      <a:pt x="0" y="636401"/>
                      <a:pt x="0" y="630961"/>
                    </a:cubicBezTo>
                    <a:cubicBezTo>
                      <a:pt x="0" y="625522"/>
                      <a:pt x="0" y="622802"/>
                      <a:pt x="5439" y="620083"/>
                    </a:cubicBezTo>
                    <a:cubicBezTo>
                      <a:pt x="10879" y="617363"/>
                      <a:pt x="21758" y="614643"/>
                      <a:pt x="27197" y="611924"/>
                    </a:cubicBezTo>
                    <a:cubicBezTo>
                      <a:pt x="38076" y="609204"/>
                      <a:pt x="54393" y="609204"/>
                      <a:pt x="65272" y="609204"/>
                    </a:cubicBezTo>
                    <a:cubicBezTo>
                      <a:pt x="65272" y="601045"/>
                      <a:pt x="65272" y="592886"/>
                      <a:pt x="65272" y="584727"/>
                    </a:cubicBezTo>
                    <a:cubicBezTo>
                      <a:pt x="65272" y="541213"/>
                      <a:pt x="62552" y="500418"/>
                      <a:pt x="62552" y="456903"/>
                    </a:cubicBezTo>
                    <a:cubicBezTo>
                      <a:pt x="62552" y="440585"/>
                      <a:pt x="65272" y="397071"/>
                      <a:pt x="65272" y="337238"/>
                    </a:cubicBezTo>
                    <a:cubicBezTo>
                      <a:pt x="65272" y="293724"/>
                      <a:pt x="67992" y="247490"/>
                      <a:pt x="67992" y="203975"/>
                    </a:cubicBezTo>
                    <a:cubicBezTo>
                      <a:pt x="67992" y="179498"/>
                      <a:pt x="67992" y="149582"/>
                      <a:pt x="70712" y="119665"/>
                    </a:cubicBezTo>
                    <a:cubicBezTo>
                      <a:pt x="70712" y="103347"/>
                      <a:pt x="73431" y="84309"/>
                      <a:pt x="73431" y="67992"/>
                    </a:cubicBezTo>
                    <a:cubicBezTo>
                      <a:pt x="73431" y="67992"/>
                      <a:pt x="70712" y="67992"/>
                      <a:pt x="67992" y="67992"/>
                    </a:cubicBezTo>
                    <a:cubicBezTo>
                      <a:pt x="59833" y="67992"/>
                      <a:pt x="51674" y="67992"/>
                      <a:pt x="43515" y="67992"/>
                    </a:cubicBezTo>
                    <a:cubicBezTo>
                      <a:pt x="35356" y="67992"/>
                      <a:pt x="24477" y="67992"/>
                      <a:pt x="16318" y="62552"/>
                    </a:cubicBezTo>
                    <a:cubicBezTo>
                      <a:pt x="8159" y="59833"/>
                      <a:pt x="0" y="51674"/>
                      <a:pt x="0" y="46234"/>
                    </a:cubicBezTo>
                    <a:cubicBezTo>
                      <a:pt x="0" y="43515"/>
                      <a:pt x="0" y="38075"/>
                      <a:pt x="5439" y="35356"/>
                    </a:cubicBezTo>
                    <a:cubicBezTo>
                      <a:pt x="10879" y="32636"/>
                      <a:pt x="21758" y="29916"/>
                      <a:pt x="27197" y="27197"/>
                    </a:cubicBezTo>
                    <a:cubicBezTo>
                      <a:pt x="46234" y="24477"/>
                      <a:pt x="65272" y="21758"/>
                      <a:pt x="76151" y="21758"/>
                    </a:cubicBezTo>
                    <a:cubicBezTo>
                      <a:pt x="76151" y="19038"/>
                      <a:pt x="78871" y="16318"/>
                      <a:pt x="81590" y="13598"/>
                    </a:cubicBezTo>
                    <a:cubicBezTo>
                      <a:pt x="84310" y="10879"/>
                      <a:pt x="92469" y="5439"/>
                      <a:pt x="97908" y="5439"/>
                    </a:cubicBezTo>
                    <a:cubicBezTo>
                      <a:pt x="103347" y="2720"/>
                      <a:pt x="108787" y="0"/>
                      <a:pt x="11422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47">
                <a:extLst>
                  <a:ext uri="{FF2B5EF4-FFF2-40B4-BE49-F238E27FC236}">
                    <a16:creationId xmlns:a16="http://schemas.microsoft.com/office/drawing/2014/main" id="{080364E7-C923-3E4E-9B6A-81655CE20914}"/>
                  </a:ext>
                </a:extLst>
              </p:cNvPr>
              <p:cNvSpPr/>
              <p:nvPr/>
            </p:nvSpPr>
            <p:spPr>
              <a:xfrm>
                <a:off x="7310622" y="4197597"/>
                <a:ext cx="489539" cy="761503"/>
              </a:xfrm>
              <a:custGeom>
                <a:avLst/>
                <a:gdLst>
                  <a:gd name="connsiteX0" fmla="*/ 433491 w 489538"/>
                  <a:gd name="connsiteY0" fmla="*/ 651063 h 761503"/>
                  <a:gd name="connsiteX1" fmla="*/ 438930 w 489538"/>
                  <a:gd name="connsiteY1" fmla="*/ 661942 h 761503"/>
                  <a:gd name="connsiteX2" fmla="*/ 425332 w 489538"/>
                  <a:gd name="connsiteY2" fmla="*/ 683699 h 761503"/>
                  <a:gd name="connsiteX3" fmla="*/ 400855 w 489538"/>
                  <a:gd name="connsiteY3" fmla="*/ 691858 h 761503"/>
                  <a:gd name="connsiteX4" fmla="*/ 343742 w 489538"/>
                  <a:gd name="connsiteY4" fmla="*/ 700017 h 761503"/>
                  <a:gd name="connsiteX5" fmla="*/ 316546 w 489538"/>
                  <a:gd name="connsiteY5" fmla="*/ 705456 h 761503"/>
                  <a:gd name="connsiteX6" fmla="*/ 275751 w 489538"/>
                  <a:gd name="connsiteY6" fmla="*/ 705456 h 761503"/>
                  <a:gd name="connsiteX7" fmla="*/ 264872 w 489538"/>
                  <a:gd name="connsiteY7" fmla="*/ 708176 h 761503"/>
                  <a:gd name="connsiteX8" fmla="*/ 253994 w 489538"/>
                  <a:gd name="connsiteY8" fmla="*/ 708176 h 761503"/>
                  <a:gd name="connsiteX9" fmla="*/ 240395 w 489538"/>
                  <a:gd name="connsiteY9" fmla="*/ 719054 h 761503"/>
                  <a:gd name="connsiteX10" fmla="*/ 224077 w 489538"/>
                  <a:gd name="connsiteY10" fmla="*/ 721774 h 761503"/>
                  <a:gd name="connsiteX11" fmla="*/ 205040 w 489538"/>
                  <a:gd name="connsiteY11" fmla="*/ 724494 h 761503"/>
                  <a:gd name="connsiteX12" fmla="*/ 191441 w 489538"/>
                  <a:gd name="connsiteY12" fmla="*/ 727213 h 761503"/>
                  <a:gd name="connsiteX13" fmla="*/ 169684 w 489538"/>
                  <a:gd name="connsiteY13" fmla="*/ 721774 h 761503"/>
                  <a:gd name="connsiteX14" fmla="*/ 150646 w 489538"/>
                  <a:gd name="connsiteY14" fmla="*/ 708176 h 761503"/>
                  <a:gd name="connsiteX15" fmla="*/ 139768 w 489538"/>
                  <a:gd name="connsiteY15" fmla="*/ 708176 h 761503"/>
                  <a:gd name="connsiteX16" fmla="*/ 120730 w 489538"/>
                  <a:gd name="connsiteY16" fmla="*/ 708176 h 761503"/>
                  <a:gd name="connsiteX17" fmla="*/ 98973 w 489538"/>
                  <a:gd name="connsiteY17" fmla="*/ 708176 h 761503"/>
                  <a:gd name="connsiteX18" fmla="*/ 74496 w 489538"/>
                  <a:gd name="connsiteY18" fmla="*/ 702736 h 761503"/>
                  <a:gd name="connsiteX19" fmla="*/ 58178 w 489538"/>
                  <a:gd name="connsiteY19" fmla="*/ 683699 h 761503"/>
                  <a:gd name="connsiteX20" fmla="*/ 63617 w 489538"/>
                  <a:gd name="connsiteY20" fmla="*/ 675540 h 761503"/>
                  <a:gd name="connsiteX21" fmla="*/ 85375 w 489538"/>
                  <a:gd name="connsiteY21" fmla="*/ 667381 h 761503"/>
                  <a:gd name="connsiteX22" fmla="*/ 128889 w 489538"/>
                  <a:gd name="connsiteY22" fmla="*/ 661942 h 761503"/>
                  <a:gd name="connsiteX23" fmla="*/ 128889 w 489538"/>
                  <a:gd name="connsiteY23" fmla="*/ 602109 h 761503"/>
                  <a:gd name="connsiteX24" fmla="*/ 126170 w 489538"/>
                  <a:gd name="connsiteY24" fmla="*/ 523239 h 761503"/>
                  <a:gd name="connsiteX25" fmla="*/ 126170 w 489538"/>
                  <a:gd name="connsiteY25" fmla="*/ 468846 h 761503"/>
                  <a:gd name="connsiteX26" fmla="*/ 123450 w 489538"/>
                  <a:gd name="connsiteY26" fmla="*/ 409014 h 761503"/>
                  <a:gd name="connsiteX27" fmla="*/ 123450 w 489538"/>
                  <a:gd name="connsiteY27" fmla="*/ 384537 h 761503"/>
                  <a:gd name="connsiteX28" fmla="*/ 126170 w 489538"/>
                  <a:gd name="connsiteY28" fmla="*/ 349181 h 761503"/>
                  <a:gd name="connsiteX29" fmla="*/ 126170 w 489538"/>
                  <a:gd name="connsiteY29" fmla="*/ 324704 h 761503"/>
                  <a:gd name="connsiteX30" fmla="*/ 128889 w 489538"/>
                  <a:gd name="connsiteY30" fmla="*/ 292068 h 761503"/>
                  <a:gd name="connsiteX31" fmla="*/ 134329 w 489538"/>
                  <a:gd name="connsiteY31" fmla="*/ 234956 h 761503"/>
                  <a:gd name="connsiteX32" fmla="*/ 134329 w 489538"/>
                  <a:gd name="connsiteY32" fmla="*/ 172404 h 761503"/>
                  <a:gd name="connsiteX33" fmla="*/ 137048 w 489538"/>
                  <a:gd name="connsiteY33" fmla="*/ 123450 h 761503"/>
                  <a:gd name="connsiteX34" fmla="*/ 123450 w 489538"/>
                  <a:gd name="connsiteY34" fmla="*/ 123450 h 761503"/>
                  <a:gd name="connsiteX35" fmla="*/ 101693 w 489538"/>
                  <a:gd name="connsiteY35" fmla="*/ 123450 h 761503"/>
                  <a:gd name="connsiteX36" fmla="*/ 77216 w 489538"/>
                  <a:gd name="connsiteY36" fmla="*/ 118011 h 761503"/>
                  <a:gd name="connsiteX37" fmla="*/ 60898 w 489538"/>
                  <a:gd name="connsiteY37" fmla="*/ 98973 h 761503"/>
                  <a:gd name="connsiteX38" fmla="*/ 66337 w 489538"/>
                  <a:gd name="connsiteY38" fmla="*/ 90814 h 761503"/>
                  <a:gd name="connsiteX39" fmla="*/ 88094 w 489538"/>
                  <a:gd name="connsiteY39" fmla="*/ 82655 h 761503"/>
                  <a:gd name="connsiteX40" fmla="*/ 145207 w 489538"/>
                  <a:gd name="connsiteY40" fmla="*/ 77216 h 761503"/>
                  <a:gd name="connsiteX41" fmla="*/ 145207 w 489538"/>
                  <a:gd name="connsiteY41" fmla="*/ 77216 h 761503"/>
                  <a:gd name="connsiteX42" fmla="*/ 153366 w 489538"/>
                  <a:gd name="connsiteY42" fmla="*/ 69057 h 761503"/>
                  <a:gd name="connsiteX43" fmla="*/ 177843 w 489538"/>
                  <a:gd name="connsiteY43" fmla="*/ 60898 h 761503"/>
                  <a:gd name="connsiteX44" fmla="*/ 196881 w 489538"/>
                  <a:gd name="connsiteY44" fmla="*/ 58178 h 761503"/>
                  <a:gd name="connsiteX45" fmla="*/ 205040 w 489538"/>
                  <a:gd name="connsiteY45" fmla="*/ 58178 h 761503"/>
                  <a:gd name="connsiteX46" fmla="*/ 215919 w 489538"/>
                  <a:gd name="connsiteY46" fmla="*/ 63617 h 761503"/>
                  <a:gd name="connsiteX47" fmla="*/ 229517 w 489538"/>
                  <a:gd name="connsiteY47" fmla="*/ 69057 h 761503"/>
                  <a:gd name="connsiteX48" fmla="*/ 256713 w 489538"/>
                  <a:gd name="connsiteY48" fmla="*/ 77216 h 761503"/>
                  <a:gd name="connsiteX49" fmla="*/ 264872 w 489538"/>
                  <a:gd name="connsiteY49" fmla="*/ 77216 h 761503"/>
                  <a:gd name="connsiteX50" fmla="*/ 281190 w 489538"/>
                  <a:gd name="connsiteY50" fmla="*/ 77216 h 761503"/>
                  <a:gd name="connsiteX51" fmla="*/ 330144 w 489538"/>
                  <a:gd name="connsiteY51" fmla="*/ 77216 h 761503"/>
                  <a:gd name="connsiteX52" fmla="*/ 357341 w 489538"/>
                  <a:gd name="connsiteY52" fmla="*/ 79935 h 761503"/>
                  <a:gd name="connsiteX53" fmla="*/ 387257 w 489538"/>
                  <a:gd name="connsiteY53" fmla="*/ 82655 h 761503"/>
                  <a:gd name="connsiteX54" fmla="*/ 406295 w 489538"/>
                  <a:gd name="connsiteY54" fmla="*/ 85375 h 761503"/>
                  <a:gd name="connsiteX55" fmla="*/ 417173 w 489538"/>
                  <a:gd name="connsiteY55" fmla="*/ 79935 h 761503"/>
                  <a:gd name="connsiteX56" fmla="*/ 425332 w 489538"/>
                  <a:gd name="connsiteY56" fmla="*/ 85375 h 761503"/>
                  <a:gd name="connsiteX57" fmla="*/ 433491 w 489538"/>
                  <a:gd name="connsiteY57" fmla="*/ 104412 h 761503"/>
                  <a:gd name="connsiteX58" fmla="*/ 436211 w 489538"/>
                  <a:gd name="connsiteY58" fmla="*/ 137048 h 761503"/>
                  <a:gd name="connsiteX59" fmla="*/ 438930 w 489538"/>
                  <a:gd name="connsiteY59" fmla="*/ 183282 h 761503"/>
                  <a:gd name="connsiteX60" fmla="*/ 422612 w 489538"/>
                  <a:gd name="connsiteY60" fmla="*/ 218638 h 761503"/>
                  <a:gd name="connsiteX61" fmla="*/ 406295 w 489538"/>
                  <a:gd name="connsiteY61" fmla="*/ 213198 h 761503"/>
                  <a:gd name="connsiteX62" fmla="*/ 398136 w 489538"/>
                  <a:gd name="connsiteY62" fmla="*/ 196881 h 761503"/>
                  <a:gd name="connsiteX63" fmla="*/ 395416 w 489538"/>
                  <a:gd name="connsiteY63" fmla="*/ 175123 h 761503"/>
                  <a:gd name="connsiteX64" fmla="*/ 395416 w 489538"/>
                  <a:gd name="connsiteY64" fmla="*/ 153366 h 761503"/>
                  <a:gd name="connsiteX65" fmla="*/ 395416 w 489538"/>
                  <a:gd name="connsiteY65" fmla="*/ 126170 h 761503"/>
                  <a:gd name="connsiteX66" fmla="*/ 370939 w 489538"/>
                  <a:gd name="connsiteY66" fmla="*/ 128889 h 761503"/>
                  <a:gd name="connsiteX67" fmla="*/ 338303 w 489538"/>
                  <a:gd name="connsiteY67" fmla="*/ 131609 h 761503"/>
                  <a:gd name="connsiteX68" fmla="*/ 286629 w 489538"/>
                  <a:gd name="connsiteY68" fmla="*/ 134328 h 761503"/>
                  <a:gd name="connsiteX69" fmla="*/ 273031 w 489538"/>
                  <a:gd name="connsiteY69" fmla="*/ 137048 h 761503"/>
                  <a:gd name="connsiteX70" fmla="*/ 262153 w 489538"/>
                  <a:gd name="connsiteY70" fmla="*/ 142487 h 761503"/>
                  <a:gd name="connsiteX71" fmla="*/ 259433 w 489538"/>
                  <a:gd name="connsiteY71" fmla="*/ 153366 h 761503"/>
                  <a:gd name="connsiteX72" fmla="*/ 262153 w 489538"/>
                  <a:gd name="connsiteY72" fmla="*/ 166964 h 761503"/>
                  <a:gd name="connsiteX73" fmla="*/ 262153 w 489538"/>
                  <a:gd name="connsiteY73" fmla="*/ 196881 h 761503"/>
                  <a:gd name="connsiteX74" fmla="*/ 262153 w 489538"/>
                  <a:gd name="connsiteY74" fmla="*/ 215918 h 761503"/>
                  <a:gd name="connsiteX75" fmla="*/ 262153 w 489538"/>
                  <a:gd name="connsiteY75" fmla="*/ 251274 h 761503"/>
                  <a:gd name="connsiteX76" fmla="*/ 259433 w 489538"/>
                  <a:gd name="connsiteY76" fmla="*/ 278470 h 761503"/>
                  <a:gd name="connsiteX77" fmla="*/ 259433 w 489538"/>
                  <a:gd name="connsiteY77" fmla="*/ 308386 h 761503"/>
                  <a:gd name="connsiteX78" fmla="*/ 259433 w 489538"/>
                  <a:gd name="connsiteY78" fmla="*/ 321985 h 761503"/>
                  <a:gd name="connsiteX79" fmla="*/ 259433 w 489538"/>
                  <a:gd name="connsiteY79" fmla="*/ 332863 h 761503"/>
                  <a:gd name="connsiteX80" fmla="*/ 267592 w 489538"/>
                  <a:gd name="connsiteY80" fmla="*/ 335583 h 761503"/>
                  <a:gd name="connsiteX81" fmla="*/ 281190 w 489538"/>
                  <a:gd name="connsiteY81" fmla="*/ 335583 h 761503"/>
                  <a:gd name="connsiteX82" fmla="*/ 327424 w 489538"/>
                  <a:gd name="connsiteY82" fmla="*/ 338303 h 761503"/>
                  <a:gd name="connsiteX83" fmla="*/ 351901 w 489538"/>
                  <a:gd name="connsiteY83" fmla="*/ 341022 h 761503"/>
                  <a:gd name="connsiteX84" fmla="*/ 351901 w 489538"/>
                  <a:gd name="connsiteY84" fmla="*/ 335583 h 761503"/>
                  <a:gd name="connsiteX85" fmla="*/ 351901 w 489538"/>
                  <a:gd name="connsiteY85" fmla="*/ 313826 h 761503"/>
                  <a:gd name="connsiteX86" fmla="*/ 357341 w 489538"/>
                  <a:gd name="connsiteY86" fmla="*/ 289349 h 761503"/>
                  <a:gd name="connsiteX87" fmla="*/ 373658 w 489538"/>
                  <a:gd name="connsiteY87" fmla="*/ 273031 h 761503"/>
                  <a:gd name="connsiteX88" fmla="*/ 381817 w 489538"/>
                  <a:gd name="connsiteY88" fmla="*/ 278470 h 761503"/>
                  <a:gd name="connsiteX89" fmla="*/ 389977 w 489538"/>
                  <a:gd name="connsiteY89" fmla="*/ 300228 h 761503"/>
                  <a:gd name="connsiteX90" fmla="*/ 395416 w 489538"/>
                  <a:gd name="connsiteY90" fmla="*/ 351901 h 761503"/>
                  <a:gd name="connsiteX91" fmla="*/ 398136 w 489538"/>
                  <a:gd name="connsiteY91" fmla="*/ 409014 h 761503"/>
                  <a:gd name="connsiteX92" fmla="*/ 381817 w 489538"/>
                  <a:gd name="connsiteY92" fmla="*/ 444369 h 761503"/>
                  <a:gd name="connsiteX93" fmla="*/ 365500 w 489538"/>
                  <a:gd name="connsiteY93" fmla="*/ 438930 h 761503"/>
                  <a:gd name="connsiteX94" fmla="*/ 357341 w 489538"/>
                  <a:gd name="connsiteY94" fmla="*/ 422612 h 761503"/>
                  <a:gd name="connsiteX95" fmla="*/ 354621 w 489538"/>
                  <a:gd name="connsiteY95" fmla="*/ 400855 h 761503"/>
                  <a:gd name="connsiteX96" fmla="*/ 354621 w 489538"/>
                  <a:gd name="connsiteY96" fmla="*/ 381817 h 761503"/>
                  <a:gd name="connsiteX97" fmla="*/ 270312 w 489538"/>
                  <a:gd name="connsiteY97" fmla="*/ 381817 h 761503"/>
                  <a:gd name="connsiteX98" fmla="*/ 256713 w 489538"/>
                  <a:gd name="connsiteY98" fmla="*/ 395415 h 761503"/>
                  <a:gd name="connsiteX99" fmla="*/ 253994 w 489538"/>
                  <a:gd name="connsiteY99" fmla="*/ 422612 h 761503"/>
                  <a:gd name="connsiteX100" fmla="*/ 253994 w 489538"/>
                  <a:gd name="connsiteY100" fmla="*/ 433490 h 761503"/>
                  <a:gd name="connsiteX101" fmla="*/ 253994 w 489538"/>
                  <a:gd name="connsiteY101" fmla="*/ 449809 h 761503"/>
                  <a:gd name="connsiteX102" fmla="*/ 256713 w 489538"/>
                  <a:gd name="connsiteY102" fmla="*/ 474285 h 761503"/>
                  <a:gd name="connsiteX103" fmla="*/ 256713 w 489538"/>
                  <a:gd name="connsiteY103" fmla="*/ 496043 h 761503"/>
                  <a:gd name="connsiteX104" fmla="*/ 259433 w 489538"/>
                  <a:gd name="connsiteY104" fmla="*/ 534118 h 761503"/>
                  <a:gd name="connsiteX105" fmla="*/ 259433 w 489538"/>
                  <a:gd name="connsiteY105" fmla="*/ 591231 h 761503"/>
                  <a:gd name="connsiteX106" fmla="*/ 262153 w 489538"/>
                  <a:gd name="connsiteY106" fmla="*/ 618427 h 761503"/>
                  <a:gd name="connsiteX107" fmla="*/ 267592 w 489538"/>
                  <a:gd name="connsiteY107" fmla="*/ 648343 h 761503"/>
                  <a:gd name="connsiteX108" fmla="*/ 292069 w 489538"/>
                  <a:gd name="connsiteY108" fmla="*/ 651063 h 761503"/>
                  <a:gd name="connsiteX109" fmla="*/ 327424 w 489538"/>
                  <a:gd name="connsiteY109" fmla="*/ 651063 h 761503"/>
                  <a:gd name="connsiteX110" fmla="*/ 362780 w 489538"/>
                  <a:gd name="connsiteY110" fmla="*/ 653783 h 761503"/>
                  <a:gd name="connsiteX111" fmla="*/ 395416 w 489538"/>
                  <a:gd name="connsiteY111" fmla="*/ 648343 h 761503"/>
                  <a:gd name="connsiteX112" fmla="*/ 395416 w 489538"/>
                  <a:gd name="connsiteY112" fmla="*/ 618427 h 761503"/>
                  <a:gd name="connsiteX113" fmla="*/ 395416 w 489538"/>
                  <a:gd name="connsiteY113" fmla="*/ 596670 h 761503"/>
                  <a:gd name="connsiteX114" fmla="*/ 398136 w 489538"/>
                  <a:gd name="connsiteY114" fmla="*/ 574913 h 761503"/>
                  <a:gd name="connsiteX115" fmla="*/ 406295 w 489538"/>
                  <a:gd name="connsiteY115" fmla="*/ 558595 h 761503"/>
                  <a:gd name="connsiteX116" fmla="*/ 422612 w 489538"/>
                  <a:gd name="connsiteY116" fmla="*/ 553155 h 761503"/>
                  <a:gd name="connsiteX117" fmla="*/ 438930 w 489538"/>
                  <a:gd name="connsiteY117" fmla="*/ 588511 h 761503"/>
                  <a:gd name="connsiteX118" fmla="*/ 436211 w 489538"/>
                  <a:gd name="connsiteY118" fmla="*/ 645624 h 761503"/>
                  <a:gd name="connsiteX119" fmla="*/ 433491 w 489538"/>
                  <a:gd name="connsiteY119" fmla="*/ 651063 h 761503"/>
                  <a:gd name="connsiteX120" fmla="*/ 433491 w 489538"/>
                  <a:gd name="connsiteY120" fmla="*/ 6510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489538" h="761503">
                    <a:moveTo>
                      <a:pt x="433491" y="651063"/>
                    </a:moveTo>
                    <a:cubicBezTo>
                      <a:pt x="436211" y="653783"/>
                      <a:pt x="438930" y="656502"/>
                      <a:pt x="438930" y="661942"/>
                    </a:cubicBezTo>
                    <a:cubicBezTo>
                      <a:pt x="438930" y="670101"/>
                      <a:pt x="433491" y="678259"/>
                      <a:pt x="425332" y="683699"/>
                    </a:cubicBezTo>
                    <a:cubicBezTo>
                      <a:pt x="417173" y="689138"/>
                      <a:pt x="409014" y="689138"/>
                      <a:pt x="400855" y="691858"/>
                    </a:cubicBezTo>
                    <a:cubicBezTo>
                      <a:pt x="381817" y="694578"/>
                      <a:pt x="362780" y="694578"/>
                      <a:pt x="343742" y="700017"/>
                    </a:cubicBezTo>
                    <a:cubicBezTo>
                      <a:pt x="335583" y="702736"/>
                      <a:pt x="324705" y="702736"/>
                      <a:pt x="316546" y="705456"/>
                    </a:cubicBezTo>
                    <a:cubicBezTo>
                      <a:pt x="308387" y="705456"/>
                      <a:pt x="289349" y="705456"/>
                      <a:pt x="275751" y="705456"/>
                    </a:cubicBezTo>
                    <a:cubicBezTo>
                      <a:pt x="270312" y="705456"/>
                      <a:pt x="267592" y="708176"/>
                      <a:pt x="264872" y="708176"/>
                    </a:cubicBezTo>
                    <a:cubicBezTo>
                      <a:pt x="264872" y="708176"/>
                      <a:pt x="259433" y="708176"/>
                      <a:pt x="253994" y="708176"/>
                    </a:cubicBezTo>
                    <a:cubicBezTo>
                      <a:pt x="251274" y="713615"/>
                      <a:pt x="245835" y="716335"/>
                      <a:pt x="240395" y="719054"/>
                    </a:cubicBezTo>
                    <a:cubicBezTo>
                      <a:pt x="234956" y="721774"/>
                      <a:pt x="229517" y="721774"/>
                      <a:pt x="224077" y="721774"/>
                    </a:cubicBezTo>
                    <a:cubicBezTo>
                      <a:pt x="218638" y="721774"/>
                      <a:pt x="213199" y="724494"/>
                      <a:pt x="205040" y="724494"/>
                    </a:cubicBezTo>
                    <a:cubicBezTo>
                      <a:pt x="202320" y="724494"/>
                      <a:pt x="194161" y="727213"/>
                      <a:pt x="191441" y="727213"/>
                    </a:cubicBezTo>
                    <a:cubicBezTo>
                      <a:pt x="183282" y="727213"/>
                      <a:pt x="172404" y="721774"/>
                      <a:pt x="169684" y="721774"/>
                    </a:cubicBezTo>
                    <a:cubicBezTo>
                      <a:pt x="164245" y="719054"/>
                      <a:pt x="156086" y="713615"/>
                      <a:pt x="150646" y="708176"/>
                    </a:cubicBezTo>
                    <a:cubicBezTo>
                      <a:pt x="145207" y="708176"/>
                      <a:pt x="139768" y="708176"/>
                      <a:pt x="139768" y="708176"/>
                    </a:cubicBezTo>
                    <a:cubicBezTo>
                      <a:pt x="126170" y="708176"/>
                      <a:pt x="137048" y="708176"/>
                      <a:pt x="120730" y="708176"/>
                    </a:cubicBezTo>
                    <a:cubicBezTo>
                      <a:pt x="112571" y="708176"/>
                      <a:pt x="104412" y="708176"/>
                      <a:pt x="98973" y="708176"/>
                    </a:cubicBezTo>
                    <a:cubicBezTo>
                      <a:pt x="90814" y="708176"/>
                      <a:pt x="79936" y="708176"/>
                      <a:pt x="74496" y="702736"/>
                    </a:cubicBezTo>
                    <a:cubicBezTo>
                      <a:pt x="66337" y="700017"/>
                      <a:pt x="58178" y="689138"/>
                      <a:pt x="58178" y="683699"/>
                    </a:cubicBezTo>
                    <a:cubicBezTo>
                      <a:pt x="58178" y="680979"/>
                      <a:pt x="58178" y="678259"/>
                      <a:pt x="63617" y="675540"/>
                    </a:cubicBezTo>
                    <a:cubicBezTo>
                      <a:pt x="69057" y="672820"/>
                      <a:pt x="77216" y="670101"/>
                      <a:pt x="85375" y="667381"/>
                    </a:cubicBezTo>
                    <a:cubicBezTo>
                      <a:pt x="98973" y="664661"/>
                      <a:pt x="115291" y="664661"/>
                      <a:pt x="128889" y="661942"/>
                    </a:cubicBezTo>
                    <a:cubicBezTo>
                      <a:pt x="128889" y="645624"/>
                      <a:pt x="128889" y="623866"/>
                      <a:pt x="128889" y="602109"/>
                    </a:cubicBezTo>
                    <a:cubicBezTo>
                      <a:pt x="128889" y="566754"/>
                      <a:pt x="128889" y="531398"/>
                      <a:pt x="126170" y="523239"/>
                    </a:cubicBezTo>
                    <a:cubicBezTo>
                      <a:pt x="126170" y="517800"/>
                      <a:pt x="126170" y="487884"/>
                      <a:pt x="126170" y="468846"/>
                    </a:cubicBezTo>
                    <a:cubicBezTo>
                      <a:pt x="126170" y="449809"/>
                      <a:pt x="123450" y="430771"/>
                      <a:pt x="123450" y="409014"/>
                    </a:cubicBezTo>
                    <a:cubicBezTo>
                      <a:pt x="123450" y="400855"/>
                      <a:pt x="123450" y="392696"/>
                      <a:pt x="123450" y="384537"/>
                    </a:cubicBezTo>
                    <a:cubicBezTo>
                      <a:pt x="123450" y="373658"/>
                      <a:pt x="126170" y="360060"/>
                      <a:pt x="126170" y="349181"/>
                    </a:cubicBezTo>
                    <a:cubicBezTo>
                      <a:pt x="126170" y="341022"/>
                      <a:pt x="126170" y="332863"/>
                      <a:pt x="126170" y="324704"/>
                    </a:cubicBezTo>
                    <a:cubicBezTo>
                      <a:pt x="126170" y="313826"/>
                      <a:pt x="126170" y="302947"/>
                      <a:pt x="128889" y="292068"/>
                    </a:cubicBezTo>
                    <a:cubicBezTo>
                      <a:pt x="131609" y="273031"/>
                      <a:pt x="134329" y="253993"/>
                      <a:pt x="134329" y="234956"/>
                    </a:cubicBezTo>
                    <a:cubicBezTo>
                      <a:pt x="134329" y="213198"/>
                      <a:pt x="134329" y="191441"/>
                      <a:pt x="134329" y="172404"/>
                    </a:cubicBezTo>
                    <a:cubicBezTo>
                      <a:pt x="134329" y="156086"/>
                      <a:pt x="134329" y="139768"/>
                      <a:pt x="137048" y="123450"/>
                    </a:cubicBezTo>
                    <a:cubicBezTo>
                      <a:pt x="131609" y="123450"/>
                      <a:pt x="134329" y="123450"/>
                      <a:pt x="123450" y="123450"/>
                    </a:cubicBezTo>
                    <a:cubicBezTo>
                      <a:pt x="115291" y="123450"/>
                      <a:pt x="107132" y="123450"/>
                      <a:pt x="101693" y="123450"/>
                    </a:cubicBezTo>
                    <a:cubicBezTo>
                      <a:pt x="93534" y="123450"/>
                      <a:pt x="82655" y="123450"/>
                      <a:pt x="77216" y="118011"/>
                    </a:cubicBezTo>
                    <a:cubicBezTo>
                      <a:pt x="69057" y="115291"/>
                      <a:pt x="60898" y="101693"/>
                      <a:pt x="60898" y="98973"/>
                    </a:cubicBezTo>
                    <a:cubicBezTo>
                      <a:pt x="60898" y="96253"/>
                      <a:pt x="60898" y="93534"/>
                      <a:pt x="66337" y="90814"/>
                    </a:cubicBezTo>
                    <a:cubicBezTo>
                      <a:pt x="71777" y="88094"/>
                      <a:pt x="79936" y="85375"/>
                      <a:pt x="88094" y="82655"/>
                    </a:cubicBezTo>
                    <a:cubicBezTo>
                      <a:pt x="104412" y="79935"/>
                      <a:pt x="131609" y="77216"/>
                      <a:pt x="145207" y="77216"/>
                    </a:cubicBezTo>
                    <a:cubicBezTo>
                      <a:pt x="145207" y="77216"/>
                      <a:pt x="145207" y="77216"/>
                      <a:pt x="145207" y="77216"/>
                    </a:cubicBezTo>
                    <a:cubicBezTo>
                      <a:pt x="145207" y="74496"/>
                      <a:pt x="150646" y="71776"/>
                      <a:pt x="153366" y="69057"/>
                    </a:cubicBezTo>
                    <a:cubicBezTo>
                      <a:pt x="161525" y="63617"/>
                      <a:pt x="169684" y="63617"/>
                      <a:pt x="177843" y="60898"/>
                    </a:cubicBezTo>
                    <a:cubicBezTo>
                      <a:pt x="183282" y="58178"/>
                      <a:pt x="191441" y="58178"/>
                      <a:pt x="196881" y="58178"/>
                    </a:cubicBezTo>
                    <a:cubicBezTo>
                      <a:pt x="199600" y="58178"/>
                      <a:pt x="202320" y="58178"/>
                      <a:pt x="205040" y="58178"/>
                    </a:cubicBezTo>
                    <a:cubicBezTo>
                      <a:pt x="207759" y="58178"/>
                      <a:pt x="213199" y="60898"/>
                      <a:pt x="215919" y="63617"/>
                    </a:cubicBezTo>
                    <a:cubicBezTo>
                      <a:pt x="221358" y="66337"/>
                      <a:pt x="224077" y="66337"/>
                      <a:pt x="229517" y="69057"/>
                    </a:cubicBezTo>
                    <a:cubicBezTo>
                      <a:pt x="237675" y="71776"/>
                      <a:pt x="245835" y="77216"/>
                      <a:pt x="256713" y="77216"/>
                    </a:cubicBezTo>
                    <a:cubicBezTo>
                      <a:pt x="259433" y="77216"/>
                      <a:pt x="262153" y="77216"/>
                      <a:pt x="264872" y="77216"/>
                    </a:cubicBezTo>
                    <a:cubicBezTo>
                      <a:pt x="270312" y="77216"/>
                      <a:pt x="275751" y="77216"/>
                      <a:pt x="281190" y="77216"/>
                    </a:cubicBezTo>
                    <a:cubicBezTo>
                      <a:pt x="292069" y="77216"/>
                      <a:pt x="321985" y="77216"/>
                      <a:pt x="330144" y="77216"/>
                    </a:cubicBezTo>
                    <a:cubicBezTo>
                      <a:pt x="338303" y="77216"/>
                      <a:pt x="349182" y="77216"/>
                      <a:pt x="357341" y="79935"/>
                    </a:cubicBezTo>
                    <a:cubicBezTo>
                      <a:pt x="368219" y="79935"/>
                      <a:pt x="379098" y="82655"/>
                      <a:pt x="387257" y="82655"/>
                    </a:cubicBezTo>
                    <a:cubicBezTo>
                      <a:pt x="392696" y="82655"/>
                      <a:pt x="400855" y="85375"/>
                      <a:pt x="406295" y="85375"/>
                    </a:cubicBezTo>
                    <a:cubicBezTo>
                      <a:pt x="409014" y="82655"/>
                      <a:pt x="414453" y="79935"/>
                      <a:pt x="417173" y="79935"/>
                    </a:cubicBezTo>
                    <a:cubicBezTo>
                      <a:pt x="419893" y="79935"/>
                      <a:pt x="422612" y="79935"/>
                      <a:pt x="425332" y="85375"/>
                    </a:cubicBezTo>
                    <a:cubicBezTo>
                      <a:pt x="428052" y="90814"/>
                      <a:pt x="433491" y="98973"/>
                      <a:pt x="433491" y="104412"/>
                    </a:cubicBezTo>
                    <a:cubicBezTo>
                      <a:pt x="436211" y="131609"/>
                      <a:pt x="436211" y="120730"/>
                      <a:pt x="436211" y="137048"/>
                    </a:cubicBezTo>
                    <a:cubicBezTo>
                      <a:pt x="438930" y="158805"/>
                      <a:pt x="438930" y="158805"/>
                      <a:pt x="438930" y="183282"/>
                    </a:cubicBezTo>
                    <a:cubicBezTo>
                      <a:pt x="438930" y="194161"/>
                      <a:pt x="438930" y="218638"/>
                      <a:pt x="422612" y="218638"/>
                    </a:cubicBezTo>
                    <a:cubicBezTo>
                      <a:pt x="414453" y="218638"/>
                      <a:pt x="411734" y="215918"/>
                      <a:pt x="406295" y="213198"/>
                    </a:cubicBezTo>
                    <a:cubicBezTo>
                      <a:pt x="400855" y="210479"/>
                      <a:pt x="398136" y="202320"/>
                      <a:pt x="398136" y="196881"/>
                    </a:cubicBezTo>
                    <a:cubicBezTo>
                      <a:pt x="395416" y="188722"/>
                      <a:pt x="395416" y="183282"/>
                      <a:pt x="395416" y="175123"/>
                    </a:cubicBezTo>
                    <a:cubicBezTo>
                      <a:pt x="395416" y="169684"/>
                      <a:pt x="395416" y="164245"/>
                      <a:pt x="395416" y="153366"/>
                    </a:cubicBezTo>
                    <a:cubicBezTo>
                      <a:pt x="395416" y="145207"/>
                      <a:pt x="395416" y="134328"/>
                      <a:pt x="395416" y="126170"/>
                    </a:cubicBezTo>
                    <a:cubicBezTo>
                      <a:pt x="387257" y="128889"/>
                      <a:pt x="379098" y="128889"/>
                      <a:pt x="370939" y="128889"/>
                    </a:cubicBezTo>
                    <a:cubicBezTo>
                      <a:pt x="360060" y="128889"/>
                      <a:pt x="349182" y="128889"/>
                      <a:pt x="338303" y="131609"/>
                    </a:cubicBezTo>
                    <a:cubicBezTo>
                      <a:pt x="327424" y="131609"/>
                      <a:pt x="319265" y="134328"/>
                      <a:pt x="286629" y="134328"/>
                    </a:cubicBezTo>
                    <a:cubicBezTo>
                      <a:pt x="281190" y="134328"/>
                      <a:pt x="278470" y="134328"/>
                      <a:pt x="273031" y="137048"/>
                    </a:cubicBezTo>
                    <a:cubicBezTo>
                      <a:pt x="270312" y="137048"/>
                      <a:pt x="264872" y="137048"/>
                      <a:pt x="262153" y="142487"/>
                    </a:cubicBezTo>
                    <a:cubicBezTo>
                      <a:pt x="259433" y="145207"/>
                      <a:pt x="259433" y="150647"/>
                      <a:pt x="259433" y="153366"/>
                    </a:cubicBezTo>
                    <a:cubicBezTo>
                      <a:pt x="259433" y="158805"/>
                      <a:pt x="259433" y="164245"/>
                      <a:pt x="262153" y="166964"/>
                    </a:cubicBezTo>
                    <a:cubicBezTo>
                      <a:pt x="262153" y="177843"/>
                      <a:pt x="262153" y="186002"/>
                      <a:pt x="262153" y="196881"/>
                    </a:cubicBezTo>
                    <a:cubicBezTo>
                      <a:pt x="262153" y="202320"/>
                      <a:pt x="262153" y="210479"/>
                      <a:pt x="262153" y="215918"/>
                    </a:cubicBezTo>
                    <a:cubicBezTo>
                      <a:pt x="262153" y="229516"/>
                      <a:pt x="262153" y="240395"/>
                      <a:pt x="262153" y="251274"/>
                    </a:cubicBezTo>
                    <a:cubicBezTo>
                      <a:pt x="262153" y="259433"/>
                      <a:pt x="259433" y="270311"/>
                      <a:pt x="259433" y="278470"/>
                    </a:cubicBezTo>
                    <a:cubicBezTo>
                      <a:pt x="259433" y="289349"/>
                      <a:pt x="259433" y="297508"/>
                      <a:pt x="259433" y="308386"/>
                    </a:cubicBezTo>
                    <a:cubicBezTo>
                      <a:pt x="259433" y="313826"/>
                      <a:pt x="259433" y="319265"/>
                      <a:pt x="259433" y="321985"/>
                    </a:cubicBezTo>
                    <a:cubicBezTo>
                      <a:pt x="259433" y="324704"/>
                      <a:pt x="259433" y="330144"/>
                      <a:pt x="259433" y="332863"/>
                    </a:cubicBezTo>
                    <a:cubicBezTo>
                      <a:pt x="262153" y="335583"/>
                      <a:pt x="264872" y="335583"/>
                      <a:pt x="267592" y="335583"/>
                    </a:cubicBezTo>
                    <a:cubicBezTo>
                      <a:pt x="273031" y="335583"/>
                      <a:pt x="275751" y="335583"/>
                      <a:pt x="281190" y="335583"/>
                    </a:cubicBezTo>
                    <a:cubicBezTo>
                      <a:pt x="311107" y="335583"/>
                      <a:pt x="319265" y="335583"/>
                      <a:pt x="327424" y="338303"/>
                    </a:cubicBezTo>
                    <a:cubicBezTo>
                      <a:pt x="335583" y="341022"/>
                      <a:pt x="343742" y="341022"/>
                      <a:pt x="351901" y="341022"/>
                    </a:cubicBezTo>
                    <a:cubicBezTo>
                      <a:pt x="351901" y="338303"/>
                      <a:pt x="351901" y="338303"/>
                      <a:pt x="351901" y="335583"/>
                    </a:cubicBezTo>
                    <a:cubicBezTo>
                      <a:pt x="351901" y="327424"/>
                      <a:pt x="351901" y="319265"/>
                      <a:pt x="351901" y="313826"/>
                    </a:cubicBezTo>
                    <a:cubicBezTo>
                      <a:pt x="351901" y="305667"/>
                      <a:pt x="351901" y="294788"/>
                      <a:pt x="357341" y="289349"/>
                    </a:cubicBezTo>
                    <a:cubicBezTo>
                      <a:pt x="360060" y="281190"/>
                      <a:pt x="368219" y="273031"/>
                      <a:pt x="373658" y="273031"/>
                    </a:cubicBezTo>
                    <a:cubicBezTo>
                      <a:pt x="376378" y="273031"/>
                      <a:pt x="379098" y="273031"/>
                      <a:pt x="381817" y="278470"/>
                    </a:cubicBezTo>
                    <a:cubicBezTo>
                      <a:pt x="384537" y="283909"/>
                      <a:pt x="387257" y="292068"/>
                      <a:pt x="389977" y="300228"/>
                    </a:cubicBezTo>
                    <a:cubicBezTo>
                      <a:pt x="392696" y="316545"/>
                      <a:pt x="392696" y="335583"/>
                      <a:pt x="395416" y="351901"/>
                    </a:cubicBezTo>
                    <a:cubicBezTo>
                      <a:pt x="398136" y="373658"/>
                      <a:pt x="398136" y="384537"/>
                      <a:pt x="398136" y="409014"/>
                    </a:cubicBezTo>
                    <a:cubicBezTo>
                      <a:pt x="398136" y="422612"/>
                      <a:pt x="398136" y="444369"/>
                      <a:pt x="381817" y="444369"/>
                    </a:cubicBezTo>
                    <a:cubicBezTo>
                      <a:pt x="373658" y="444369"/>
                      <a:pt x="370939" y="441650"/>
                      <a:pt x="365500" y="438930"/>
                    </a:cubicBezTo>
                    <a:cubicBezTo>
                      <a:pt x="360060" y="436210"/>
                      <a:pt x="357341" y="428051"/>
                      <a:pt x="357341" y="422612"/>
                    </a:cubicBezTo>
                    <a:cubicBezTo>
                      <a:pt x="354621" y="414453"/>
                      <a:pt x="354621" y="409014"/>
                      <a:pt x="354621" y="400855"/>
                    </a:cubicBezTo>
                    <a:cubicBezTo>
                      <a:pt x="354621" y="395415"/>
                      <a:pt x="354621" y="389976"/>
                      <a:pt x="354621" y="381817"/>
                    </a:cubicBezTo>
                    <a:cubicBezTo>
                      <a:pt x="335583" y="381817"/>
                      <a:pt x="308387" y="384537"/>
                      <a:pt x="270312" y="381817"/>
                    </a:cubicBezTo>
                    <a:cubicBezTo>
                      <a:pt x="262153" y="381817"/>
                      <a:pt x="256713" y="387256"/>
                      <a:pt x="256713" y="395415"/>
                    </a:cubicBezTo>
                    <a:cubicBezTo>
                      <a:pt x="256713" y="403574"/>
                      <a:pt x="256713" y="414453"/>
                      <a:pt x="253994" y="422612"/>
                    </a:cubicBezTo>
                    <a:cubicBezTo>
                      <a:pt x="253994" y="425332"/>
                      <a:pt x="253994" y="430771"/>
                      <a:pt x="253994" y="433490"/>
                    </a:cubicBezTo>
                    <a:cubicBezTo>
                      <a:pt x="253994" y="438930"/>
                      <a:pt x="253994" y="444369"/>
                      <a:pt x="253994" y="449809"/>
                    </a:cubicBezTo>
                    <a:cubicBezTo>
                      <a:pt x="253994" y="457967"/>
                      <a:pt x="256713" y="466126"/>
                      <a:pt x="256713" y="474285"/>
                    </a:cubicBezTo>
                    <a:cubicBezTo>
                      <a:pt x="256713" y="482444"/>
                      <a:pt x="256713" y="490603"/>
                      <a:pt x="256713" y="496043"/>
                    </a:cubicBezTo>
                    <a:cubicBezTo>
                      <a:pt x="256713" y="509641"/>
                      <a:pt x="259433" y="520520"/>
                      <a:pt x="259433" y="534118"/>
                    </a:cubicBezTo>
                    <a:cubicBezTo>
                      <a:pt x="259433" y="553155"/>
                      <a:pt x="259433" y="572193"/>
                      <a:pt x="259433" y="591231"/>
                    </a:cubicBezTo>
                    <a:cubicBezTo>
                      <a:pt x="259433" y="602109"/>
                      <a:pt x="262153" y="610268"/>
                      <a:pt x="262153" y="618427"/>
                    </a:cubicBezTo>
                    <a:cubicBezTo>
                      <a:pt x="264872" y="626586"/>
                      <a:pt x="262153" y="642904"/>
                      <a:pt x="267592" y="648343"/>
                    </a:cubicBezTo>
                    <a:cubicBezTo>
                      <a:pt x="270312" y="651063"/>
                      <a:pt x="275751" y="651063"/>
                      <a:pt x="292069" y="651063"/>
                    </a:cubicBezTo>
                    <a:cubicBezTo>
                      <a:pt x="305667" y="651063"/>
                      <a:pt x="319265" y="651063"/>
                      <a:pt x="327424" y="651063"/>
                    </a:cubicBezTo>
                    <a:cubicBezTo>
                      <a:pt x="338303" y="651063"/>
                      <a:pt x="351901" y="653783"/>
                      <a:pt x="362780" y="653783"/>
                    </a:cubicBezTo>
                    <a:cubicBezTo>
                      <a:pt x="376378" y="653783"/>
                      <a:pt x="384537" y="651063"/>
                      <a:pt x="395416" y="648343"/>
                    </a:cubicBezTo>
                    <a:cubicBezTo>
                      <a:pt x="395416" y="637465"/>
                      <a:pt x="395416" y="629306"/>
                      <a:pt x="395416" y="618427"/>
                    </a:cubicBezTo>
                    <a:cubicBezTo>
                      <a:pt x="395416" y="610268"/>
                      <a:pt x="395416" y="602109"/>
                      <a:pt x="395416" y="596670"/>
                    </a:cubicBezTo>
                    <a:cubicBezTo>
                      <a:pt x="395416" y="591231"/>
                      <a:pt x="395416" y="585791"/>
                      <a:pt x="398136" y="574913"/>
                    </a:cubicBezTo>
                    <a:cubicBezTo>
                      <a:pt x="400855" y="569473"/>
                      <a:pt x="400855" y="564034"/>
                      <a:pt x="406295" y="558595"/>
                    </a:cubicBezTo>
                    <a:cubicBezTo>
                      <a:pt x="411734" y="553155"/>
                      <a:pt x="414453" y="553155"/>
                      <a:pt x="422612" y="553155"/>
                    </a:cubicBezTo>
                    <a:cubicBezTo>
                      <a:pt x="436211" y="553155"/>
                      <a:pt x="438930" y="577632"/>
                      <a:pt x="438930" y="588511"/>
                    </a:cubicBezTo>
                    <a:cubicBezTo>
                      <a:pt x="438930" y="612988"/>
                      <a:pt x="438930" y="623866"/>
                      <a:pt x="436211" y="645624"/>
                    </a:cubicBezTo>
                    <a:cubicBezTo>
                      <a:pt x="433491" y="648343"/>
                      <a:pt x="433491" y="648343"/>
                      <a:pt x="433491" y="651063"/>
                    </a:cubicBezTo>
                    <a:lnTo>
                      <a:pt x="433491" y="651063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48">
                <a:extLst>
                  <a:ext uri="{FF2B5EF4-FFF2-40B4-BE49-F238E27FC236}">
                    <a16:creationId xmlns:a16="http://schemas.microsoft.com/office/drawing/2014/main" id="{2E209308-D682-0B46-878B-30DFD2C94C66}"/>
                  </a:ext>
                </a:extLst>
              </p:cNvPr>
              <p:cNvSpPr/>
              <p:nvPr/>
            </p:nvSpPr>
            <p:spPr>
              <a:xfrm>
                <a:off x="7912732" y="4250336"/>
                <a:ext cx="465062" cy="658157"/>
              </a:xfrm>
              <a:custGeom>
                <a:avLst/>
                <a:gdLst>
                  <a:gd name="connsiteX0" fmla="*/ 193096 w 465062"/>
                  <a:gd name="connsiteY0" fmla="*/ 59832 h 658157"/>
                  <a:gd name="connsiteX1" fmla="*/ 193096 w 465062"/>
                  <a:gd name="connsiteY1" fmla="*/ 114226 h 658157"/>
                  <a:gd name="connsiteX2" fmla="*/ 198536 w 465062"/>
                  <a:gd name="connsiteY2" fmla="*/ 209414 h 658157"/>
                  <a:gd name="connsiteX3" fmla="*/ 201255 w 465062"/>
                  <a:gd name="connsiteY3" fmla="*/ 282845 h 658157"/>
                  <a:gd name="connsiteX4" fmla="*/ 203975 w 465062"/>
                  <a:gd name="connsiteY4" fmla="*/ 315481 h 658157"/>
                  <a:gd name="connsiteX5" fmla="*/ 203975 w 465062"/>
                  <a:gd name="connsiteY5" fmla="*/ 320920 h 658157"/>
                  <a:gd name="connsiteX6" fmla="*/ 212134 w 465062"/>
                  <a:gd name="connsiteY6" fmla="*/ 329079 h 658157"/>
                  <a:gd name="connsiteX7" fmla="*/ 223013 w 465062"/>
                  <a:gd name="connsiteY7" fmla="*/ 329079 h 658157"/>
                  <a:gd name="connsiteX8" fmla="*/ 239331 w 465062"/>
                  <a:gd name="connsiteY8" fmla="*/ 329079 h 658157"/>
                  <a:gd name="connsiteX9" fmla="*/ 280126 w 465062"/>
                  <a:gd name="connsiteY9" fmla="*/ 312761 h 658157"/>
                  <a:gd name="connsiteX10" fmla="*/ 296443 w 465062"/>
                  <a:gd name="connsiteY10" fmla="*/ 288284 h 658157"/>
                  <a:gd name="connsiteX11" fmla="*/ 304602 w 465062"/>
                  <a:gd name="connsiteY11" fmla="*/ 258368 h 658157"/>
                  <a:gd name="connsiteX12" fmla="*/ 312761 w 465062"/>
                  <a:gd name="connsiteY12" fmla="*/ 225732 h 658157"/>
                  <a:gd name="connsiteX13" fmla="*/ 315481 w 465062"/>
                  <a:gd name="connsiteY13" fmla="*/ 195816 h 658157"/>
                  <a:gd name="connsiteX14" fmla="*/ 318201 w 465062"/>
                  <a:gd name="connsiteY14" fmla="*/ 168619 h 658157"/>
                  <a:gd name="connsiteX15" fmla="*/ 312761 w 465062"/>
                  <a:gd name="connsiteY15" fmla="*/ 135983 h 658157"/>
                  <a:gd name="connsiteX16" fmla="*/ 312761 w 465062"/>
                  <a:gd name="connsiteY16" fmla="*/ 122385 h 658157"/>
                  <a:gd name="connsiteX17" fmla="*/ 293724 w 465062"/>
                  <a:gd name="connsiteY17" fmla="*/ 84309 h 658157"/>
                  <a:gd name="connsiteX18" fmla="*/ 280126 w 465062"/>
                  <a:gd name="connsiteY18" fmla="*/ 73430 h 658157"/>
                  <a:gd name="connsiteX19" fmla="*/ 258368 w 465062"/>
                  <a:gd name="connsiteY19" fmla="*/ 62552 h 658157"/>
                  <a:gd name="connsiteX20" fmla="*/ 217573 w 465062"/>
                  <a:gd name="connsiteY20" fmla="*/ 59832 h 658157"/>
                  <a:gd name="connsiteX21" fmla="*/ 111506 w 465062"/>
                  <a:gd name="connsiteY21" fmla="*/ 0 h 658157"/>
                  <a:gd name="connsiteX22" fmla="*/ 127824 w 465062"/>
                  <a:gd name="connsiteY22" fmla="*/ 0 h 658157"/>
                  <a:gd name="connsiteX23" fmla="*/ 157741 w 465062"/>
                  <a:gd name="connsiteY23" fmla="*/ 5440 h 658157"/>
                  <a:gd name="connsiteX24" fmla="*/ 179497 w 465062"/>
                  <a:gd name="connsiteY24" fmla="*/ 16318 h 658157"/>
                  <a:gd name="connsiteX25" fmla="*/ 209414 w 465062"/>
                  <a:gd name="connsiteY25" fmla="*/ 16318 h 658157"/>
                  <a:gd name="connsiteX26" fmla="*/ 247489 w 465062"/>
                  <a:gd name="connsiteY26" fmla="*/ 16318 h 658157"/>
                  <a:gd name="connsiteX27" fmla="*/ 266527 w 465062"/>
                  <a:gd name="connsiteY27" fmla="*/ 16318 h 658157"/>
                  <a:gd name="connsiteX28" fmla="*/ 312761 w 465062"/>
                  <a:gd name="connsiteY28" fmla="*/ 27197 h 658157"/>
                  <a:gd name="connsiteX29" fmla="*/ 337238 w 465062"/>
                  <a:gd name="connsiteY29" fmla="*/ 38075 h 658157"/>
                  <a:gd name="connsiteX30" fmla="*/ 364434 w 465062"/>
                  <a:gd name="connsiteY30" fmla="*/ 54393 h 658157"/>
                  <a:gd name="connsiteX31" fmla="*/ 386192 w 465062"/>
                  <a:gd name="connsiteY31" fmla="*/ 73431 h 658157"/>
                  <a:gd name="connsiteX32" fmla="*/ 407949 w 465062"/>
                  <a:gd name="connsiteY32" fmla="*/ 103347 h 658157"/>
                  <a:gd name="connsiteX33" fmla="*/ 416108 w 465062"/>
                  <a:gd name="connsiteY33" fmla="*/ 141422 h 658157"/>
                  <a:gd name="connsiteX34" fmla="*/ 418828 w 465062"/>
                  <a:gd name="connsiteY34" fmla="*/ 163179 h 658157"/>
                  <a:gd name="connsiteX35" fmla="*/ 418828 w 465062"/>
                  <a:gd name="connsiteY35" fmla="*/ 171339 h 658157"/>
                  <a:gd name="connsiteX36" fmla="*/ 421547 w 465062"/>
                  <a:gd name="connsiteY36" fmla="*/ 187656 h 658157"/>
                  <a:gd name="connsiteX37" fmla="*/ 418828 w 465062"/>
                  <a:gd name="connsiteY37" fmla="*/ 206694 h 658157"/>
                  <a:gd name="connsiteX38" fmla="*/ 416108 w 465062"/>
                  <a:gd name="connsiteY38" fmla="*/ 233891 h 658157"/>
                  <a:gd name="connsiteX39" fmla="*/ 405229 w 465062"/>
                  <a:gd name="connsiteY39" fmla="*/ 263807 h 658157"/>
                  <a:gd name="connsiteX40" fmla="*/ 394351 w 465062"/>
                  <a:gd name="connsiteY40" fmla="*/ 274686 h 658157"/>
                  <a:gd name="connsiteX41" fmla="*/ 388912 w 465062"/>
                  <a:gd name="connsiteY41" fmla="*/ 285564 h 658157"/>
                  <a:gd name="connsiteX42" fmla="*/ 369874 w 465062"/>
                  <a:gd name="connsiteY42" fmla="*/ 304602 h 658157"/>
                  <a:gd name="connsiteX43" fmla="*/ 358995 w 465062"/>
                  <a:gd name="connsiteY43" fmla="*/ 310041 h 658157"/>
                  <a:gd name="connsiteX44" fmla="*/ 348117 w 465062"/>
                  <a:gd name="connsiteY44" fmla="*/ 320920 h 658157"/>
                  <a:gd name="connsiteX45" fmla="*/ 326359 w 465062"/>
                  <a:gd name="connsiteY45" fmla="*/ 339957 h 658157"/>
                  <a:gd name="connsiteX46" fmla="*/ 312761 w 465062"/>
                  <a:gd name="connsiteY46" fmla="*/ 353555 h 658157"/>
                  <a:gd name="connsiteX47" fmla="*/ 337238 w 465062"/>
                  <a:gd name="connsiteY47" fmla="*/ 380752 h 658157"/>
                  <a:gd name="connsiteX48" fmla="*/ 358995 w 465062"/>
                  <a:gd name="connsiteY48" fmla="*/ 421547 h 658157"/>
                  <a:gd name="connsiteX49" fmla="*/ 372593 w 465062"/>
                  <a:gd name="connsiteY49" fmla="*/ 459622 h 658157"/>
                  <a:gd name="connsiteX50" fmla="*/ 386192 w 465062"/>
                  <a:gd name="connsiteY50" fmla="*/ 514015 h 658157"/>
                  <a:gd name="connsiteX51" fmla="*/ 407949 w 465062"/>
                  <a:gd name="connsiteY51" fmla="*/ 568408 h 658157"/>
                  <a:gd name="connsiteX52" fmla="*/ 421547 w 465062"/>
                  <a:gd name="connsiteY52" fmla="*/ 598324 h 658157"/>
                  <a:gd name="connsiteX53" fmla="*/ 451463 w 465062"/>
                  <a:gd name="connsiteY53" fmla="*/ 628241 h 658157"/>
                  <a:gd name="connsiteX54" fmla="*/ 465062 w 465062"/>
                  <a:gd name="connsiteY54" fmla="*/ 644559 h 658157"/>
                  <a:gd name="connsiteX55" fmla="*/ 462342 w 465062"/>
                  <a:gd name="connsiteY55" fmla="*/ 649998 h 658157"/>
                  <a:gd name="connsiteX56" fmla="*/ 437865 w 465062"/>
                  <a:gd name="connsiteY56" fmla="*/ 658157 h 658157"/>
                  <a:gd name="connsiteX57" fmla="*/ 361715 w 465062"/>
                  <a:gd name="connsiteY57" fmla="*/ 622801 h 658157"/>
                  <a:gd name="connsiteX58" fmla="*/ 320920 w 465062"/>
                  <a:gd name="connsiteY58" fmla="*/ 565689 h 658157"/>
                  <a:gd name="connsiteX59" fmla="*/ 304602 w 465062"/>
                  <a:gd name="connsiteY59" fmla="*/ 530333 h 658157"/>
                  <a:gd name="connsiteX60" fmla="*/ 293723 w 465062"/>
                  <a:gd name="connsiteY60" fmla="*/ 497697 h 658157"/>
                  <a:gd name="connsiteX61" fmla="*/ 282845 w 465062"/>
                  <a:gd name="connsiteY61" fmla="*/ 462342 h 658157"/>
                  <a:gd name="connsiteX62" fmla="*/ 269246 w 465062"/>
                  <a:gd name="connsiteY62" fmla="*/ 424267 h 658157"/>
                  <a:gd name="connsiteX63" fmla="*/ 255648 w 465062"/>
                  <a:gd name="connsiteY63" fmla="*/ 391631 h 658157"/>
                  <a:gd name="connsiteX64" fmla="*/ 236610 w 465062"/>
                  <a:gd name="connsiteY64" fmla="*/ 367154 h 658157"/>
                  <a:gd name="connsiteX65" fmla="*/ 217573 w 465062"/>
                  <a:gd name="connsiteY65" fmla="*/ 361714 h 658157"/>
                  <a:gd name="connsiteX66" fmla="*/ 201255 w 465062"/>
                  <a:gd name="connsiteY66" fmla="*/ 361714 h 658157"/>
                  <a:gd name="connsiteX67" fmla="*/ 198535 w 465062"/>
                  <a:gd name="connsiteY67" fmla="*/ 367154 h 658157"/>
                  <a:gd name="connsiteX68" fmla="*/ 201255 w 465062"/>
                  <a:gd name="connsiteY68" fmla="*/ 388911 h 658157"/>
                  <a:gd name="connsiteX69" fmla="*/ 198535 w 465062"/>
                  <a:gd name="connsiteY69" fmla="*/ 426986 h 658157"/>
                  <a:gd name="connsiteX70" fmla="*/ 203975 w 465062"/>
                  <a:gd name="connsiteY70" fmla="*/ 478660 h 658157"/>
                  <a:gd name="connsiteX71" fmla="*/ 198535 w 465062"/>
                  <a:gd name="connsiteY71" fmla="*/ 552090 h 658157"/>
                  <a:gd name="connsiteX72" fmla="*/ 195816 w 465062"/>
                  <a:gd name="connsiteY72" fmla="*/ 576567 h 658157"/>
                  <a:gd name="connsiteX73" fmla="*/ 198535 w 465062"/>
                  <a:gd name="connsiteY73" fmla="*/ 592885 h 658157"/>
                  <a:gd name="connsiteX74" fmla="*/ 233891 w 465062"/>
                  <a:gd name="connsiteY74" fmla="*/ 592885 h 658157"/>
                  <a:gd name="connsiteX75" fmla="*/ 271966 w 465062"/>
                  <a:gd name="connsiteY75" fmla="*/ 611923 h 658157"/>
                  <a:gd name="connsiteX76" fmla="*/ 266527 w 465062"/>
                  <a:gd name="connsiteY76" fmla="*/ 628241 h 658157"/>
                  <a:gd name="connsiteX77" fmla="*/ 250209 w 465062"/>
                  <a:gd name="connsiteY77" fmla="*/ 636400 h 658157"/>
                  <a:gd name="connsiteX78" fmla="*/ 228451 w 465062"/>
                  <a:gd name="connsiteY78" fmla="*/ 639119 h 658157"/>
                  <a:gd name="connsiteX79" fmla="*/ 187657 w 465062"/>
                  <a:gd name="connsiteY79" fmla="*/ 639119 h 658157"/>
                  <a:gd name="connsiteX80" fmla="*/ 152301 w 465062"/>
                  <a:gd name="connsiteY80" fmla="*/ 652717 h 658157"/>
                  <a:gd name="connsiteX81" fmla="*/ 133263 w 465062"/>
                  <a:gd name="connsiteY81" fmla="*/ 655437 h 658157"/>
                  <a:gd name="connsiteX82" fmla="*/ 122385 w 465062"/>
                  <a:gd name="connsiteY82" fmla="*/ 652717 h 658157"/>
                  <a:gd name="connsiteX83" fmla="*/ 97908 w 465062"/>
                  <a:gd name="connsiteY83" fmla="*/ 639119 h 658157"/>
                  <a:gd name="connsiteX84" fmla="*/ 70711 w 465062"/>
                  <a:gd name="connsiteY84" fmla="*/ 639119 h 658157"/>
                  <a:gd name="connsiteX85" fmla="*/ 46234 w 465062"/>
                  <a:gd name="connsiteY85" fmla="*/ 639119 h 658157"/>
                  <a:gd name="connsiteX86" fmla="*/ 19038 w 465062"/>
                  <a:gd name="connsiteY86" fmla="*/ 630960 h 658157"/>
                  <a:gd name="connsiteX87" fmla="*/ 2720 w 465062"/>
                  <a:gd name="connsiteY87" fmla="*/ 614642 h 658157"/>
                  <a:gd name="connsiteX88" fmla="*/ 8159 w 465062"/>
                  <a:gd name="connsiteY88" fmla="*/ 606483 h 658157"/>
                  <a:gd name="connsiteX89" fmla="*/ 29916 w 465062"/>
                  <a:gd name="connsiteY89" fmla="*/ 598324 h 658157"/>
                  <a:gd name="connsiteX90" fmla="*/ 76151 w 465062"/>
                  <a:gd name="connsiteY90" fmla="*/ 592885 h 658157"/>
                  <a:gd name="connsiteX91" fmla="*/ 73431 w 465062"/>
                  <a:gd name="connsiteY91" fmla="*/ 573848 h 658157"/>
                  <a:gd name="connsiteX92" fmla="*/ 70711 w 465062"/>
                  <a:gd name="connsiteY92" fmla="*/ 500417 h 658157"/>
                  <a:gd name="connsiteX93" fmla="*/ 73431 w 465062"/>
                  <a:gd name="connsiteY93" fmla="*/ 437865 h 658157"/>
                  <a:gd name="connsiteX94" fmla="*/ 70711 w 465062"/>
                  <a:gd name="connsiteY94" fmla="*/ 369873 h 658157"/>
                  <a:gd name="connsiteX95" fmla="*/ 70711 w 465062"/>
                  <a:gd name="connsiteY95" fmla="*/ 293723 h 658157"/>
                  <a:gd name="connsiteX96" fmla="*/ 73431 w 465062"/>
                  <a:gd name="connsiteY96" fmla="*/ 212133 h 658157"/>
                  <a:gd name="connsiteX97" fmla="*/ 76151 w 465062"/>
                  <a:gd name="connsiteY97" fmla="*/ 155021 h 658157"/>
                  <a:gd name="connsiteX98" fmla="*/ 76151 w 465062"/>
                  <a:gd name="connsiteY98" fmla="*/ 119665 h 658157"/>
                  <a:gd name="connsiteX99" fmla="*/ 78870 w 465062"/>
                  <a:gd name="connsiteY99" fmla="*/ 84310 h 658157"/>
                  <a:gd name="connsiteX100" fmla="*/ 76151 w 465062"/>
                  <a:gd name="connsiteY100" fmla="*/ 62552 h 658157"/>
                  <a:gd name="connsiteX101" fmla="*/ 67992 w 465062"/>
                  <a:gd name="connsiteY101" fmla="*/ 62552 h 658157"/>
                  <a:gd name="connsiteX102" fmla="*/ 43515 w 465062"/>
                  <a:gd name="connsiteY102" fmla="*/ 62552 h 658157"/>
                  <a:gd name="connsiteX103" fmla="*/ 16318 w 465062"/>
                  <a:gd name="connsiteY103" fmla="*/ 57113 h 658157"/>
                  <a:gd name="connsiteX104" fmla="*/ 0 w 465062"/>
                  <a:gd name="connsiteY104" fmla="*/ 40795 h 658157"/>
                  <a:gd name="connsiteX105" fmla="*/ 5439 w 465062"/>
                  <a:gd name="connsiteY105" fmla="*/ 32636 h 658157"/>
                  <a:gd name="connsiteX106" fmla="*/ 27197 w 465062"/>
                  <a:gd name="connsiteY106" fmla="*/ 24477 h 658157"/>
                  <a:gd name="connsiteX107" fmla="*/ 76151 w 465062"/>
                  <a:gd name="connsiteY107" fmla="*/ 19038 h 658157"/>
                  <a:gd name="connsiteX108" fmla="*/ 78870 w 465062"/>
                  <a:gd name="connsiteY108" fmla="*/ 13598 h 658157"/>
                  <a:gd name="connsiteX109" fmla="*/ 95188 w 465062"/>
                  <a:gd name="connsiteY109" fmla="*/ 5440 h 658157"/>
                  <a:gd name="connsiteX110" fmla="*/ 111506 w 465062"/>
                  <a:gd name="connsiteY110" fmla="*/ 0 h 65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465062" h="658157">
                    <a:moveTo>
                      <a:pt x="193096" y="59832"/>
                    </a:moveTo>
                    <a:cubicBezTo>
                      <a:pt x="193096" y="73430"/>
                      <a:pt x="193096" y="89748"/>
                      <a:pt x="193096" y="114226"/>
                    </a:cubicBezTo>
                    <a:cubicBezTo>
                      <a:pt x="193096" y="144142"/>
                      <a:pt x="195816" y="176778"/>
                      <a:pt x="198536" y="209414"/>
                    </a:cubicBezTo>
                    <a:cubicBezTo>
                      <a:pt x="198536" y="247489"/>
                      <a:pt x="201255" y="277406"/>
                      <a:pt x="201255" y="282845"/>
                    </a:cubicBezTo>
                    <a:cubicBezTo>
                      <a:pt x="201255" y="293723"/>
                      <a:pt x="203975" y="304602"/>
                      <a:pt x="203975" y="315481"/>
                    </a:cubicBezTo>
                    <a:cubicBezTo>
                      <a:pt x="203975" y="318200"/>
                      <a:pt x="203975" y="318200"/>
                      <a:pt x="203975" y="320920"/>
                    </a:cubicBezTo>
                    <a:cubicBezTo>
                      <a:pt x="203975" y="326359"/>
                      <a:pt x="206695" y="329079"/>
                      <a:pt x="212134" y="329079"/>
                    </a:cubicBezTo>
                    <a:cubicBezTo>
                      <a:pt x="214854" y="329079"/>
                      <a:pt x="220293" y="329079"/>
                      <a:pt x="223013" y="329079"/>
                    </a:cubicBezTo>
                    <a:cubicBezTo>
                      <a:pt x="228452" y="329079"/>
                      <a:pt x="233891" y="329079"/>
                      <a:pt x="239331" y="329079"/>
                    </a:cubicBezTo>
                    <a:cubicBezTo>
                      <a:pt x="252929" y="329079"/>
                      <a:pt x="271967" y="323640"/>
                      <a:pt x="280126" y="312761"/>
                    </a:cubicBezTo>
                    <a:cubicBezTo>
                      <a:pt x="288284" y="304602"/>
                      <a:pt x="291004" y="299163"/>
                      <a:pt x="296443" y="288284"/>
                    </a:cubicBezTo>
                    <a:cubicBezTo>
                      <a:pt x="299163" y="277406"/>
                      <a:pt x="301883" y="269247"/>
                      <a:pt x="304602" y="258368"/>
                    </a:cubicBezTo>
                    <a:cubicBezTo>
                      <a:pt x="307322" y="244770"/>
                      <a:pt x="310042" y="239330"/>
                      <a:pt x="312761" y="225732"/>
                    </a:cubicBezTo>
                    <a:cubicBezTo>
                      <a:pt x="315481" y="212134"/>
                      <a:pt x="315481" y="209414"/>
                      <a:pt x="315481" y="195816"/>
                    </a:cubicBezTo>
                    <a:cubicBezTo>
                      <a:pt x="315481" y="179498"/>
                      <a:pt x="315481" y="184937"/>
                      <a:pt x="318201" y="168619"/>
                    </a:cubicBezTo>
                    <a:cubicBezTo>
                      <a:pt x="312761" y="152302"/>
                      <a:pt x="312761" y="149582"/>
                      <a:pt x="312761" y="135983"/>
                    </a:cubicBezTo>
                    <a:cubicBezTo>
                      <a:pt x="312761" y="133264"/>
                      <a:pt x="312761" y="127825"/>
                      <a:pt x="312761" y="122385"/>
                    </a:cubicBezTo>
                    <a:cubicBezTo>
                      <a:pt x="312761" y="111507"/>
                      <a:pt x="301883" y="95188"/>
                      <a:pt x="293724" y="84309"/>
                    </a:cubicBezTo>
                    <a:cubicBezTo>
                      <a:pt x="288284" y="78870"/>
                      <a:pt x="285565" y="76150"/>
                      <a:pt x="280126" y="73430"/>
                    </a:cubicBezTo>
                    <a:cubicBezTo>
                      <a:pt x="271967" y="67991"/>
                      <a:pt x="266527" y="65271"/>
                      <a:pt x="258368" y="62552"/>
                    </a:cubicBezTo>
                    <a:cubicBezTo>
                      <a:pt x="244770" y="59832"/>
                      <a:pt x="228452" y="59832"/>
                      <a:pt x="217573" y="59832"/>
                    </a:cubicBezTo>
                    <a:close/>
                    <a:moveTo>
                      <a:pt x="111506" y="0"/>
                    </a:moveTo>
                    <a:cubicBezTo>
                      <a:pt x="114226" y="0"/>
                      <a:pt x="122385" y="0"/>
                      <a:pt x="127824" y="0"/>
                    </a:cubicBezTo>
                    <a:cubicBezTo>
                      <a:pt x="135983" y="0"/>
                      <a:pt x="146862" y="2720"/>
                      <a:pt x="157741" y="5440"/>
                    </a:cubicBezTo>
                    <a:cubicBezTo>
                      <a:pt x="168619" y="8159"/>
                      <a:pt x="176778" y="10879"/>
                      <a:pt x="179497" y="16318"/>
                    </a:cubicBezTo>
                    <a:cubicBezTo>
                      <a:pt x="193096" y="16318"/>
                      <a:pt x="201255" y="16318"/>
                      <a:pt x="209414" y="16318"/>
                    </a:cubicBezTo>
                    <a:cubicBezTo>
                      <a:pt x="220292" y="16318"/>
                      <a:pt x="231171" y="16318"/>
                      <a:pt x="247489" y="16318"/>
                    </a:cubicBezTo>
                    <a:cubicBezTo>
                      <a:pt x="250209" y="16318"/>
                      <a:pt x="258368" y="16318"/>
                      <a:pt x="266527" y="16318"/>
                    </a:cubicBezTo>
                    <a:cubicBezTo>
                      <a:pt x="277405" y="16318"/>
                      <a:pt x="291004" y="21758"/>
                      <a:pt x="312761" y="27197"/>
                    </a:cubicBezTo>
                    <a:cubicBezTo>
                      <a:pt x="320920" y="29917"/>
                      <a:pt x="329079" y="35356"/>
                      <a:pt x="337238" y="38075"/>
                    </a:cubicBezTo>
                    <a:cubicBezTo>
                      <a:pt x="342677" y="40795"/>
                      <a:pt x="353556" y="48954"/>
                      <a:pt x="364434" y="54393"/>
                    </a:cubicBezTo>
                    <a:cubicBezTo>
                      <a:pt x="375313" y="62552"/>
                      <a:pt x="386192" y="67992"/>
                      <a:pt x="386192" y="73431"/>
                    </a:cubicBezTo>
                    <a:cubicBezTo>
                      <a:pt x="391631" y="84310"/>
                      <a:pt x="402510" y="92469"/>
                      <a:pt x="407949" y="103347"/>
                    </a:cubicBezTo>
                    <a:cubicBezTo>
                      <a:pt x="413388" y="116945"/>
                      <a:pt x="416108" y="130544"/>
                      <a:pt x="416108" y="141422"/>
                    </a:cubicBezTo>
                    <a:cubicBezTo>
                      <a:pt x="416108" y="152301"/>
                      <a:pt x="418828" y="157740"/>
                      <a:pt x="418828" y="163179"/>
                    </a:cubicBezTo>
                    <a:cubicBezTo>
                      <a:pt x="418828" y="165899"/>
                      <a:pt x="418828" y="168619"/>
                      <a:pt x="418828" y="171339"/>
                    </a:cubicBezTo>
                    <a:cubicBezTo>
                      <a:pt x="418828" y="174058"/>
                      <a:pt x="421547" y="182217"/>
                      <a:pt x="421547" y="187656"/>
                    </a:cubicBezTo>
                    <a:cubicBezTo>
                      <a:pt x="421547" y="193096"/>
                      <a:pt x="418828" y="201255"/>
                      <a:pt x="418828" y="206694"/>
                    </a:cubicBezTo>
                    <a:cubicBezTo>
                      <a:pt x="418828" y="217573"/>
                      <a:pt x="418828" y="223012"/>
                      <a:pt x="416108" y="233891"/>
                    </a:cubicBezTo>
                    <a:cubicBezTo>
                      <a:pt x="413388" y="244769"/>
                      <a:pt x="410668" y="255648"/>
                      <a:pt x="405229" y="263807"/>
                    </a:cubicBezTo>
                    <a:cubicBezTo>
                      <a:pt x="402510" y="269246"/>
                      <a:pt x="397070" y="269246"/>
                      <a:pt x="394351" y="274686"/>
                    </a:cubicBezTo>
                    <a:cubicBezTo>
                      <a:pt x="391631" y="277405"/>
                      <a:pt x="391631" y="282844"/>
                      <a:pt x="388912" y="285564"/>
                    </a:cubicBezTo>
                    <a:cubicBezTo>
                      <a:pt x="383472" y="291003"/>
                      <a:pt x="375313" y="301882"/>
                      <a:pt x="369874" y="304602"/>
                    </a:cubicBezTo>
                    <a:cubicBezTo>
                      <a:pt x="367154" y="307321"/>
                      <a:pt x="361715" y="307321"/>
                      <a:pt x="358995" y="310041"/>
                    </a:cubicBezTo>
                    <a:cubicBezTo>
                      <a:pt x="356275" y="312761"/>
                      <a:pt x="350836" y="318200"/>
                      <a:pt x="348117" y="320920"/>
                    </a:cubicBezTo>
                    <a:cubicBezTo>
                      <a:pt x="339958" y="326359"/>
                      <a:pt x="334518" y="334518"/>
                      <a:pt x="326359" y="339957"/>
                    </a:cubicBezTo>
                    <a:cubicBezTo>
                      <a:pt x="320920" y="342677"/>
                      <a:pt x="312761" y="342677"/>
                      <a:pt x="312761" y="353555"/>
                    </a:cubicBezTo>
                    <a:cubicBezTo>
                      <a:pt x="312761" y="361714"/>
                      <a:pt x="334518" y="372593"/>
                      <a:pt x="337238" y="380752"/>
                    </a:cubicBezTo>
                    <a:cubicBezTo>
                      <a:pt x="345397" y="394350"/>
                      <a:pt x="353556" y="407948"/>
                      <a:pt x="358995" y="421547"/>
                    </a:cubicBezTo>
                    <a:cubicBezTo>
                      <a:pt x="364434" y="435145"/>
                      <a:pt x="367154" y="446024"/>
                      <a:pt x="372593" y="459622"/>
                    </a:cubicBezTo>
                    <a:cubicBezTo>
                      <a:pt x="378033" y="478660"/>
                      <a:pt x="383472" y="494978"/>
                      <a:pt x="386192" y="514015"/>
                    </a:cubicBezTo>
                    <a:cubicBezTo>
                      <a:pt x="391631" y="533053"/>
                      <a:pt x="402510" y="549371"/>
                      <a:pt x="407949" y="568408"/>
                    </a:cubicBezTo>
                    <a:cubicBezTo>
                      <a:pt x="410668" y="579287"/>
                      <a:pt x="416108" y="590165"/>
                      <a:pt x="421547" y="598324"/>
                    </a:cubicBezTo>
                    <a:cubicBezTo>
                      <a:pt x="435146" y="614642"/>
                      <a:pt x="443305" y="622801"/>
                      <a:pt x="451463" y="628241"/>
                    </a:cubicBezTo>
                    <a:cubicBezTo>
                      <a:pt x="456903" y="630960"/>
                      <a:pt x="465062" y="636400"/>
                      <a:pt x="465062" y="644559"/>
                    </a:cubicBezTo>
                    <a:cubicBezTo>
                      <a:pt x="465062" y="647278"/>
                      <a:pt x="465062" y="647278"/>
                      <a:pt x="462342" y="649998"/>
                    </a:cubicBezTo>
                    <a:cubicBezTo>
                      <a:pt x="456903" y="655437"/>
                      <a:pt x="446024" y="658157"/>
                      <a:pt x="437865" y="658157"/>
                    </a:cubicBezTo>
                    <a:cubicBezTo>
                      <a:pt x="413388" y="658157"/>
                      <a:pt x="378033" y="641839"/>
                      <a:pt x="361715" y="622801"/>
                    </a:cubicBezTo>
                    <a:cubicBezTo>
                      <a:pt x="345397" y="606483"/>
                      <a:pt x="334518" y="584726"/>
                      <a:pt x="320920" y="565689"/>
                    </a:cubicBezTo>
                    <a:cubicBezTo>
                      <a:pt x="315480" y="554810"/>
                      <a:pt x="310041" y="543931"/>
                      <a:pt x="304602" y="530333"/>
                    </a:cubicBezTo>
                    <a:cubicBezTo>
                      <a:pt x="299163" y="519454"/>
                      <a:pt x="296443" y="508576"/>
                      <a:pt x="293723" y="497697"/>
                    </a:cubicBezTo>
                    <a:cubicBezTo>
                      <a:pt x="291004" y="486819"/>
                      <a:pt x="288284" y="473220"/>
                      <a:pt x="282845" y="462342"/>
                    </a:cubicBezTo>
                    <a:cubicBezTo>
                      <a:pt x="280125" y="448743"/>
                      <a:pt x="274686" y="437865"/>
                      <a:pt x="269246" y="424267"/>
                    </a:cubicBezTo>
                    <a:cubicBezTo>
                      <a:pt x="266527" y="416108"/>
                      <a:pt x="261087" y="402509"/>
                      <a:pt x="255648" y="391631"/>
                    </a:cubicBezTo>
                    <a:cubicBezTo>
                      <a:pt x="250209" y="380752"/>
                      <a:pt x="244770" y="375313"/>
                      <a:pt x="236610" y="367154"/>
                    </a:cubicBezTo>
                    <a:cubicBezTo>
                      <a:pt x="231171" y="361714"/>
                      <a:pt x="223012" y="361714"/>
                      <a:pt x="217573" y="361714"/>
                    </a:cubicBezTo>
                    <a:cubicBezTo>
                      <a:pt x="212134" y="361714"/>
                      <a:pt x="206694" y="361714"/>
                      <a:pt x="201255" y="361714"/>
                    </a:cubicBezTo>
                    <a:cubicBezTo>
                      <a:pt x="198535" y="361714"/>
                      <a:pt x="198535" y="364434"/>
                      <a:pt x="198535" y="367154"/>
                    </a:cubicBezTo>
                    <a:cubicBezTo>
                      <a:pt x="198535" y="375313"/>
                      <a:pt x="201255" y="386191"/>
                      <a:pt x="201255" y="388911"/>
                    </a:cubicBezTo>
                    <a:cubicBezTo>
                      <a:pt x="201255" y="402509"/>
                      <a:pt x="198535" y="413388"/>
                      <a:pt x="198535" y="426986"/>
                    </a:cubicBezTo>
                    <a:cubicBezTo>
                      <a:pt x="198535" y="446024"/>
                      <a:pt x="203975" y="456902"/>
                      <a:pt x="203975" y="478660"/>
                    </a:cubicBezTo>
                    <a:cubicBezTo>
                      <a:pt x="203975" y="503136"/>
                      <a:pt x="201255" y="527613"/>
                      <a:pt x="198535" y="552090"/>
                    </a:cubicBezTo>
                    <a:cubicBezTo>
                      <a:pt x="198535" y="560249"/>
                      <a:pt x="195816" y="568408"/>
                      <a:pt x="195816" y="576567"/>
                    </a:cubicBezTo>
                    <a:cubicBezTo>
                      <a:pt x="195816" y="582006"/>
                      <a:pt x="195816" y="587446"/>
                      <a:pt x="198535" y="592885"/>
                    </a:cubicBezTo>
                    <a:cubicBezTo>
                      <a:pt x="212134" y="592885"/>
                      <a:pt x="225732" y="592885"/>
                      <a:pt x="233891" y="592885"/>
                    </a:cubicBezTo>
                    <a:cubicBezTo>
                      <a:pt x="247489" y="592885"/>
                      <a:pt x="271966" y="592885"/>
                      <a:pt x="271966" y="611923"/>
                    </a:cubicBezTo>
                    <a:cubicBezTo>
                      <a:pt x="271966" y="620082"/>
                      <a:pt x="269246" y="622801"/>
                      <a:pt x="266527" y="628241"/>
                    </a:cubicBezTo>
                    <a:cubicBezTo>
                      <a:pt x="261087" y="633680"/>
                      <a:pt x="255648" y="636400"/>
                      <a:pt x="250209" y="636400"/>
                    </a:cubicBezTo>
                    <a:cubicBezTo>
                      <a:pt x="239330" y="639119"/>
                      <a:pt x="233891" y="639119"/>
                      <a:pt x="228451" y="639119"/>
                    </a:cubicBezTo>
                    <a:cubicBezTo>
                      <a:pt x="223012" y="639119"/>
                      <a:pt x="206694" y="639119"/>
                      <a:pt x="187657" y="639119"/>
                    </a:cubicBezTo>
                    <a:cubicBezTo>
                      <a:pt x="176778" y="647278"/>
                      <a:pt x="163180" y="649998"/>
                      <a:pt x="152301" y="652717"/>
                    </a:cubicBezTo>
                    <a:cubicBezTo>
                      <a:pt x="146862" y="652717"/>
                      <a:pt x="138703" y="655437"/>
                      <a:pt x="133263" y="655437"/>
                    </a:cubicBezTo>
                    <a:cubicBezTo>
                      <a:pt x="130544" y="655437"/>
                      <a:pt x="125104" y="655437"/>
                      <a:pt x="122385" y="652717"/>
                    </a:cubicBezTo>
                    <a:cubicBezTo>
                      <a:pt x="114226" y="649998"/>
                      <a:pt x="103347" y="644559"/>
                      <a:pt x="97908" y="639119"/>
                    </a:cubicBezTo>
                    <a:cubicBezTo>
                      <a:pt x="87029" y="639119"/>
                      <a:pt x="78870" y="639119"/>
                      <a:pt x="70711" y="639119"/>
                    </a:cubicBezTo>
                    <a:cubicBezTo>
                      <a:pt x="62552" y="639119"/>
                      <a:pt x="54393" y="639119"/>
                      <a:pt x="46234" y="639119"/>
                    </a:cubicBezTo>
                    <a:cubicBezTo>
                      <a:pt x="38075" y="639119"/>
                      <a:pt x="27197" y="633680"/>
                      <a:pt x="19038" y="630960"/>
                    </a:cubicBezTo>
                    <a:cubicBezTo>
                      <a:pt x="10879" y="628241"/>
                      <a:pt x="2720" y="620082"/>
                      <a:pt x="2720" y="614642"/>
                    </a:cubicBezTo>
                    <a:cubicBezTo>
                      <a:pt x="2720" y="611923"/>
                      <a:pt x="2720" y="609203"/>
                      <a:pt x="8159" y="606483"/>
                    </a:cubicBezTo>
                    <a:cubicBezTo>
                      <a:pt x="13599" y="603764"/>
                      <a:pt x="24477" y="601044"/>
                      <a:pt x="29916" y="598324"/>
                    </a:cubicBezTo>
                    <a:cubicBezTo>
                      <a:pt x="43515" y="595605"/>
                      <a:pt x="62552" y="595605"/>
                      <a:pt x="76151" y="592885"/>
                    </a:cubicBezTo>
                    <a:cubicBezTo>
                      <a:pt x="76151" y="587446"/>
                      <a:pt x="73431" y="582006"/>
                      <a:pt x="73431" y="573848"/>
                    </a:cubicBezTo>
                    <a:cubicBezTo>
                      <a:pt x="73431" y="565689"/>
                      <a:pt x="70711" y="516735"/>
                      <a:pt x="70711" y="500417"/>
                    </a:cubicBezTo>
                    <a:cubicBezTo>
                      <a:pt x="70711" y="481379"/>
                      <a:pt x="73431" y="456902"/>
                      <a:pt x="73431" y="437865"/>
                    </a:cubicBezTo>
                    <a:cubicBezTo>
                      <a:pt x="73431" y="416108"/>
                      <a:pt x="70711" y="391631"/>
                      <a:pt x="70711" y="369873"/>
                    </a:cubicBezTo>
                    <a:cubicBezTo>
                      <a:pt x="70711" y="345397"/>
                      <a:pt x="70711" y="318200"/>
                      <a:pt x="70711" y="293723"/>
                    </a:cubicBezTo>
                    <a:cubicBezTo>
                      <a:pt x="70711" y="266526"/>
                      <a:pt x="73431" y="239330"/>
                      <a:pt x="73431" y="212133"/>
                    </a:cubicBezTo>
                    <a:cubicBezTo>
                      <a:pt x="73431" y="187656"/>
                      <a:pt x="76151" y="179498"/>
                      <a:pt x="76151" y="155021"/>
                    </a:cubicBezTo>
                    <a:cubicBezTo>
                      <a:pt x="76151" y="144142"/>
                      <a:pt x="76151" y="130544"/>
                      <a:pt x="76151" y="119665"/>
                    </a:cubicBezTo>
                    <a:cubicBezTo>
                      <a:pt x="76151" y="106067"/>
                      <a:pt x="78870" y="95188"/>
                      <a:pt x="78870" y="84310"/>
                    </a:cubicBezTo>
                    <a:cubicBezTo>
                      <a:pt x="78870" y="78870"/>
                      <a:pt x="78870" y="70711"/>
                      <a:pt x="76151" y="62552"/>
                    </a:cubicBezTo>
                    <a:cubicBezTo>
                      <a:pt x="76151" y="62552"/>
                      <a:pt x="73431" y="62552"/>
                      <a:pt x="67992" y="62552"/>
                    </a:cubicBezTo>
                    <a:cubicBezTo>
                      <a:pt x="59833" y="62552"/>
                      <a:pt x="51674" y="62552"/>
                      <a:pt x="43515" y="62552"/>
                    </a:cubicBezTo>
                    <a:cubicBezTo>
                      <a:pt x="35356" y="62552"/>
                      <a:pt x="24477" y="59833"/>
                      <a:pt x="16318" y="57113"/>
                    </a:cubicBezTo>
                    <a:cubicBezTo>
                      <a:pt x="8159" y="54393"/>
                      <a:pt x="0" y="43515"/>
                      <a:pt x="0" y="40795"/>
                    </a:cubicBezTo>
                    <a:cubicBezTo>
                      <a:pt x="0" y="38075"/>
                      <a:pt x="0" y="35356"/>
                      <a:pt x="5439" y="32636"/>
                    </a:cubicBezTo>
                    <a:cubicBezTo>
                      <a:pt x="10879" y="29917"/>
                      <a:pt x="21758" y="27197"/>
                      <a:pt x="27197" y="24477"/>
                    </a:cubicBezTo>
                    <a:cubicBezTo>
                      <a:pt x="46234" y="21758"/>
                      <a:pt x="62552" y="19038"/>
                      <a:pt x="76151" y="19038"/>
                    </a:cubicBezTo>
                    <a:cubicBezTo>
                      <a:pt x="76151" y="16318"/>
                      <a:pt x="78870" y="16318"/>
                      <a:pt x="78870" y="13598"/>
                    </a:cubicBezTo>
                    <a:cubicBezTo>
                      <a:pt x="84309" y="10879"/>
                      <a:pt x="89749" y="8159"/>
                      <a:pt x="95188" y="5440"/>
                    </a:cubicBezTo>
                    <a:cubicBezTo>
                      <a:pt x="100628" y="2720"/>
                      <a:pt x="106067" y="0"/>
                      <a:pt x="11150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49">
                <a:extLst>
                  <a:ext uri="{FF2B5EF4-FFF2-40B4-BE49-F238E27FC236}">
                    <a16:creationId xmlns:a16="http://schemas.microsoft.com/office/drawing/2014/main" id="{15B3C46B-23C9-2041-907B-A68A381A6CE0}"/>
                  </a:ext>
                </a:extLst>
              </p:cNvPr>
              <p:cNvSpPr/>
              <p:nvPr/>
            </p:nvSpPr>
            <p:spPr>
              <a:xfrm>
                <a:off x="8346812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8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90 w 353555"/>
                  <a:gd name="connsiteY16" fmla="*/ 640184 h 761503"/>
                  <a:gd name="connsiteX17" fmla="*/ 128890 w 353555"/>
                  <a:gd name="connsiteY17" fmla="*/ 629306 h 761503"/>
                  <a:gd name="connsiteX18" fmla="*/ 128890 w 353555"/>
                  <a:gd name="connsiteY18" fmla="*/ 621147 h 761503"/>
                  <a:gd name="connsiteX19" fmla="*/ 128890 w 353555"/>
                  <a:gd name="connsiteY19" fmla="*/ 593950 h 761503"/>
                  <a:gd name="connsiteX20" fmla="*/ 128890 w 353555"/>
                  <a:gd name="connsiteY20" fmla="*/ 583072 h 761503"/>
                  <a:gd name="connsiteX21" fmla="*/ 128890 w 353555"/>
                  <a:gd name="connsiteY21" fmla="*/ 436210 h 761503"/>
                  <a:gd name="connsiteX22" fmla="*/ 128890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7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7 w 353555"/>
                  <a:gd name="connsiteY44" fmla="*/ 120730 h 761503"/>
                  <a:gd name="connsiteX45" fmla="*/ 294789 w 353555"/>
                  <a:gd name="connsiteY45" fmla="*/ 128889 h 761503"/>
                  <a:gd name="connsiteX46" fmla="*/ 273032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6" y="697297"/>
                      <a:pt x="316546" y="705456"/>
                    </a:cubicBezTo>
                    <a:cubicBezTo>
                      <a:pt x="311107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3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8"/>
                      <a:pt x="79936" y="683699"/>
                      <a:pt x="85375" y="680979"/>
                    </a:cubicBezTo>
                    <a:cubicBezTo>
                      <a:pt x="104413" y="678260"/>
                      <a:pt x="123450" y="675540"/>
                      <a:pt x="131609" y="675540"/>
                    </a:cubicBezTo>
                    <a:cubicBezTo>
                      <a:pt x="134329" y="675540"/>
                      <a:pt x="137049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90" y="640184"/>
                    </a:cubicBezTo>
                    <a:cubicBezTo>
                      <a:pt x="128890" y="637465"/>
                      <a:pt x="128890" y="634745"/>
                      <a:pt x="128890" y="629306"/>
                    </a:cubicBezTo>
                    <a:cubicBezTo>
                      <a:pt x="128890" y="626586"/>
                      <a:pt x="128890" y="623867"/>
                      <a:pt x="128890" y="621147"/>
                    </a:cubicBezTo>
                    <a:cubicBezTo>
                      <a:pt x="128890" y="612988"/>
                      <a:pt x="128890" y="604829"/>
                      <a:pt x="128890" y="593950"/>
                    </a:cubicBezTo>
                    <a:cubicBezTo>
                      <a:pt x="128890" y="591231"/>
                      <a:pt x="128890" y="585791"/>
                      <a:pt x="128890" y="583072"/>
                    </a:cubicBezTo>
                    <a:cubicBezTo>
                      <a:pt x="128890" y="534118"/>
                      <a:pt x="131609" y="485164"/>
                      <a:pt x="128890" y="436210"/>
                    </a:cubicBezTo>
                    <a:cubicBezTo>
                      <a:pt x="128890" y="409014"/>
                      <a:pt x="128890" y="384537"/>
                      <a:pt x="128890" y="357340"/>
                    </a:cubicBezTo>
                    <a:cubicBezTo>
                      <a:pt x="128890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90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8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9" y="69057"/>
                      <a:pt x="145208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4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8" y="74496"/>
                      <a:pt x="232237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7" y="120730"/>
                    </a:cubicBezTo>
                    <a:cubicBezTo>
                      <a:pt x="305667" y="126170"/>
                      <a:pt x="300228" y="128889"/>
                      <a:pt x="294789" y="128889"/>
                    </a:cubicBezTo>
                    <a:cubicBezTo>
                      <a:pt x="286630" y="131609"/>
                      <a:pt x="278471" y="131609"/>
                      <a:pt x="273032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2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50">
                <a:extLst>
                  <a:ext uri="{FF2B5EF4-FFF2-40B4-BE49-F238E27FC236}">
                    <a16:creationId xmlns:a16="http://schemas.microsoft.com/office/drawing/2014/main" id="{5B5E7F51-D044-D34C-AFC3-E9EF6605501B}"/>
                  </a:ext>
                </a:extLst>
              </p:cNvPr>
              <p:cNvSpPr/>
              <p:nvPr/>
            </p:nvSpPr>
            <p:spPr>
              <a:xfrm>
                <a:off x="8652924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3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4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7 w 516735"/>
                  <a:gd name="connsiteY18" fmla="*/ 694578 h 788699"/>
                  <a:gd name="connsiteX19" fmla="*/ 86583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3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7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4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8" y="452528"/>
                      <a:pt x="445578" y="455248"/>
                    </a:cubicBezTo>
                    <a:cubicBezTo>
                      <a:pt x="434700" y="460687"/>
                      <a:pt x="415662" y="463407"/>
                      <a:pt x="404783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3" y="694578"/>
                      <a:pt x="317754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7" y="694578"/>
                    </a:cubicBezTo>
                    <a:cubicBezTo>
                      <a:pt x="113780" y="672820"/>
                      <a:pt x="100182" y="648343"/>
                      <a:pt x="86583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3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7" y="82655"/>
                    </a:cubicBezTo>
                    <a:cubicBezTo>
                      <a:pt x="383027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4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4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5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3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4" y="468846"/>
                      <a:pt x="247044" y="466126"/>
                    </a:cubicBezTo>
                    <a:cubicBezTo>
                      <a:pt x="247044" y="463407"/>
                      <a:pt x="247044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2261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51">
                <a:extLst>
                  <a:ext uri="{FF2B5EF4-FFF2-40B4-BE49-F238E27FC236}">
                    <a16:creationId xmlns:a16="http://schemas.microsoft.com/office/drawing/2014/main" id="{62D0D014-F0A0-E443-AEE9-6D7E14AAB4EE}"/>
                  </a:ext>
                </a:extLst>
              </p:cNvPr>
              <p:cNvSpPr/>
              <p:nvPr/>
            </p:nvSpPr>
            <p:spPr>
              <a:xfrm>
                <a:off x="9053923" y="4178559"/>
                <a:ext cx="625521" cy="788700"/>
              </a:xfrm>
              <a:custGeom>
                <a:avLst/>
                <a:gdLst>
                  <a:gd name="connsiteX0" fmla="*/ 536838 w 625521"/>
                  <a:gd name="connsiteY0" fmla="*/ 680979 h 788699"/>
                  <a:gd name="connsiteX1" fmla="*/ 574913 w 625521"/>
                  <a:gd name="connsiteY1" fmla="*/ 697297 h 788699"/>
                  <a:gd name="connsiteX2" fmla="*/ 566755 w 625521"/>
                  <a:gd name="connsiteY2" fmla="*/ 713615 h 788699"/>
                  <a:gd name="connsiteX3" fmla="*/ 550437 w 625521"/>
                  <a:gd name="connsiteY3" fmla="*/ 721774 h 788699"/>
                  <a:gd name="connsiteX4" fmla="*/ 528680 w 625521"/>
                  <a:gd name="connsiteY4" fmla="*/ 724494 h 788699"/>
                  <a:gd name="connsiteX5" fmla="*/ 417174 w 625521"/>
                  <a:gd name="connsiteY5" fmla="*/ 724494 h 788699"/>
                  <a:gd name="connsiteX6" fmla="*/ 398136 w 625521"/>
                  <a:gd name="connsiteY6" fmla="*/ 724494 h 788699"/>
                  <a:gd name="connsiteX7" fmla="*/ 373659 w 625521"/>
                  <a:gd name="connsiteY7" fmla="*/ 724494 h 788699"/>
                  <a:gd name="connsiteX8" fmla="*/ 346462 w 625521"/>
                  <a:gd name="connsiteY8" fmla="*/ 719054 h 788699"/>
                  <a:gd name="connsiteX9" fmla="*/ 330144 w 625521"/>
                  <a:gd name="connsiteY9" fmla="*/ 702737 h 788699"/>
                  <a:gd name="connsiteX10" fmla="*/ 335584 w 625521"/>
                  <a:gd name="connsiteY10" fmla="*/ 694578 h 788699"/>
                  <a:gd name="connsiteX11" fmla="*/ 357341 w 625521"/>
                  <a:gd name="connsiteY11" fmla="*/ 686419 h 788699"/>
                  <a:gd name="connsiteX12" fmla="*/ 395416 w 625521"/>
                  <a:gd name="connsiteY12" fmla="*/ 680979 h 788699"/>
                  <a:gd name="connsiteX13" fmla="*/ 381817 w 625521"/>
                  <a:gd name="connsiteY13" fmla="*/ 656502 h 788699"/>
                  <a:gd name="connsiteX14" fmla="*/ 379098 w 625521"/>
                  <a:gd name="connsiteY14" fmla="*/ 585791 h 788699"/>
                  <a:gd name="connsiteX15" fmla="*/ 379098 w 625521"/>
                  <a:gd name="connsiteY15" fmla="*/ 517800 h 788699"/>
                  <a:gd name="connsiteX16" fmla="*/ 379098 w 625521"/>
                  <a:gd name="connsiteY16" fmla="*/ 474286 h 788699"/>
                  <a:gd name="connsiteX17" fmla="*/ 379098 w 625521"/>
                  <a:gd name="connsiteY17" fmla="*/ 430771 h 788699"/>
                  <a:gd name="connsiteX18" fmla="*/ 381817 w 625521"/>
                  <a:gd name="connsiteY18" fmla="*/ 411733 h 788699"/>
                  <a:gd name="connsiteX19" fmla="*/ 379098 w 625521"/>
                  <a:gd name="connsiteY19" fmla="*/ 400855 h 788699"/>
                  <a:gd name="connsiteX20" fmla="*/ 370939 w 625521"/>
                  <a:gd name="connsiteY20" fmla="*/ 398135 h 788699"/>
                  <a:gd name="connsiteX21" fmla="*/ 338304 w 625521"/>
                  <a:gd name="connsiteY21" fmla="*/ 400855 h 788699"/>
                  <a:gd name="connsiteX22" fmla="*/ 289349 w 625521"/>
                  <a:gd name="connsiteY22" fmla="*/ 403575 h 788699"/>
                  <a:gd name="connsiteX23" fmla="*/ 264872 w 625521"/>
                  <a:gd name="connsiteY23" fmla="*/ 400855 h 788699"/>
                  <a:gd name="connsiteX24" fmla="*/ 259433 w 625521"/>
                  <a:gd name="connsiteY24" fmla="*/ 406294 h 788699"/>
                  <a:gd name="connsiteX25" fmla="*/ 259433 w 625521"/>
                  <a:gd name="connsiteY25" fmla="*/ 425332 h 788699"/>
                  <a:gd name="connsiteX26" fmla="*/ 259433 w 625521"/>
                  <a:gd name="connsiteY26" fmla="*/ 449809 h 788699"/>
                  <a:gd name="connsiteX27" fmla="*/ 259433 w 625521"/>
                  <a:gd name="connsiteY27" fmla="*/ 471566 h 788699"/>
                  <a:gd name="connsiteX28" fmla="*/ 259433 w 625521"/>
                  <a:gd name="connsiteY28" fmla="*/ 504202 h 788699"/>
                  <a:gd name="connsiteX29" fmla="*/ 259433 w 625521"/>
                  <a:gd name="connsiteY29" fmla="*/ 509641 h 788699"/>
                  <a:gd name="connsiteX30" fmla="*/ 256714 w 625521"/>
                  <a:gd name="connsiteY30" fmla="*/ 542277 h 788699"/>
                  <a:gd name="connsiteX31" fmla="*/ 256714 w 625521"/>
                  <a:gd name="connsiteY31" fmla="*/ 577632 h 788699"/>
                  <a:gd name="connsiteX32" fmla="*/ 256714 w 625521"/>
                  <a:gd name="connsiteY32" fmla="*/ 612988 h 788699"/>
                  <a:gd name="connsiteX33" fmla="*/ 253994 w 625521"/>
                  <a:gd name="connsiteY33" fmla="*/ 656502 h 788699"/>
                  <a:gd name="connsiteX34" fmla="*/ 256714 w 625521"/>
                  <a:gd name="connsiteY34" fmla="*/ 678260 h 788699"/>
                  <a:gd name="connsiteX35" fmla="*/ 286629 w 625521"/>
                  <a:gd name="connsiteY35" fmla="*/ 694578 h 788699"/>
                  <a:gd name="connsiteX36" fmla="*/ 281191 w 625521"/>
                  <a:gd name="connsiteY36" fmla="*/ 710895 h 788699"/>
                  <a:gd name="connsiteX37" fmla="*/ 264872 w 625521"/>
                  <a:gd name="connsiteY37" fmla="*/ 719054 h 788699"/>
                  <a:gd name="connsiteX38" fmla="*/ 243116 w 625521"/>
                  <a:gd name="connsiteY38" fmla="*/ 721774 h 788699"/>
                  <a:gd name="connsiteX39" fmla="*/ 243116 w 625521"/>
                  <a:gd name="connsiteY39" fmla="*/ 721774 h 788699"/>
                  <a:gd name="connsiteX40" fmla="*/ 232236 w 625521"/>
                  <a:gd name="connsiteY40" fmla="*/ 727214 h 788699"/>
                  <a:gd name="connsiteX41" fmla="*/ 224078 w 625521"/>
                  <a:gd name="connsiteY41" fmla="*/ 735372 h 788699"/>
                  <a:gd name="connsiteX42" fmla="*/ 213199 w 625521"/>
                  <a:gd name="connsiteY42" fmla="*/ 738092 h 788699"/>
                  <a:gd name="connsiteX43" fmla="*/ 183283 w 625521"/>
                  <a:gd name="connsiteY43" fmla="*/ 727214 h 788699"/>
                  <a:gd name="connsiteX44" fmla="*/ 175124 w 625521"/>
                  <a:gd name="connsiteY44" fmla="*/ 719054 h 788699"/>
                  <a:gd name="connsiteX45" fmla="*/ 145208 w 625521"/>
                  <a:gd name="connsiteY45" fmla="*/ 719054 h 788699"/>
                  <a:gd name="connsiteX46" fmla="*/ 126170 w 625521"/>
                  <a:gd name="connsiteY46" fmla="*/ 719054 h 788699"/>
                  <a:gd name="connsiteX47" fmla="*/ 101693 w 625521"/>
                  <a:gd name="connsiteY47" fmla="*/ 719054 h 788699"/>
                  <a:gd name="connsiteX48" fmla="*/ 74496 w 625521"/>
                  <a:gd name="connsiteY48" fmla="*/ 713615 h 788699"/>
                  <a:gd name="connsiteX49" fmla="*/ 58178 w 625521"/>
                  <a:gd name="connsiteY49" fmla="*/ 697297 h 788699"/>
                  <a:gd name="connsiteX50" fmla="*/ 63618 w 625521"/>
                  <a:gd name="connsiteY50" fmla="*/ 689138 h 788699"/>
                  <a:gd name="connsiteX51" fmla="*/ 85375 w 625521"/>
                  <a:gd name="connsiteY51" fmla="*/ 680979 h 788699"/>
                  <a:gd name="connsiteX52" fmla="*/ 131609 w 625521"/>
                  <a:gd name="connsiteY52" fmla="*/ 675540 h 788699"/>
                  <a:gd name="connsiteX53" fmla="*/ 131609 w 625521"/>
                  <a:gd name="connsiteY53" fmla="*/ 667381 h 788699"/>
                  <a:gd name="connsiteX54" fmla="*/ 131609 w 625521"/>
                  <a:gd name="connsiteY54" fmla="*/ 651063 h 788699"/>
                  <a:gd name="connsiteX55" fmla="*/ 131609 w 625521"/>
                  <a:gd name="connsiteY55" fmla="*/ 618427 h 788699"/>
                  <a:gd name="connsiteX56" fmla="*/ 131609 w 625521"/>
                  <a:gd name="connsiteY56" fmla="*/ 580352 h 788699"/>
                  <a:gd name="connsiteX57" fmla="*/ 131609 w 625521"/>
                  <a:gd name="connsiteY57" fmla="*/ 531398 h 788699"/>
                  <a:gd name="connsiteX58" fmla="*/ 131609 w 625521"/>
                  <a:gd name="connsiteY58" fmla="*/ 466126 h 788699"/>
                  <a:gd name="connsiteX59" fmla="*/ 131609 w 625521"/>
                  <a:gd name="connsiteY59" fmla="*/ 422612 h 788699"/>
                  <a:gd name="connsiteX60" fmla="*/ 131609 w 625521"/>
                  <a:gd name="connsiteY60" fmla="*/ 411733 h 788699"/>
                  <a:gd name="connsiteX61" fmla="*/ 131609 w 625521"/>
                  <a:gd name="connsiteY61" fmla="*/ 398135 h 788699"/>
                  <a:gd name="connsiteX62" fmla="*/ 126170 w 625521"/>
                  <a:gd name="connsiteY62" fmla="*/ 389976 h 788699"/>
                  <a:gd name="connsiteX63" fmla="*/ 101693 w 625521"/>
                  <a:gd name="connsiteY63" fmla="*/ 387257 h 788699"/>
                  <a:gd name="connsiteX64" fmla="*/ 77216 w 625521"/>
                  <a:gd name="connsiteY64" fmla="*/ 376378 h 788699"/>
                  <a:gd name="connsiteX65" fmla="*/ 82655 w 625521"/>
                  <a:gd name="connsiteY65" fmla="*/ 368219 h 788699"/>
                  <a:gd name="connsiteX66" fmla="*/ 98973 w 625521"/>
                  <a:gd name="connsiteY66" fmla="*/ 360060 h 788699"/>
                  <a:gd name="connsiteX67" fmla="*/ 118011 w 625521"/>
                  <a:gd name="connsiteY67" fmla="*/ 357340 h 788699"/>
                  <a:gd name="connsiteX68" fmla="*/ 131609 w 625521"/>
                  <a:gd name="connsiteY68" fmla="*/ 351901 h 788699"/>
                  <a:gd name="connsiteX69" fmla="*/ 131609 w 625521"/>
                  <a:gd name="connsiteY69" fmla="*/ 343742 h 788699"/>
                  <a:gd name="connsiteX70" fmla="*/ 131609 w 625521"/>
                  <a:gd name="connsiteY70" fmla="*/ 270311 h 788699"/>
                  <a:gd name="connsiteX71" fmla="*/ 137048 w 625521"/>
                  <a:gd name="connsiteY71" fmla="*/ 145207 h 788699"/>
                  <a:gd name="connsiteX72" fmla="*/ 139768 w 625521"/>
                  <a:gd name="connsiteY72" fmla="*/ 123450 h 788699"/>
                  <a:gd name="connsiteX73" fmla="*/ 123450 w 625521"/>
                  <a:gd name="connsiteY73" fmla="*/ 123450 h 788699"/>
                  <a:gd name="connsiteX74" fmla="*/ 118011 w 625521"/>
                  <a:gd name="connsiteY74" fmla="*/ 123450 h 788699"/>
                  <a:gd name="connsiteX75" fmla="*/ 101693 w 625521"/>
                  <a:gd name="connsiteY75" fmla="*/ 123450 h 788699"/>
                  <a:gd name="connsiteX76" fmla="*/ 74496 w 625521"/>
                  <a:gd name="connsiteY76" fmla="*/ 118011 h 788699"/>
                  <a:gd name="connsiteX77" fmla="*/ 58178 w 625521"/>
                  <a:gd name="connsiteY77" fmla="*/ 101693 h 788699"/>
                  <a:gd name="connsiteX78" fmla="*/ 63618 w 625521"/>
                  <a:gd name="connsiteY78" fmla="*/ 93534 h 788699"/>
                  <a:gd name="connsiteX79" fmla="*/ 85375 w 625521"/>
                  <a:gd name="connsiteY79" fmla="*/ 85375 h 788699"/>
                  <a:gd name="connsiteX80" fmla="*/ 137048 w 625521"/>
                  <a:gd name="connsiteY80" fmla="*/ 82655 h 788699"/>
                  <a:gd name="connsiteX81" fmla="*/ 147927 w 625521"/>
                  <a:gd name="connsiteY81" fmla="*/ 82655 h 788699"/>
                  <a:gd name="connsiteX82" fmla="*/ 186003 w 625521"/>
                  <a:gd name="connsiteY82" fmla="*/ 58178 h 788699"/>
                  <a:gd name="connsiteX83" fmla="*/ 226797 w 625521"/>
                  <a:gd name="connsiteY83" fmla="*/ 79936 h 788699"/>
                  <a:gd name="connsiteX84" fmla="*/ 253994 w 625521"/>
                  <a:gd name="connsiteY84" fmla="*/ 79936 h 788699"/>
                  <a:gd name="connsiteX85" fmla="*/ 294789 w 625521"/>
                  <a:gd name="connsiteY85" fmla="*/ 96253 h 788699"/>
                  <a:gd name="connsiteX86" fmla="*/ 283910 w 625521"/>
                  <a:gd name="connsiteY86" fmla="*/ 112571 h 788699"/>
                  <a:gd name="connsiteX87" fmla="*/ 267592 w 625521"/>
                  <a:gd name="connsiteY87" fmla="*/ 120730 h 788699"/>
                  <a:gd name="connsiteX88" fmla="*/ 245835 w 625521"/>
                  <a:gd name="connsiteY88" fmla="*/ 123450 h 788699"/>
                  <a:gd name="connsiteX89" fmla="*/ 237676 w 625521"/>
                  <a:gd name="connsiteY89" fmla="*/ 123450 h 788699"/>
                  <a:gd name="connsiteX90" fmla="*/ 240396 w 625521"/>
                  <a:gd name="connsiteY90" fmla="*/ 128889 h 788699"/>
                  <a:gd name="connsiteX91" fmla="*/ 251274 w 625521"/>
                  <a:gd name="connsiteY91" fmla="*/ 177843 h 788699"/>
                  <a:gd name="connsiteX92" fmla="*/ 256714 w 625521"/>
                  <a:gd name="connsiteY92" fmla="*/ 226797 h 788699"/>
                  <a:gd name="connsiteX93" fmla="*/ 262153 w 625521"/>
                  <a:gd name="connsiteY93" fmla="*/ 273031 h 788699"/>
                  <a:gd name="connsiteX94" fmla="*/ 262153 w 625521"/>
                  <a:gd name="connsiteY94" fmla="*/ 289349 h 788699"/>
                  <a:gd name="connsiteX95" fmla="*/ 262153 w 625521"/>
                  <a:gd name="connsiteY95" fmla="*/ 297508 h 788699"/>
                  <a:gd name="connsiteX96" fmla="*/ 264872 w 625521"/>
                  <a:gd name="connsiteY96" fmla="*/ 321985 h 788699"/>
                  <a:gd name="connsiteX97" fmla="*/ 270312 w 625521"/>
                  <a:gd name="connsiteY97" fmla="*/ 335583 h 788699"/>
                  <a:gd name="connsiteX98" fmla="*/ 270312 w 625521"/>
                  <a:gd name="connsiteY98" fmla="*/ 338303 h 788699"/>
                  <a:gd name="connsiteX99" fmla="*/ 270312 w 625521"/>
                  <a:gd name="connsiteY99" fmla="*/ 346462 h 788699"/>
                  <a:gd name="connsiteX100" fmla="*/ 278471 w 625521"/>
                  <a:gd name="connsiteY100" fmla="*/ 354621 h 788699"/>
                  <a:gd name="connsiteX101" fmla="*/ 338304 w 625521"/>
                  <a:gd name="connsiteY101" fmla="*/ 349181 h 788699"/>
                  <a:gd name="connsiteX102" fmla="*/ 365500 w 625521"/>
                  <a:gd name="connsiteY102" fmla="*/ 349181 h 788699"/>
                  <a:gd name="connsiteX103" fmla="*/ 381817 w 625521"/>
                  <a:gd name="connsiteY103" fmla="*/ 349181 h 788699"/>
                  <a:gd name="connsiteX104" fmla="*/ 392697 w 625521"/>
                  <a:gd name="connsiteY104" fmla="*/ 338303 h 788699"/>
                  <a:gd name="connsiteX105" fmla="*/ 389977 w 625521"/>
                  <a:gd name="connsiteY105" fmla="*/ 313826 h 788699"/>
                  <a:gd name="connsiteX106" fmla="*/ 392697 w 625521"/>
                  <a:gd name="connsiteY106" fmla="*/ 262152 h 788699"/>
                  <a:gd name="connsiteX107" fmla="*/ 395416 w 625521"/>
                  <a:gd name="connsiteY107" fmla="*/ 224077 h 788699"/>
                  <a:gd name="connsiteX108" fmla="*/ 398136 w 625521"/>
                  <a:gd name="connsiteY108" fmla="*/ 177843 h 788699"/>
                  <a:gd name="connsiteX109" fmla="*/ 395416 w 625521"/>
                  <a:gd name="connsiteY109" fmla="*/ 153366 h 788699"/>
                  <a:gd name="connsiteX110" fmla="*/ 395416 w 625521"/>
                  <a:gd name="connsiteY110" fmla="*/ 137048 h 788699"/>
                  <a:gd name="connsiteX111" fmla="*/ 379098 w 625521"/>
                  <a:gd name="connsiteY111" fmla="*/ 137048 h 788699"/>
                  <a:gd name="connsiteX112" fmla="*/ 351902 w 625521"/>
                  <a:gd name="connsiteY112" fmla="*/ 131609 h 788699"/>
                  <a:gd name="connsiteX113" fmla="*/ 338304 w 625521"/>
                  <a:gd name="connsiteY113" fmla="*/ 115291 h 788699"/>
                  <a:gd name="connsiteX114" fmla="*/ 343742 w 625521"/>
                  <a:gd name="connsiteY114" fmla="*/ 107132 h 788699"/>
                  <a:gd name="connsiteX115" fmla="*/ 362780 w 625521"/>
                  <a:gd name="connsiteY115" fmla="*/ 98973 h 788699"/>
                  <a:gd name="connsiteX116" fmla="*/ 395416 w 625521"/>
                  <a:gd name="connsiteY116" fmla="*/ 96253 h 788699"/>
                  <a:gd name="connsiteX117" fmla="*/ 403575 w 625521"/>
                  <a:gd name="connsiteY117" fmla="*/ 90814 h 788699"/>
                  <a:gd name="connsiteX118" fmla="*/ 422612 w 625521"/>
                  <a:gd name="connsiteY118" fmla="*/ 88095 h 788699"/>
                  <a:gd name="connsiteX119" fmla="*/ 428052 w 625521"/>
                  <a:gd name="connsiteY119" fmla="*/ 88095 h 788699"/>
                  <a:gd name="connsiteX120" fmla="*/ 447090 w 625521"/>
                  <a:gd name="connsiteY120" fmla="*/ 90814 h 788699"/>
                  <a:gd name="connsiteX121" fmla="*/ 455249 w 625521"/>
                  <a:gd name="connsiteY121" fmla="*/ 96253 h 788699"/>
                  <a:gd name="connsiteX122" fmla="*/ 525960 w 625521"/>
                  <a:gd name="connsiteY122" fmla="*/ 93534 h 788699"/>
                  <a:gd name="connsiteX123" fmla="*/ 561315 w 625521"/>
                  <a:gd name="connsiteY123" fmla="*/ 109852 h 788699"/>
                  <a:gd name="connsiteX124" fmla="*/ 555876 w 625521"/>
                  <a:gd name="connsiteY124" fmla="*/ 126170 h 788699"/>
                  <a:gd name="connsiteX125" fmla="*/ 539558 w 625521"/>
                  <a:gd name="connsiteY125" fmla="*/ 134329 h 788699"/>
                  <a:gd name="connsiteX126" fmla="*/ 517800 w 625521"/>
                  <a:gd name="connsiteY126" fmla="*/ 137048 h 788699"/>
                  <a:gd name="connsiteX127" fmla="*/ 477006 w 625521"/>
                  <a:gd name="connsiteY127" fmla="*/ 137048 h 788699"/>
                  <a:gd name="connsiteX128" fmla="*/ 485165 w 625521"/>
                  <a:gd name="connsiteY128" fmla="*/ 161525 h 788699"/>
                  <a:gd name="connsiteX129" fmla="*/ 496043 w 625521"/>
                  <a:gd name="connsiteY129" fmla="*/ 210479 h 788699"/>
                  <a:gd name="connsiteX130" fmla="*/ 501483 w 625521"/>
                  <a:gd name="connsiteY130" fmla="*/ 251274 h 788699"/>
                  <a:gd name="connsiteX131" fmla="*/ 506922 w 625521"/>
                  <a:gd name="connsiteY131" fmla="*/ 292069 h 788699"/>
                  <a:gd name="connsiteX132" fmla="*/ 506922 w 625521"/>
                  <a:gd name="connsiteY132" fmla="*/ 321985 h 788699"/>
                  <a:gd name="connsiteX133" fmla="*/ 509642 w 625521"/>
                  <a:gd name="connsiteY133" fmla="*/ 341022 h 788699"/>
                  <a:gd name="connsiteX134" fmla="*/ 509642 w 625521"/>
                  <a:gd name="connsiteY134" fmla="*/ 343742 h 788699"/>
                  <a:gd name="connsiteX135" fmla="*/ 517800 w 625521"/>
                  <a:gd name="connsiteY135" fmla="*/ 349181 h 788699"/>
                  <a:gd name="connsiteX136" fmla="*/ 528680 w 625521"/>
                  <a:gd name="connsiteY136" fmla="*/ 349181 h 788699"/>
                  <a:gd name="connsiteX137" fmla="*/ 550437 w 625521"/>
                  <a:gd name="connsiteY137" fmla="*/ 357340 h 788699"/>
                  <a:gd name="connsiteX138" fmla="*/ 550437 w 625521"/>
                  <a:gd name="connsiteY138" fmla="*/ 362780 h 788699"/>
                  <a:gd name="connsiteX139" fmla="*/ 534119 w 625521"/>
                  <a:gd name="connsiteY139" fmla="*/ 384537 h 788699"/>
                  <a:gd name="connsiteX140" fmla="*/ 520520 w 625521"/>
                  <a:gd name="connsiteY140" fmla="*/ 389976 h 788699"/>
                  <a:gd name="connsiteX141" fmla="*/ 512362 w 625521"/>
                  <a:gd name="connsiteY141" fmla="*/ 395415 h 788699"/>
                  <a:gd name="connsiteX142" fmla="*/ 512362 w 625521"/>
                  <a:gd name="connsiteY142" fmla="*/ 398135 h 788699"/>
                  <a:gd name="connsiteX143" fmla="*/ 512362 w 625521"/>
                  <a:gd name="connsiteY143" fmla="*/ 409014 h 788699"/>
                  <a:gd name="connsiteX144" fmla="*/ 512362 w 625521"/>
                  <a:gd name="connsiteY144" fmla="*/ 414453 h 788699"/>
                  <a:gd name="connsiteX145" fmla="*/ 512362 w 625521"/>
                  <a:gd name="connsiteY145" fmla="*/ 438930 h 788699"/>
                  <a:gd name="connsiteX146" fmla="*/ 515081 w 625521"/>
                  <a:gd name="connsiteY146" fmla="*/ 504202 h 788699"/>
                  <a:gd name="connsiteX147" fmla="*/ 520520 w 625521"/>
                  <a:gd name="connsiteY147" fmla="*/ 572193 h 788699"/>
                  <a:gd name="connsiteX148" fmla="*/ 517800 w 625521"/>
                  <a:gd name="connsiteY148" fmla="*/ 604829 h 788699"/>
                  <a:gd name="connsiteX149" fmla="*/ 512362 w 625521"/>
                  <a:gd name="connsiteY149" fmla="*/ 661942 h 788699"/>
                  <a:gd name="connsiteX150" fmla="*/ 509642 w 625521"/>
                  <a:gd name="connsiteY150" fmla="*/ 670101 h 788699"/>
                  <a:gd name="connsiteX151" fmla="*/ 512362 w 625521"/>
                  <a:gd name="connsiteY151" fmla="*/ 680979 h 788699"/>
                  <a:gd name="connsiteX152" fmla="*/ 512362 w 625521"/>
                  <a:gd name="connsiteY152" fmla="*/ 686419 h 788699"/>
                  <a:gd name="connsiteX153" fmla="*/ 536838 w 625521"/>
                  <a:gd name="connsiteY153" fmla="*/ 680979 h 788699"/>
                  <a:gd name="connsiteX154" fmla="*/ 536838 w 625521"/>
                  <a:gd name="connsiteY154" fmla="*/ 68097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625521" h="788699">
                    <a:moveTo>
                      <a:pt x="536838" y="680979"/>
                    </a:moveTo>
                    <a:cubicBezTo>
                      <a:pt x="550437" y="680979"/>
                      <a:pt x="574913" y="680979"/>
                      <a:pt x="574913" y="697297"/>
                    </a:cubicBezTo>
                    <a:cubicBezTo>
                      <a:pt x="574913" y="705456"/>
                      <a:pt x="572194" y="708176"/>
                      <a:pt x="566755" y="713615"/>
                    </a:cubicBezTo>
                    <a:cubicBezTo>
                      <a:pt x="561315" y="719054"/>
                      <a:pt x="555876" y="721774"/>
                      <a:pt x="550437" y="721774"/>
                    </a:cubicBezTo>
                    <a:cubicBezTo>
                      <a:pt x="539558" y="724494"/>
                      <a:pt x="534119" y="724494"/>
                      <a:pt x="528680" y="724494"/>
                    </a:cubicBezTo>
                    <a:cubicBezTo>
                      <a:pt x="517800" y="724494"/>
                      <a:pt x="428052" y="724494"/>
                      <a:pt x="417174" y="724494"/>
                    </a:cubicBezTo>
                    <a:cubicBezTo>
                      <a:pt x="403575" y="724494"/>
                      <a:pt x="414454" y="724494"/>
                      <a:pt x="398136" y="724494"/>
                    </a:cubicBezTo>
                    <a:cubicBezTo>
                      <a:pt x="389977" y="724494"/>
                      <a:pt x="381817" y="724494"/>
                      <a:pt x="373659" y="724494"/>
                    </a:cubicBezTo>
                    <a:cubicBezTo>
                      <a:pt x="365500" y="724494"/>
                      <a:pt x="354621" y="721774"/>
                      <a:pt x="346462" y="719054"/>
                    </a:cubicBezTo>
                    <a:cubicBezTo>
                      <a:pt x="338304" y="716335"/>
                      <a:pt x="330144" y="708176"/>
                      <a:pt x="330144" y="702737"/>
                    </a:cubicBezTo>
                    <a:cubicBezTo>
                      <a:pt x="330144" y="700017"/>
                      <a:pt x="330144" y="697297"/>
                      <a:pt x="335584" y="694578"/>
                    </a:cubicBezTo>
                    <a:cubicBezTo>
                      <a:pt x="341023" y="691858"/>
                      <a:pt x="351902" y="689138"/>
                      <a:pt x="357341" y="686419"/>
                    </a:cubicBezTo>
                    <a:cubicBezTo>
                      <a:pt x="373659" y="683699"/>
                      <a:pt x="387257" y="680979"/>
                      <a:pt x="395416" y="680979"/>
                    </a:cubicBezTo>
                    <a:cubicBezTo>
                      <a:pt x="387257" y="675540"/>
                      <a:pt x="384537" y="670101"/>
                      <a:pt x="381817" y="656502"/>
                    </a:cubicBezTo>
                    <a:cubicBezTo>
                      <a:pt x="379098" y="632026"/>
                      <a:pt x="379098" y="610268"/>
                      <a:pt x="379098" y="585791"/>
                    </a:cubicBezTo>
                    <a:cubicBezTo>
                      <a:pt x="379098" y="564034"/>
                      <a:pt x="379098" y="542277"/>
                      <a:pt x="379098" y="517800"/>
                    </a:cubicBezTo>
                    <a:cubicBezTo>
                      <a:pt x="379098" y="504202"/>
                      <a:pt x="379098" y="487884"/>
                      <a:pt x="379098" y="474286"/>
                    </a:cubicBezTo>
                    <a:cubicBezTo>
                      <a:pt x="379098" y="457968"/>
                      <a:pt x="376379" y="444369"/>
                      <a:pt x="379098" y="430771"/>
                    </a:cubicBezTo>
                    <a:cubicBezTo>
                      <a:pt x="379098" y="425332"/>
                      <a:pt x="381817" y="417173"/>
                      <a:pt x="381817" y="411733"/>
                    </a:cubicBezTo>
                    <a:cubicBezTo>
                      <a:pt x="381817" y="406294"/>
                      <a:pt x="381817" y="403575"/>
                      <a:pt x="379098" y="400855"/>
                    </a:cubicBezTo>
                    <a:cubicBezTo>
                      <a:pt x="376379" y="400855"/>
                      <a:pt x="373659" y="398135"/>
                      <a:pt x="370939" y="398135"/>
                    </a:cubicBezTo>
                    <a:cubicBezTo>
                      <a:pt x="360061" y="398135"/>
                      <a:pt x="343742" y="400855"/>
                      <a:pt x="338304" y="400855"/>
                    </a:cubicBezTo>
                    <a:cubicBezTo>
                      <a:pt x="330144" y="400855"/>
                      <a:pt x="319266" y="403575"/>
                      <a:pt x="289349" y="403575"/>
                    </a:cubicBezTo>
                    <a:cubicBezTo>
                      <a:pt x="275751" y="403575"/>
                      <a:pt x="267592" y="400855"/>
                      <a:pt x="264872" y="400855"/>
                    </a:cubicBezTo>
                    <a:cubicBezTo>
                      <a:pt x="262153" y="400855"/>
                      <a:pt x="259433" y="400855"/>
                      <a:pt x="259433" y="406294"/>
                    </a:cubicBezTo>
                    <a:cubicBezTo>
                      <a:pt x="259433" y="414453"/>
                      <a:pt x="259433" y="419892"/>
                      <a:pt x="259433" y="425332"/>
                    </a:cubicBezTo>
                    <a:cubicBezTo>
                      <a:pt x="259433" y="433491"/>
                      <a:pt x="259433" y="441650"/>
                      <a:pt x="259433" y="449809"/>
                    </a:cubicBezTo>
                    <a:cubicBezTo>
                      <a:pt x="259433" y="457968"/>
                      <a:pt x="259433" y="463407"/>
                      <a:pt x="259433" y="471566"/>
                    </a:cubicBezTo>
                    <a:cubicBezTo>
                      <a:pt x="259433" y="482445"/>
                      <a:pt x="259433" y="493323"/>
                      <a:pt x="259433" y="504202"/>
                    </a:cubicBezTo>
                    <a:cubicBezTo>
                      <a:pt x="259433" y="506921"/>
                      <a:pt x="259433" y="506921"/>
                      <a:pt x="259433" y="509641"/>
                    </a:cubicBezTo>
                    <a:cubicBezTo>
                      <a:pt x="259433" y="520520"/>
                      <a:pt x="256714" y="531398"/>
                      <a:pt x="256714" y="542277"/>
                    </a:cubicBezTo>
                    <a:cubicBezTo>
                      <a:pt x="256714" y="553156"/>
                      <a:pt x="256714" y="566754"/>
                      <a:pt x="256714" y="577632"/>
                    </a:cubicBezTo>
                    <a:cubicBezTo>
                      <a:pt x="256714" y="588511"/>
                      <a:pt x="256714" y="599390"/>
                      <a:pt x="256714" y="612988"/>
                    </a:cubicBezTo>
                    <a:cubicBezTo>
                      <a:pt x="256714" y="629306"/>
                      <a:pt x="253994" y="642904"/>
                      <a:pt x="253994" y="656502"/>
                    </a:cubicBezTo>
                    <a:cubicBezTo>
                      <a:pt x="253994" y="664661"/>
                      <a:pt x="256714" y="672820"/>
                      <a:pt x="256714" y="678260"/>
                    </a:cubicBezTo>
                    <a:cubicBezTo>
                      <a:pt x="270312" y="678260"/>
                      <a:pt x="286629" y="680979"/>
                      <a:pt x="286629" y="694578"/>
                    </a:cubicBezTo>
                    <a:cubicBezTo>
                      <a:pt x="286629" y="702737"/>
                      <a:pt x="283910" y="705456"/>
                      <a:pt x="281191" y="710895"/>
                    </a:cubicBezTo>
                    <a:cubicBezTo>
                      <a:pt x="275751" y="716335"/>
                      <a:pt x="270312" y="719054"/>
                      <a:pt x="264872" y="719054"/>
                    </a:cubicBezTo>
                    <a:cubicBezTo>
                      <a:pt x="256714" y="721774"/>
                      <a:pt x="248554" y="721774"/>
                      <a:pt x="243116" y="721774"/>
                    </a:cubicBezTo>
                    <a:cubicBezTo>
                      <a:pt x="243116" y="721774"/>
                      <a:pt x="243116" y="721774"/>
                      <a:pt x="243116" y="721774"/>
                    </a:cubicBezTo>
                    <a:cubicBezTo>
                      <a:pt x="237676" y="724494"/>
                      <a:pt x="237676" y="724494"/>
                      <a:pt x="232236" y="727214"/>
                    </a:cubicBezTo>
                    <a:cubicBezTo>
                      <a:pt x="229517" y="729933"/>
                      <a:pt x="229517" y="732653"/>
                      <a:pt x="224078" y="735372"/>
                    </a:cubicBezTo>
                    <a:cubicBezTo>
                      <a:pt x="221358" y="738092"/>
                      <a:pt x="215919" y="738092"/>
                      <a:pt x="213199" y="738092"/>
                    </a:cubicBezTo>
                    <a:cubicBezTo>
                      <a:pt x="199601" y="738092"/>
                      <a:pt x="188722" y="735372"/>
                      <a:pt x="183283" y="727214"/>
                    </a:cubicBezTo>
                    <a:cubicBezTo>
                      <a:pt x="180563" y="724494"/>
                      <a:pt x="177843" y="721774"/>
                      <a:pt x="175124" y="719054"/>
                    </a:cubicBezTo>
                    <a:cubicBezTo>
                      <a:pt x="161526" y="719054"/>
                      <a:pt x="150646" y="719054"/>
                      <a:pt x="145208" y="719054"/>
                    </a:cubicBezTo>
                    <a:cubicBezTo>
                      <a:pt x="131609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8" y="710895"/>
                      <a:pt x="58178" y="702737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9"/>
                      <a:pt x="79936" y="683699"/>
                      <a:pt x="85375" y="680979"/>
                    </a:cubicBezTo>
                    <a:cubicBezTo>
                      <a:pt x="98973" y="678260"/>
                      <a:pt x="118011" y="678260"/>
                      <a:pt x="131609" y="675540"/>
                    </a:cubicBezTo>
                    <a:cubicBezTo>
                      <a:pt x="131609" y="672820"/>
                      <a:pt x="131609" y="670101"/>
                      <a:pt x="131609" y="667381"/>
                    </a:cubicBezTo>
                    <a:cubicBezTo>
                      <a:pt x="131609" y="661942"/>
                      <a:pt x="131609" y="656502"/>
                      <a:pt x="131609" y="651063"/>
                    </a:cubicBezTo>
                    <a:cubicBezTo>
                      <a:pt x="131609" y="640184"/>
                      <a:pt x="131609" y="629306"/>
                      <a:pt x="131609" y="618427"/>
                    </a:cubicBezTo>
                    <a:cubicBezTo>
                      <a:pt x="131609" y="604829"/>
                      <a:pt x="131609" y="593950"/>
                      <a:pt x="131609" y="580352"/>
                    </a:cubicBezTo>
                    <a:cubicBezTo>
                      <a:pt x="131609" y="564034"/>
                      <a:pt x="131609" y="547716"/>
                      <a:pt x="131609" y="531398"/>
                    </a:cubicBezTo>
                    <a:cubicBezTo>
                      <a:pt x="131609" y="509641"/>
                      <a:pt x="131609" y="487884"/>
                      <a:pt x="131609" y="466126"/>
                    </a:cubicBezTo>
                    <a:cubicBezTo>
                      <a:pt x="131609" y="452528"/>
                      <a:pt x="131609" y="436210"/>
                      <a:pt x="131609" y="422612"/>
                    </a:cubicBezTo>
                    <a:cubicBezTo>
                      <a:pt x="131609" y="419892"/>
                      <a:pt x="131609" y="414453"/>
                      <a:pt x="131609" y="411733"/>
                    </a:cubicBezTo>
                    <a:cubicBezTo>
                      <a:pt x="131609" y="409014"/>
                      <a:pt x="131609" y="400855"/>
                      <a:pt x="131609" y="398135"/>
                    </a:cubicBezTo>
                    <a:cubicBezTo>
                      <a:pt x="131609" y="392696"/>
                      <a:pt x="131609" y="392696"/>
                      <a:pt x="126170" y="389976"/>
                    </a:cubicBezTo>
                    <a:cubicBezTo>
                      <a:pt x="123450" y="389976"/>
                      <a:pt x="109852" y="387257"/>
                      <a:pt x="101693" y="387257"/>
                    </a:cubicBezTo>
                    <a:cubicBezTo>
                      <a:pt x="90814" y="384537"/>
                      <a:pt x="77216" y="381817"/>
                      <a:pt x="77216" y="376378"/>
                    </a:cubicBezTo>
                    <a:cubicBezTo>
                      <a:pt x="77216" y="373658"/>
                      <a:pt x="79936" y="370939"/>
                      <a:pt x="82655" y="368219"/>
                    </a:cubicBezTo>
                    <a:cubicBezTo>
                      <a:pt x="88095" y="365499"/>
                      <a:pt x="93534" y="362780"/>
                      <a:pt x="98973" y="360060"/>
                    </a:cubicBezTo>
                    <a:cubicBezTo>
                      <a:pt x="104413" y="360060"/>
                      <a:pt x="112571" y="357340"/>
                      <a:pt x="118011" y="357340"/>
                    </a:cubicBezTo>
                    <a:cubicBezTo>
                      <a:pt x="126170" y="354621"/>
                      <a:pt x="128890" y="357340"/>
                      <a:pt x="131609" y="351901"/>
                    </a:cubicBezTo>
                    <a:cubicBezTo>
                      <a:pt x="131609" y="349181"/>
                      <a:pt x="131609" y="346462"/>
                      <a:pt x="131609" y="343742"/>
                    </a:cubicBezTo>
                    <a:cubicBezTo>
                      <a:pt x="131609" y="319265"/>
                      <a:pt x="131609" y="294788"/>
                      <a:pt x="131609" y="270311"/>
                    </a:cubicBezTo>
                    <a:cubicBezTo>
                      <a:pt x="131609" y="226797"/>
                      <a:pt x="131609" y="186002"/>
                      <a:pt x="137048" y="145207"/>
                    </a:cubicBezTo>
                    <a:cubicBezTo>
                      <a:pt x="137048" y="139768"/>
                      <a:pt x="137048" y="131609"/>
                      <a:pt x="139768" y="123450"/>
                    </a:cubicBezTo>
                    <a:cubicBezTo>
                      <a:pt x="134329" y="123450"/>
                      <a:pt x="137048" y="123450"/>
                      <a:pt x="123450" y="123450"/>
                    </a:cubicBezTo>
                    <a:cubicBezTo>
                      <a:pt x="120731" y="123450"/>
                      <a:pt x="120731" y="123450"/>
                      <a:pt x="118011" y="123450"/>
                    </a:cubicBezTo>
                    <a:cubicBezTo>
                      <a:pt x="112571" y="123450"/>
                      <a:pt x="107133" y="123450"/>
                      <a:pt x="101693" y="123450"/>
                    </a:cubicBezTo>
                    <a:cubicBezTo>
                      <a:pt x="93534" y="123450"/>
                      <a:pt x="82655" y="120730"/>
                      <a:pt x="74496" y="118011"/>
                    </a:cubicBezTo>
                    <a:cubicBezTo>
                      <a:pt x="6633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3618" y="93534"/>
                    </a:cubicBezTo>
                    <a:cubicBezTo>
                      <a:pt x="66338" y="90814"/>
                      <a:pt x="77216" y="88095"/>
                      <a:pt x="85375" y="85375"/>
                    </a:cubicBezTo>
                    <a:cubicBezTo>
                      <a:pt x="104413" y="82655"/>
                      <a:pt x="128890" y="82655"/>
                      <a:pt x="137048" y="82655"/>
                    </a:cubicBezTo>
                    <a:cubicBezTo>
                      <a:pt x="139768" y="82655"/>
                      <a:pt x="142488" y="82655"/>
                      <a:pt x="147927" y="82655"/>
                    </a:cubicBezTo>
                    <a:cubicBezTo>
                      <a:pt x="153366" y="69057"/>
                      <a:pt x="164245" y="58178"/>
                      <a:pt x="186003" y="58178"/>
                    </a:cubicBezTo>
                    <a:cubicBezTo>
                      <a:pt x="202321" y="58178"/>
                      <a:pt x="215919" y="66337"/>
                      <a:pt x="226797" y="79936"/>
                    </a:cubicBezTo>
                    <a:cubicBezTo>
                      <a:pt x="237676" y="79936"/>
                      <a:pt x="248554" y="79936"/>
                      <a:pt x="253994" y="79936"/>
                    </a:cubicBezTo>
                    <a:cubicBezTo>
                      <a:pt x="267592" y="79936"/>
                      <a:pt x="294789" y="79936"/>
                      <a:pt x="294789" y="96253"/>
                    </a:cubicBezTo>
                    <a:cubicBezTo>
                      <a:pt x="294789" y="104412"/>
                      <a:pt x="289349" y="107132"/>
                      <a:pt x="283910" y="112571"/>
                    </a:cubicBezTo>
                    <a:cubicBezTo>
                      <a:pt x="278471" y="118011"/>
                      <a:pt x="273031" y="120730"/>
                      <a:pt x="267592" y="120730"/>
                    </a:cubicBezTo>
                    <a:cubicBezTo>
                      <a:pt x="259433" y="123450"/>
                      <a:pt x="251274" y="123450"/>
                      <a:pt x="245835" y="123450"/>
                    </a:cubicBezTo>
                    <a:cubicBezTo>
                      <a:pt x="245835" y="123450"/>
                      <a:pt x="243116" y="123450"/>
                      <a:pt x="237676" y="123450"/>
                    </a:cubicBezTo>
                    <a:cubicBezTo>
                      <a:pt x="237676" y="126170"/>
                      <a:pt x="237676" y="126170"/>
                      <a:pt x="240396" y="128889"/>
                    </a:cubicBezTo>
                    <a:cubicBezTo>
                      <a:pt x="245835" y="145207"/>
                      <a:pt x="248554" y="161525"/>
                      <a:pt x="251274" y="177843"/>
                    </a:cubicBezTo>
                    <a:cubicBezTo>
                      <a:pt x="253994" y="194161"/>
                      <a:pt x="253994" y="210479"/>
                      <a:pt x="256714" y="226797"/>
                    </a:cubicBezTo>
                    <a:cubicBezTo>
                      <a:pt x="259433" y="243115"/>
                      <a:pt x="262153" y="256713"/>
                      <a:pt x="262153" y="273031"/>
                    </a:cubicBezTo>
                    <a:cubicBezTo>
                      <a:pt x="262153" y="278470"/>
                      <a:pt x="262153" y="283910"/>
                      <a:pt x="262153" y="289349"/>
                    </a:cubicBezTo>
                    <a:lnTo>
                      <a:pt x="262153" y="297508"/>
                    </a:lnTo>
                    <a:cubicBezTo>
                      <a:pt x="262153" y="305667"/>
                      <a:pt x="262153" y="313826"/>
                      <a:pt x="264872" y="321985"/>
                    </a:cubicBezTo>
                    <a:cubicBezTo>
                      <a:pt x="264872" y="327424"/>
                      <a:pt x="270312" y="330144"/>
                      <a:pt x="270312" y="335583"/>
                    </a:cubicBezTo>
                    <a:cubicBezTo>
                      <a:pt x="270312" y="335583"/>
                      <a:pt x="270312" y="338303"/>
                      <a:pt x="270312" y="338303"/>
                    </a:cubicBezTo>
                    <a:cubicBezTo>
                      <a:pt x="270312" y="341022"/>
                      <a:pt x="270312" y="343742"/>
                      <a:pt x="270312" y="346462"/>
                    </a:cubicBezTo>
                    <a:cubicBezTo>
                      <a:pt x="270312" y="351901"/>
                      <a:pt x="273031" y="354621"/>
                      <a:pt x="278471" y="354621"/>
                    </a:cubicBezTo>
                    <a:cubicBezTo>
                      <a:pt x="289349" y="354621"/>
                      <a:pt x="335584" y="351901"/>
                      <a:pt x="338304" y="349181"/>
                    </a:cubicBezTo>
                    <a:cubicBezTo>
                      <a:pt x="346462" y="349181"/>
                      <a:pt x="357341" y="349181"/>
                      <a:pt x="365500" y="349181"/>
                    </a:cubicBezTo>
                    <a:cubicBezTo>
                      <a:pt x="370939" y="349181"/>
                      <a:pt x="376379" y="349181"/>
                      <a:pt x="381817" y="349181"/>
                    </a:cubicBezTo>
                    <a:cubicBezTo>
                      <a:pt x="387257" y="349181"/>
                      <a:pt x="392697" y="346462"/>
                      <a:pt x="392697" y="338303"/>
                    </a:cubicBezTo>
                    <a:cubicBezTo>
                      <a:pt x="392697" y="330144"/>
                      <a:pt x="389977" y="316545"/>
                      <a:pt x="389977" y="313826"/>
                    </a:cubicBezTo>
                    <a:cubicBezTo>
                      <a:pt x="389977" y="294788"/>
                      <a:pt x="389977" y="278470"/>
                      <a:pt x="392697" y="262152"/>
                    </a:cubicBezTo>
                    <a:cubicBezTo>
                      <a:pt x="392697" y="259433"/>
                      <a:pt x="395416" y="243115"/>
                      <a:pt x="395416" y="224077"/>
                    </a:cubicBezTo>
                    <a:cubicBezTo>
                      <a:pt x="395416" y="207759"/>
                      <a:pt x="398136" y="188722"/>
                      <a:pt x="398136" y="177843"/>
                    </a:cubicBezTo>
                    <a:cubicBezTo>
                      <a:pt x="398136" y="169684"/>
                      <a:pt x="395416" y="158806"/>
                      <a:pt x="395416" y="153366"/>
                    </a:cubicBezTo>
                    <a:cubicBezTo>
                      <a:pt x="395416" y="145207"/>
                      <a:pt x="395416" y="142488"/>
                      <a:pt x="395416" y="137048"/>
                    </a:cubicBezTo>
                    <a:cubicBezTo>
                      <a:pt x="389977" y="137048"/>
                      <a:pt x="384537" y="137048"/>
                      <a:pt x="379098" y="137048"/>
                    </a:cubicBezTo>
                    <a:cubicBezTo>
                      <a:pt x="370939" y="137048"/>
                      <a:pt x="360061" y="134329"/>
                      <a:pt x="351902" y="131609"/>
                    </a:cubicBezTo>
                    <a:cubicBezTo>
                      <a:pt x="343742" y="128889"/>
                      <a:pt x="338304" y="120730"/>
                      <a:pt x="338304" y="115291"/>
                    </a:cubicBezTo>
                    <a:cubicBezTo>
                      <a:pt x="338304" y="112571"/>
                      <a:pt x="338304" y="109852"/>
                      <a:pt x="343742" y="107132"/>
                    </a:cubicBezTo>
                    <a:cubicBezTo>
                      <a:pt x="349182" y="104412"/>
                      <a:pt x="357341" y="101693"/>
                      <a:pt x="362780" y="98973"/>
                    </a:cubicBezTo>
                    <a:cubicBezTo>
                      <a:pt x="373659" y="96253"/>
                      <a:pt x="387257" y="96253"/>
                      <a:pt x="395416" y="96253"/>
                    </a:cubicBezTo>
                    <a:cubicBezTo>
                      <a:pt x="398136" y="93534"/>
                      <a:pt x="400855" y="90814"/>
                      <a:pt x="403575" y="90814"/>
                    </a:cubicBezTo>
                    <a:cubicBezTo>
                      <a:pt x="411734" y="90814"/>
                      <a:pt x="419893" y="88095"/>
                      <a:pt x="422612" y="88095"/>
                    </a:cubicBezTo>
                    <a:cubicBezTo>
                      <a:pt x="425332" y="88095"/>
                      <a:pt x="425332" y="88095"/>
                      <a:pt x="428052" y="88095"/>
                    </a:cubicBezTo>
                    <a:cubicBezTo>
                      <a:pt x="433492" y="88095"/>
                      <a:pt x="441650" y="88095"/>
                      <a:pt x="447090" y="90814"/>
                    </a:cubicBezTo>
                    <a:cubicBezTo>
                      <a:pt x="449809" y="90814"/>
                      <a:pt x="452529" y="93534"/>
                      <a:pt x="455249" y="96253"/>
                    </a:cubicBezTo>
                    <a:cubicBezTo>
                      <a:pt x="482445" y="96253"/>
                      <a:pt x="509642" y="93534"/>
                      <a:pt x="525960" y="93534"/>
                    </a:cubicBezTo>
                    <a:cubicBezTo>
                      <a:pt x="539558" y="93534"/>
                      <a:pt x="561315" y="93534"/>
                      <a:pt x="561315" y="109852"/>
                    </a:cubicBezTo>
                    <a:cubicBezTo>
                      <a:pt x="561315" y="118011"/>
                      <a:pt x="561315" y="120730"/>
                      <a:pt x="555876" y="126170"/>
                    </a:cubicBezTo>
                    <a:cubicBezTo>
                      <a:pt x="550437" y="131609"/>
                      <a:pt x="544997" y="134329"/>
                      <a:pt x="539558" y="134329"/>
                    </a:cubicBezTo>
                    <a:cubicBezTo>
                      <a:pt x="531399" y="137048"/>
                      <a:pt x="523240" y="137048"/>
                      <a:pt x="517800" y="137048"/>
                    </a:cubicBezTo>
                    <a:cubicBezTo>
                      <a:pt x="515081" y="137048"/>
                      <a:pt x="498763" y="137048"/>
                      <a:pt x="477006" y="137048"/>
                    </a:cubicBezTo>
                    <a:cubicBezTo>
                      <a:pt x="479725" y="145207"/>
                      <a:pt x="485165" y="153366"/>
                      <a:pt x="485165" y="161525"/>
                    </a:cubicBezTo>
                    <a:cubicBezTo>
                      <a:pt x="487885" y="177843"/>
                      <a:pt x="493324" y="194161"/>
                      <a:pt x="496043" y="210479"/>
                    </a:cubicBezTo>
                    <a:cubicBezTo>
                      <a:pt x="498763" y="224077"/>
                      <a:pt x="498763" y="237676"/>
                      <a:pt x="501483" y="251274"/>
                    </a:cubicBezTo>
                    <a:cubicBezTo>
                      <a:pt x="504202" y="264872"/>
                      <a:pt x="506922" y="275751"/>
                      <a:pt x="506922" y="292069"/>
                    </a:cubicBezTo>
                    <a:cubicBezTo>
                      <a:pt x="506922" y="302947"/>
                      <a:pt x="506922" y="311106"/>
                      <a:pt x="506922" y="321985"/>
                    </a:cubicBezTo>
                    <a:cubicBezTo>
                      <a:pt x="506922" y="327424"/>
                      <a:pt x="509642" y="335583"/>
                      <a:pt x="509642" y="341022"/>
                    </a:cubicBezTo>
                    <a:cubicBezTo>
                      <a:pt x="509642" y="343742"/>
                      <a:pt x="509642" y="343742"/>
                      <a:pt x="509642" y="343742"/>
                    </a:cubicBezTo>
                    <a:cubicBezTo>
                      <a:pt x="509642" y="349181"/>
                      <a:pt x="515081" y="349181"/>
                      <a:pt x="517800" y="349181"/>
                    </a:cubicBezTo>
                    <a:cubicBezTo>
                      <a:pt x="520520" y="349181"/>
                      <a:pt x="523240" y="349181"/>
                      <a:pt x="528680" y="349181"/>
                    </a:cubicBezTo>
                    <a:cubicBezTo>
                      <a:pt x="536838" y="349181"/>
                      <a:pt x="547717" y="349181"/>
                      <a:pt x="550437" y="357340"/>
                    </a:cubicBezTo>
                    <a:cubicBezTo>
                      <a:pt x="550437" y="360060"/>
                      <a:pt x="550437" y="360060"/>
                      <a:pt x="550437" y="362780"/>
                    </a:cubicBezTo>
                    <a:cubicBezTo>
                      <a:pt x="550437" y="370939"/>
                      <a:pt x="539558" y="381817"/>
                      <a:pt x="534119" y="384537"/>
                    </a:cubicBezTo>
                    <a:cubicBezTo>
                      <a:pt x="531399" y="387257"/>
                      <a:pt x="523240" y="387257"/>
                      <a:pt x="520520" y="389976"/>
                    </a:cubicBezTo>
                    <a:cubicBezTo>
                      <a:pt x="515081" y="389976"/>
                      <a:pt x="512362" y="392696"/>
                      <a:pt x="512362" y="395415"/>
                    </a:cubicBezTo>
                    <a:cubicBezTo>
                      <a:pt x="512362" y="395415"/>
                      <a:pt x="512362" y="398135"/>
                      <a:pt x="512362" y="398135"/>
                    </a:cubicBezTo>
                    <a:cubicBezTo>
                      <a:pt x="512362" y="400855"/>
                      <a:pt x="512362" y="406294"/>
                      <a:pt x="512362" y="409014"/>
                    </a:cubicBezTo>
                    <a:cubicBezTo>
                      <a:pt x="512362" y="411733"/>
                      <a:pt x="512362" y="411733"/>
                      <a:pt x="512362" y="414453"/>
                    </a:cubicBezTo>
                    <a:cubicBezTo>
                      <a:pt x="512362" y="422612"/>
                      <a:pt x="512362" y="430771"/>
                      <a:pt x="512362" y="438930"/>
                    </a:cubicBezTo>
                    <a:cubicBezTo>
                      <a:pt x="512362" y="460687"/>
                      <a:pt x="512362" y="482445"/>
                      <a:pt x="515081" y="504202"/>
                    </a:cubicBezTo>
                    <a:cubicBezTo>
                      <a:pt x="517800" y="525959"/>
                      <a:pt x="520520" y="550436"/>
                      <a:pt x="520520" y="572193"/>
                    </a:cubicBezTo>
                    <a:cubicBezTo>
                      <a:pt x="520520" y="583072"/>
                      <a:pt x="520520" y="593950"/>
                      <a:pt x="517800" y="604829"/>
                    </a:cubicBezTo>
                    <a:cubicBezTo>
                      <a:pt x="515081" y="623867"/>
                      <a:pt x="515081" y="642904"/>
                      <a:pt x="512362" y="661942"/>
                    </a:cubicBezTo>
                    <a:cubicBezTo>
                      <a:pt x="512362" y="664661"/>
                      <a:pt x="509642" y="667381"/>
                      <a:pt x="509642" y="670101"/>
                    </a:cubicBezTo>
                    <a:cubicBezTo>
                      <a:pt x="509642" y="672820"/>
                      <a:pt x="512362" y="678260"/>
                      <a:pt x="512362" y="680979"/>
                    </a:cubicBezTo>
                    <a:cubicBezTo>
                      <a:pt x="512362" y="683699"/>
                      <a:pt x="512362" y="686419"/>
                      <a:pt x="512362" y="686419"/>
                    </a:cubicBezTo>
                    <a:cubicBezTo>
                      <a:pt x="517800" y="680979"/>
                      <a:pt x="528680" y="680979"/>
                      <a:pt x="536838" y="680979"/>
                    </a:cubicBezTo>
                    <a:lnTo>
                      <a:pt x="536838" y="68097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52">
                <a:extLst>
                  <a:ext uri="{FF2B5EF4-FFF2-40B4-BE49-F238E27FC236}">
                    <a16:creationId xmlns:a16="http://schemas.microsoft.com/office/drawing/2014/main" id="{DF6E988F-897D-8F46-BC02-1E0584B0790C}"/>
                  </a:ext>
                </a:extLst>
              </p:cNvPr>
              <p:cNvSpPr/>
              <p:nvPr/>
            </p:nvSpPr>
            <p:spPr>
              <a:xfrm>
                <a:off x="9592416" y="4192158"/>
                <a:ext cx="516735" cy="761503"/>
              </a:xfrm>
              <a:custGeom>
                <a:avLst/>
                <a:gdLst>
                  <a:gd name="connsiteX0" fmla="*/ 463407 w 516735"/>
                  <a:gd name="connsiteY0" fmla="*/ 194161 h 761503"/>
                  <a:gd name="connsiteX1" fmla="*/ 447089 w 516735"/>
                  <a:gd name="connsiteY1" fmla="*/ 226797 h 761503"/>
                  <a:gd name="connsiteX2" fmla="*/ 430771 w 516735"/>
                  <a:gd name="connsiteY2" fmla="*/ 221357 h 761503"/>
                  <a:gd name="connsiteX3" fmla="*/ 422612 w 516735"/>
                  <a:gd name="connsiteY3" fmla="*/ 207759 h 761503"/>
                  <a:gd name="connsiteX4" fmla="*/ 419893 w 516735"/>
                  <a:gd name="connsiteY4" fmla="*/ 188722 h 761503"/>
                  <a:gd name="connsiteX5" fmla="*/ 419893 w 516735"/>
                  <a:gd name="connsiteY5" fmla="*/ 139768 h 761503"/>
                  <a:gd name="connsiteX6" fmla="*/ 419893 w 516735"/>
                  <a:gd name="connsiteY6" fmla="*/ 120730 h 761503"/>
                  <a:gd name="connsiteX7" fmla="*/ 395416 w 516735"/>
                  <a:gd name="connsiteY7" fmla="*/ 120730 h 761503"/>
                  <a:gd name="connsiteX8" fmla="*/ 370939 w 516735"/>
                  <a:gd name="connsiteY8" fmla="*/ 120730 h 761503"/>
                  <a:gd name="connsiteX9" fmla="*/ 346461 w 516735"/>
                  <a:gd name="connsiteY9" fmla="*/ 123450 h 761503"/>
                  <a:gd name="connsiteX10" fmla="*/ 335583 w 516735"/>
                  <a:gd name="connsiteY10" fmla="*/ 123450 h 761503"/>
                  <a:gd name="connsiteX11" fmla="*/ 335583 w 516735"/>
                  <a:gd name="connsiteY11" fmla="*/ 123450 h 761503"/>
                  <a:gd name="connsiteX12" fmla="*/ 324704 w 516735"/>
                  <a:gd name="connsiteY12" fmla="*/ 128889 h 761503"/>
                  <a:gd name="connsiteX13" fmla="*/ 327424 w 516735"/>
                  <a:gd name="connsiteY13" fmla="*/ 139768 h 761503"/>
                  <a:gd name="connsiteX14" fmla="*/ 330144 w 516735"/>
                  <a:gd name="connsiteY14" fmla="*/ 175123 h 761503"/>
                  <a:gd name="connsiteX15" fmla="*/ 330144 w 516735"/>
                  <a:gd name="connsiteY15" fmla="*/ 199600 h 761503"/>
                  <a:gd name="connsiteX16" fmla="*/ 327424 w 516735"/>
                  <a:gd name="connsiteY16" fmla="*/ 224077 h 761503"/>
                  <a:gd name="connsiteX17" fmla="*/ 330144 w 516735"/>
                  <a:gd name="connsiteY17" fmla="*/ 251274 h 761503"/>
                  <a:gd name="connsiteX18" fmla="*/ 327424 w 516735"/>
                  <a:gd name="connsiteY18" fmla="*/ 278470 h 761503"/>
                  <a:gd name="connsiteX19" fmla="*/ 327424 w 516735"/>
                  <a:gd name="connsiteY19" fmla="*/ 332864 h 761503"/>
                  <a:gd name="connsiteX20" fmla="*/ 330144 w 516735"/>
                  <a:gd name="connsiteY20" fmla="*/ 357340 h 761503"/>
                  <a:gd name="connsiteX21" fmla="*/ 330144 w 516735"/>
                  <a:gd name="connsiteY21" fmla="*/ 368219 h 761503"/>
                  <a:gd name="connsiteX22" fmla="*/ 332863 w 516735"/>
                  <a:gd name="connsiteY22" fmla="*/ 387257 h 761503"/>
                  <a:gd name="connsiteX23" fmla="*/ 332863 w 516735"/>
                  <a:gd name="connsiteY23" fmla="*/ 433491 h 761503"/>
                  <a:gd name="connsiteX24" fmla="*/ 332863 w 516735"/>
                  <a:gd name="connsiteY24" fmla="*/ 487884 h 761503"/>
                  <a:gd name="connsiteX25" fmla="*/ 330144 w 516735"/>
                  <a:gd name="connsiteY25" fmla="*/ 512361 h 761503"/>
                  <a:gd name="connsiteX26" fmla="*/ 330144 w 516735"/>
                  <a:gd name="connsiteY26" fmla="*/ 539557 h 761503"/>
                  <a:gd name="connsiteX27" fmla="*/ 332863 w 516735"/>
                  <a:gd name="connsiteY27" fmla="*/ 593950 h 761503"/>
                  <a:gd name="connsiteX28" fmla="*/ 332863 w 516735"/>
                  <a:gd name="connsiteY28" fmla="*/ 648343 h 761503"/>
                  <a:gd name="connsiteX29" fmla="*/ 332863 w 516735"/>
                  <a:gd name="connsiteY29" fmla="*/ 656502 h 761503"/>
                  <a:gd name="connsiteX30" fmla="*/ 357341 w 516735"/>
                  <a:gd name="connsiteY30" fmla="*/ 656502 h 761503"/>
                  <a:gd name="connsiteX31" fmla="*/ 395416 w 516735"/>
                  <a:gd name="connsiteY31" fmla="*/ 675540 h 761503"/>
                  <a:gd name="connsiteX32" fmla="*/ 389976 w 516735"/>
                  <a:gd name="connsiteY32" fmla="*/ 691858 h 761503"/>
                  <a:gd name="connsiteX33" fmla="*/ 373658 w 516735"/>
                  <a:gd name="connsiteY33" fmla="*/ 700017 h 761503"/>
                  <a:gd name="connsiteX34" fmla="*/ 351901 w 516735"/>
                  <a:gd name="connsiteY34" fmla="*/ 702737 h 761503"/>
                  <a:gd name="connsiteX35" fmla="*/ 319265 w 516735"/>
                  <a:gd name="connsiteY35" fmla="*/ 702737 h 761503"/>
                  <a:gd name="connsiteX36" fmla="*/ 311106 w 516735"/>
                  <a:gd name="connsiteY36" fmla="*/ 708176 h 761503"/>
                  <a:gd name="connsiteX37" fmla="*/ 289349 w 516735"/>
                  <a:gd name="connsiteY37" fmla="*/ 713615 h 761503"/>
                  <a:gd name="connsiteX38" fmla="*/ 270311 w 516735"/>
                  <a:gd name="connsiteY38" fmla="*/ 713615 h 761503"/>
                  <a:gd name="connsiteX39" fmla="*/ 243115 w 516735"/>
                  <a:gd name="connsiteY39" fmla="*/ 705456 h 761503"/>
                  <a:gd name="connsiteX40" fmla="*/ 237675 w 516735"/>
                  <a:gd name="connsiteY40" fmla="*/ 702737 h 761503"/>
                  <a:gd name="connsiteX41" fmla="*/ 199600 w 516735"/>
                  <a:gd name="connsiteY41" fmla="*/ 702737 h 761503"/>
                  <a:gd name="connsiteX42" fmla="*/ 175123 w 516735"/>
                  <a:gd name="connsiteY42" fmla="*/ 702737 h 761503"/>
                  <a:gd name="connsiteX43" fmla="*/ 147927 w 516735"/>
                  <a:gd name="connsiteY43" fmla="*/ 697297 h 761503"/>
                  <a:gd name="connsiteX44" fmla="*/ 131609 w 516735"/>
                  <a:gd name="connsiteY44" fmla="*/ 678260 h 761503"/>
                  <a:gd name="connsiteX45" fmla="*/ 137048 w 516735"/>
                  <a:gd name="connsiteY45" fmla="*/ 670101 h 761503"/>
                  <a:gd name="connsiteX46" fmla="*/ 158805 w 516735"/>
                  <a:gd name="connsiteY46" fmla="*/ 661942 h 761503"/>
                  <a:gd name="connsiteX47" fmla="*/ 199600 w 516735"/>
                  <a:gd name="connsiteY47" fmla="*/ 659222 h 761503"/>
                  <a:gd name="connsiteX48" fmla="*/ 199600 w 516735"/>
                  <a:gd name="connsiteY48" fmla="*/ 659222 h 761503"/>
                  <a:gd name="connsiteX49" fmla="*/ 196880 w 516735"/>
                  <a:gd name="connsiteY49" fmla="*/ 629306 h 761503"/>
                  <a:gd name="connsiteX50" fmla="*/ 199600 w 516735"/>
                  <a:gd name="connsiteY50" fmla="*/ 574913 h 761503"/>
                  <a:gd name="connsiteX51" fmla="*/ 202320 w 516735"/>
                  <a:gd name="connsiteY51" fmla="*/ 523239 h 761503"/>
                  <a:gd name="connsiteX52" fmla="*/ 205040 w 516735"/>
                  <a:gd name="connsiteY52" fmla="*/ 460687 h 761503"/>
                  <a:gd name="connsiteX53" fmla="*/ 205040 w 516735"/>
                  <a:gd name="connsiteY53" fmla="*/ 417173 h 761503"/>
                  <a:gd name="connsiteX54" fmla="*/ 207759 w 516735"/>
                  <a:gd name="connsiteY54" fmla="*/ 392696 h 761503"/>
                  <a:gd name="connsiteX55" fmla="*/ 210478 w 516735"/>
                  <a:gd name="connsiteY55" fmla="*/ 368219 h 761503"/>
                  <a:gd name="connsiteX56" fmla="*/ 210478 w 516735"/>
                  <a:gd name="connsiteY56" fmla="*/ 313826 h 761503"/>
                  <a:gd name="connsiteX57" fmla="*/ 210478 w 516735"/>
                  <a:gd name="connsiteY57" fmla="*/ 259433 h 761503"/>
                  <a:gd name="connsiteX58" fmla="*/ 210478 w 516735"/>
                  <a:gd name="connsiteY58" fmla="*/ 213199 h 761503"/>
                  <a:gd name="connsiteX59" fmla="*/ 210478 w 516735"/>
                  <a:gd name="connsiteY59" fmla="*/ 145207 h 761503"/>
                  <a:gd name="connsiteX60" fmla="*/ 213198 w 516735"/>
                  <a:gd name="connsiteY60" fmla="*/ 131609 h 761503"/>
                  <a:gd name="connsiteX61" fmla="*/ 205040 w 516735"/>
                  <a:gd name="connsiteY61" fmla="*/ 123450 h 761503"/>
                  <a:gd name="connsiteX62" fmla="*/ 161525 w 516735"/>
                  <a:gd name="connsiteY62" fmla="*/ 123450 h 761503"/>
                  <a:gd name="connsiteX63" fmla="*/ 112571 w 516735"/>
                  <a:gd name="connsiteY63" fmla="*/ 120730 h 761503"/>
                  <a:gd name="connsiteX64" fmla="*/ 104412 w 516735"/>
                  <a:gd name="connsiteY64" fmla="*/ 118011 h 761503"/>
                  <a:gd name="connsiteX65" fmla="*/ 107132 w 516735"/>
                  <a:gd name="connsiteY65" fmla="*/ 191441 h 761503"/>
                  <a:gd name="connsiteX66" fmla="*/ 90814 w 516735"/>
                  <a:gd name="connsiteY66" fmla="*/ 224077 h 761503"/>
                  <a:gd name="connsiteX67" fmla="*/ 74496 w 516735"/>
                  <a:gd name="connsiteY67" fmla="*/ 218638 h 761503"/>
                  <a:gd name="connsiteX68" fmla="*/ 66337 w 516735"/>
                  <a:gd name="connsiteY68" fmla="*/ 205040 h 761503"/>
                  <a:gd name="connsiteX69" fmla="*/ 63617 w 516735"/>
                  <a:gd name="connsiteY69" fmla="*/ 186002 h 761503"/>
                  <a:gd name="connsiteX70" fmla="*/ 63617 w 516735"/>
                  <a:gd name="connsiteY70" fmla="*/ 145207 h 761503"/>
                  <a:gd name="connsiteX71" fmla="*/ 63617 w 516735"/>
                  <a:gd name="connsiteY71" fmla="*/ 109852 h 761503"/>
                  <a:gd name="connsiteX72" fmla="*/ 58178 w 516735"/>
                  <a:gd name="connsiteY72" fmla="*/ 96253 h 761503"/>
                  <a:gd name="connsiteX73" fmla="*/ 66337 w 516735"/>
                  <a:gd name="connsiteY73" fmla="*/ 85375 h 761503"/>
                  <a:gd name="connsiteX74" fmla="*/ 93533 w 516735"/>
                  <a:gd name="connsiteY74" fmla="*/ 77216 h 761503"/>
                  <a:gd name="connsiteX75" fmla="*/ 115290 w 516735"/>
                  <a:gd name="connsiteY75" fmla="*/ 77216 h 761503"/>
                  <a:gd name="connsiteX76" fmla="*/ 169684 w 516735"/>
                  <a:gd name="connsiteY76" fmla="*/ 74496 h 761503"/>
                  <a:gd name="connsiteX77" fmla="*/ 194161 w 516735"/>
                  <a:gd name="connsiteY77" fmla="*/ 71776 h 761503"/>
                  <a:gd name="connsiteX78" fmla="*/ 196880 w 516735"/>
                  <a:gd name="connsiteY78" fmla="*/ 71776 h 761503"/>
                  <a:gd name="connsiteX79" fmla="*/ 210478 w 516735"/>
                  <a:gd name="connsiteY79" fmla="*/ 71776 h 761503"/>
                  <a:gd name="connsiteX80" fmla="*/ 218638 w 516735"/>
                  <a:gd name="connsiteY80" fmla="*/ 71776 h 761503"/>
                  <a:gd name="connsiteX81" fmla="*/ 237675 w 516735"/>
                  <a:gd name="connsiteY81" fmla="*/ 60898 h 761503"/>
                  <a:gd name="connsiteX82" fmla="*/ 253993 w 516735"/>
                  <a:gd name="connsiteY82" fmla="*/ 58178 h 761503"/>
                  <a:gd name="connsiteX83" fmla="*/ 283910 w 516735"/>
                  <a:gd name="connsiteY83" fmla="*/ 60898 h 761503"/>
                  <a:gd name="connsiteX84" fmla="*/ 294788 w 516735"/>
                  <a:gd name="connsiteY84" fmla="*/ 66337 h 761503"/>
                  <a:gd name="connsiteX85" fmla="*/ 305667 w 516735"/>
                  <a:gd name="connsiteY85" fmla="*/ 74496 h 761503"/>
                  <a:gd name="connsiteX86" fmla="*/ 313826 w 516735"/>
                  <a:gd name="connsiteY86" fmla="*/ 74496 h 761503"/>
                  <a:gd name="connsiteX87" fmla="*/ 327424 w 516735"/>
                  <a:gd name="connsiteY87" fmla="*/ 74496 h 761503"/>
                  <a:gd name="connsiteX88" fmla="*/ 354621 w 516735"/>
                  <a:gd name="connsiteY88" fmla="*/ 74496 h 761503"/>
                  <a:gd name="connsiteX89" fmla="*/ 422612 w 516735"/>
                  <a:gd name="connsiteY89" fmla="*/ 74496 h 761503"/>
                  <a:gd name="connsiteX90" fmla="*/ 455248 w 516735"/>
                  <a:gd name="connsiteY90" fmla="*/ 79936 h 761503"/>
                  <a:gd name="connsiteX91" fmla="*/ 466127 w 516735"/>
                  <a:gd name="connsiteY91" fmla="*/ 98973 h 761503"/>
                  <a:gd name="connsiteX92" fmla="*/ 463407 w 516735"/>
                  <a:gd name="connsiteY92" fmla="*/ 109852 h 761503"/>
                  <a:gd name="connsiteX93" fmla="*/ 463407 w 516735"/>
                  <a:gd name="connsiteY93" fmla="*/ 120730 h 761503"/>
                  <a:gd name="connsiteX94" fmla="*/ 463407 w 516735"/>
                  <a:gd name="connsiteY94" fmla="*/ 194161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16735" h="761503">
                    <a:moveTo>
                      <a:pt x="463407" y="194161"/>
                    </a:moveTo>
                    <a:cubicBezTo>
                      <a:pt x="463407" y="205040"/>
                      <a:pt x="463407" y="226797"/>
                      <a:pt x="447089" y="226797"/>
                    </a:cubicBezTo>
                    <a:cubicBezTo>
                      <a:pt x="438930" y="226797"/>
                      <a:pt x="436211" y="226797"/>
                      <a:pt x="430771" y="221357"/>
                    </a:cubicBezTo>
                    <a:cubicBezTo>
                      <a:pt x="425332" y="218638"/>
                      <a:pt x="422612" y="210479"/>
                      <a:pt x="422612" y="207759"/>
                    </a:cubicBezTo>
                    <a:cubicBezTo>
                      <a:pt x="419893" y="199600"/>
                      <a:pt x="419893" y="194161"/>
                      <a:pt x="419893" y="188722"/>
                    </a:cubicBezTo>
                    <a:cubicBezTo>
                      <a:pt x="419893" y="183282"/>
                      <a:pt x="419893" y="147927"/>
                      <a:pt x="419893" y="139768"/>
                    </a:cubicBezTo>
                    <a:cubicBezTo>
                      <a:pt x="419893" y="134329"/>
                      <a:pt x="419893" y="128889"/>
                      <a:pt x="419893" y="120730"/>
                    </a:cubicBezTo>
                    <a:cubicBezTo>
                      <a:pt x="411734" y="120730"/>
                      <a:pt x="403574" y="120730"/>
                      <a:pt x="395416" y="120730"/>
                    </a:cubicBezTo>
                    <a:cubicBezTo>
                      <a:pt x="387256" y="120730"/>
                      <a:pt x="379098" y="120730"/>
                      <a:pt x="370939" y="120730"/>
                    </a:cubicBezTo>
                    <a:cubicBezTo>
                      <a:pt x="362780" y="120730"/>
                      <a:pt x="354621" y="123450"/>
                      <a:pt x="346461" y="123450"/>
                    </a:cubicBezTo>
                    <a:cubicBezTo>
                      <a:pt x="343742" y="123450"/>
                      <a:pt x="341023" y="123450"/>
                      <a:pt x="335583" y="123450"/>
                    </a:cubicBezTo>
                    <a:cubicBezTo>
                      <a:pt x="335583" y="123450"/>
                      <a:pt x="335583" y="123450"/>
                      <a:pt x="335583" y="123450"/>
                    </a:cubicBezTo>
                    <a:cubicBezTo>
                      <a:pt x="327424" y="123450"/>
                      <a:pt x="324704" y="126170"/>
                      <a:pt x="324704" y="128889"/>
                    </a:cubicBezTo>
                    <a:cubicBezTo>
                      <a:pt x="324704" y="131609"/>
                      <a:pt x="324704" y="137048"/>
                      <a:pt x="327424" y="139768"/>
                    </a:cubicBezTo>
                    <a:cubicBezTo>
                      <a:pt x="330144" y="147927"/>
                      <a:pt x="330144" y="166964"/>
                      <a:pt x="330144" y="175123"/>
                    </a:cubicBezTo>
                    <a:cubicBezTo>
                      <a:pt x="330144" y="183282"/>
                      <a:pt x="330144" y="191441"/>
                      <a:pt x="330144" y="199600"/>
                    </a:cubicBezTo>
                    <a:cubicBezTo>
                      <a:pt x="330144" y="207759"/>
                      <a:pt x="327424" y="215918"/>
                      <a:pt x="327424" y="224077"/>
                    </a:cubicBezTo>
                    <a:cubicBezTo>
                      <a:pt x="327424" y="232236"/>
                      <a:pt x="330144" y="243115"/>
                      <a:pt x="330144" y="251274"/>
                    </a:cubicBezTo>
                    <a:cubicBezTo>
                      <a:pt x="330144" y="259433"/>
                      <a:pt x="330144" y="267592"/>
                      <a:pt x="327424" y="278470"/>
                    </a:cubicBezTo>
                    <a:cubicBezTo>
                      <a:pt x="327424" y="294788"/>
                      <a:pt x="327424" y="313826"/>
                      <a:pt x="327424" y="332864"/>
                    </a:cubicBezTo>
                    <a:cubicBezTo>
                      <a:pt x="327424" y="341022"/>
                      <a:pt x="327424" y="349181"/>
                      <a:pt x="330144" y="357340"/>
                    </a:cubicBezTo>
                    <a:cubicBezTo>
                      <a:pt x="330144" y="360060"/>
                      <a:pt x="330144" y="365499"/>
                      <a:pt x="330144" y="368219"/>
                    </a:cubicBezTo>
                    <a:cubicBezTo>
                      <a:pt x="330144" y="373658"/>
                      <a:pt x="332863" y="384537"/>
                      <a:pt x="332863" y="387257"/>
                    </a:cubicBezTo>
                    <a:cubicBezTo>
                      <a:pt x="332863" y="406294"/>
                      <a:pt x="332863" y="414453"/>
                      <a:pt x="332863" y="433491"/>
                    </a:cubicBezTo>
                    <a:cubicBezTo>
                      <a:pt x="332863" y="452528"/>
                      <a:pt x="335583" y="468846"/>
                      <a:pt x="332863" y="487884"/>
                    </a:cubicBezTo>
                    <a:cubicBezTo>
                      <a:pt x="332863" y="496043"/>
                      <a:pt x="330144" y="504202"/>
                      <a:pt x="330144" y="512361"/>
                    </a:cubicBezTo>
                    <a:cubicBezTo>
                      <a:pt x="330144" y="520520"/>
                      <a:pt x="330144" y="531398"/>
                      <a:pt x="330144" y="539557"/>
                    </a:cubicBezTo>
                    <a:cubicBezTo>
                      <a:pt x="330144" y="558595"/>
                      <a:pt x="330144" y="574913"/>
                      <a:pt x="332863" y="593950"/>
                    </a:cubicBezTo>
                    <a:cubicBezTo>
                      <a:pt x="332863" y="610268"/>
                      <a:pt x="332863" y="632026"/>
                      <a:pt x="332863" y="648343"/>
                    </a:cubicBezTo>
                    <a:cubicBezTo>
                      <a:pt x="332863" y="651063"/>
                      <a:pt x="332863" y="653783"/>
                      <a:pt x="332863" y="656502"/>
                    </a:cubicBezTo>
                    <a:cubicBezTo>
                      <a:pt x="343742" y="656502"/>
                      <a:pt x="351901" y="656502"/>
                      <a:pt x="357341" y="656502"/>
                    </a:cubicBezTo>
                    <a:cubicBezTo>
                      <a:pt x="370939" y="656502"/>
                      <a:pt x="395416" y="659222"/>
                      <a:pt x="395416" y="675540"/>
                    </a:cubicBezTo>
                    <a:cubicBezTo>
                      <a:pt x="395416" y="683699"/>
                      <a:pt x="392696" y="686419"/>
                      <a:pt x="389976" y="691858"/>
                    </a:cubicBezTo>
                    <a:cubicBezTo>
                      <a:pt x="384537" y="697297"/>
                      <a:pt x="379098" y="700017"/>
                      <a:pt x="373658" y="700017"/>
                    </a:cubicBezTo>
                    <a:cubicBezTo>
                      <a:pt x="365499" y="702737"/>
                      <a:pt x="357341" y="702737"/>
                      <a:pt x="351901" y="702737"/>
                    </a:cubicBezTo>
                    <a:cubicBezTo>
                      <a:pt x="349181" y="702737"/>
                      <a:pt x="335583" y="702737"/>
                      <a:pt x="319265" y="702737"/>
                    </a:cubicBezTo>
                    <a:cubicBezTo>
                      <a:pt x="316546" y="705456"/>
                      <a:pt x="313826" y="705456"/>
                      <a:pt x="311106" y="708176"/>
                    </a:cubicBezTo>
                    <a:cubicBezTo>
                      <a:pt x="302948" y="713615"/>
                      <a:pt x="297508" y="713615"/>
                      <a:pt x="289349" y="713615"/>
                    </a:cubicBezTo>
                    <a:cubicBezTo>
                      <a:pt x="283910" y="713615"/>
                      <a:pt x="278470" y="713615"/>
                      <a:pt x="270311" y="713615"/>
                    </a:cubicBezTo>
                    <a:cubicBezTo>
                      <a:pt x="259433" y="713615"/>
                      <a:pt x="251273" y="710895"/>
                      <a:pt x="243115" y="705456"/>
                    </a:cubicBezTo>
                    <a:cubicBezTo>
                      <a:pt x="240395" y="705456"/>
                      <a:pt x="237675" y="702737"/>
                      <a:pt x="237675" y="702737"/>
                    </a:cubicBezTo>
                    <a:cubicBezTo>
                      <a:pt x="224077" y="702737"/>
                      <a:pt x="213198" y="702737"/>
                      <a:pt x="199600" y="702737"/>
                    </a:cubicBezTo>
                    <a:cubicBezTo>
                      <a:pt x="191441" y="702737"/>
                      <a:pt x="183282" y="702737"/>
                      <a:pt x="175123" y="702737"/>
                    </a:cubicBezTo>
                    <a:cubicBezTo>
                      <a:pt x="166965" y="702737"/>
                      <a:pt x="156085" y="702737"/>
                      <a:pt x="147927" y="697297"/>
                    </a:cubicBezTo>
                    <a:cubicBezTo>
                      <a:pt x="139768" y="694578"/>
                      <a:pt x="131609" y="680979"/>
                      <a:pt x="131609" y="678260"/>
                    </a:cubicBezTo>
                    <a:cubicBezTo>
                      <a:pt x="131609" y="675540"/>
                      <a:pt x="131609" y="672820"/>
                      <a:pt x="137048" y="670101"/>
                    </a:cubicBezTo>
                    <a:cubicBezTo>
                      <a:pt x="142487" y="667381"/>
                      <a:pt x="153366" y="664661"/>
                      <a:pt x="158805" y="661942"/>
                    </a:cubicBezTo>
                    <a:cubicBezTo>
                      <a:pt x="175123" y="659222"/>
                      <a:pt x="191441" y="659222"/>
                      <a:pt x="199600" y="659222"/>
                    </a:cubicBezTo>
                    <a:lnTo>
                      <a:pt x="199600" y="659222"/>
                    </a:lnTo>
                    <a:cubicBezTo>
                      <a:pt x="199600" y="648343"/>
                      <a:pt x="196880" y="640184"/>
                      <a:pt x="196880" y="629306"/>
                    </a:cubicBezTo>
                    <a:cubicBezTo>
                      <a:pt x="196880" y="612988"/>
                      <a:pt x="196880" y="591231"/>
                      <a:pt x="199600" y="574913"/>
                    </a:cubicBezTo>
                    <a:cubicBezTo>
                      <a:pt x="199600" y="558595"/>
                      <a:pt x="199600" y="539557"/>
                      <a:pt x="202320" y="523239"/>
                    </a:cubicBezTo>
                    <a:cubicBezTo>
                      <a:pt x="202320" y="501482"/>
                      <a:pt x="205040" y="482445"/>
                      <a:pt x="205040" y="460687"/>
                    </a:cubicBezTo>
                    <a:cubicBezTo>
                      <a:pt x="205040" y="447089"/>
                      <a:pt x="205040" y="430771"/>
                      <a:pt x="205040" y="417173"/>
                    </a:cubicBezTo>
                    <a:cubicBezTo>
                      <a:pt x="205040" y="409014"/>
                      <a:pt x="207759" y="400855"/>
                      <a:pt x="207759" y="392696"/>
                    </a:cubicBezTo>
                    <a:cubicBezTo>
                      <a:pt x="207759" y="384537"/>
                      <a:pt x="210478" y="376378"/>
                      <a:pt x="210478" y="368219"/>
                    </a:cubicBezTo>
                    <a:cubicBezTo>
                      <a:pt x="210478" y="351901"/>
                      <a:pt x="210478" y="332864"/>
                      <a:pt x="210478" y="313826"/>
                    </a:cubicBezTo>
                    <a:cubicBezTo>
                      <a:pt x="210478" y="294788"/>
                      <a:pt x="210478" y="275751"/>
                      <a:pt x="210478" y="259433"/>
                    </a:cubicBezTo>
                    <a:cubicBezTo>
                      <a:pt x="210478" y="243115"/>
                      <a:pt x="210478" y="226797"/>
                      <a:pt x="210478" y="213199"/>
                    </a:cubicBezTo>
                    <a:cubicBezTo>
                      <a:pt x="210478" y="194161"/>
                      <a:pt x="210478" y="164245"/>
                      <a:pt x="210478" y="145207"/>
                    </a:cubicBezTo>
                    <a:cubicBezTo>
                      <a:pt x="210478" y="139768"/>
                      <a:pt x="213198" y="134329"/>
                      <a:pt x="213198" y="131609"/>
                    </a:cubicBezTo>
                    <a:cubicBezTo>
                      <a:pt x="213198" y="126170"/>
                      <a:pt x="207759" y="123450"/>
                      <a:pt x="205040" y="123450"/>
                    </a:cubicBezTo>
                    <a:cubicBezTo>
                      <a:pt x="199600" y="123450"/>
                      <a:pt x="166965" y="123450"/>
                      <a:pt x="161525" y="123450"/>
                    </a:cubicBezTo>
                    <a:cubicBezTo>
                      <a:pt x="145207" y="123450"/>
                      <a:pt x="128889" y="123450"/>
                      <a:pt x="112571" y="120730"/>
                    </a:cubicBezTo>
                    <a:cubicBezTo>
                      <a:pt x="109852" y="120730"/>
                      <a:pt x="107132" y="120730"/>
                      <a:pt x="104412" y="118011"/>
                    </a:cubicBezTo>
                    <a:cubicBezTo>
                      <a:pt x="107132" y="137048"/>
                      <a:pt x="107132" y="172404"/>
                      <a:pt x="107132" y="191441"/>
                    </a:cubicBezTo>
                    <a:cubicBezTo>
                      <a:pt x="107132" y="202320"/>
                      <a:pt x="107132" y="224077"/>
                      <a:pt x="90814" y="224077"/>
                    </a:cubicBezTo>
                    <a:cubicBezTo>
                      <a:pt x="82655" y="224077"/>
                      <a:pt x="79935" y="221357"/>
                      <a:pt x="74496" y="218638"/>
                    </a:cubicBezTo>
                    <a:cubicBezTo>
                      <a:pt x="69057" y="215918"/>
                      <a:pt x="66337" y="210479"/>
                      <a:pt x="66337" y="205040"/>
                    </a:cubicBezTo>
                    <a:cubicBezTo>
                      <a:pt x="63617" y="196881"/>
                      <a:pt x="63617" y="191441"/>
                      <a:pt x="63617" y="186002"/>
                    </a:cubicBezTo>
                    <a:cubicBezTo>
                      <a:pt x="63617" y="180563"/>
                      <a:pt x="63617" y="153366"/>
                      <a:pt x="63617" y="145207"/>
                    </a:cubicBezTo>
                    <a:cubicBezTo>
                      <a:pt x="63617" y="134329"/>
                      <a:pt x="63617" y="120730"/>
                      <a:pt x="63617" y="109852"/>
                    </a:cubicBezTo>
                    <a:cubicBezTo>
                      <a:pt x="60897" y="104412"/>
                      <a:pt x="58178" y="101693"/>
                      <a:pt x="58178" y="96253"/>
                    </a:cubicBezTo>
                    <a:cubicBezTo>
                      <a:pt x="58178" y="93534"/>
                      <a:pt x="60897" y="88095"/>
                      <a:pt x="66337" y="85375"/>
                    </a:cubicBezTo>
                    <a:cubicBezTo>
                      <a:pt x="74496" y="79936"/>
                      <a:pt x="77215" y="77216"/>
                      <a:pt x="93533" y="77216"/>
                    </a:cubicBezTo>
                    <a:cubicBezTo>
                      <a:pt x="101692" y="77216"/>
                      <a:pt x="109852" y="77216"/>
                      <a:pt x="115290" y="77216"/>
                    </a:cubicBezTo>
                    <a:cubicBezTo>
                      <a:pt x="134328" y="77216"/>
                      <a:pt x="150646" y="77216"/>
                      <a:pt x="169684" y="74496"/>
                    </a:cubicBezTo>
                    <a:cubicBezTo>
                      <a:pt x="177843" y="74496"/>
                      <a:pt x="186002" y="71776"/>
                      <a:pt x="194161" y="71776"/>
                    </a:cubicBezTo>
                    <a:cubicBezTo>
                      <a:pt x="194161" y="71776"/>
                      <a:pt x="196880" y="71776"/>
                      <a:pt x="196880" y="71776"/>
                    </a:cubicBezTo>
                    <a:cubicBezTo>
                      <a:pt x="199600" y="71776"/>
                      <a:pt x="205040" y="71776"/>
                      <a:pt x="210478" y="71776"/>
                    </a:cubicBezTo>
                    <a:cubicBezTo>
                      <a:pt x="213198" y="71776"/>
                      <a:pt x="215918" y="71776"/>
                      <a:pt x="218638" y="71776"/>
                    </a:cubicBezTo>
                    <a:cubicBezTo>
                      <a:pt x="224077" y="69057"/>
                      <a:pt x="229516" y="63618"/>
                      <a:pt x="237675" y="60898"/>
                    </a:cubicBezTo>
                    <a:cubicBezTo>
                      <a:pt x="243115" y="58178"/>
                      <a:pt x="248554" y="58178"/>
                      <a:pt x="253993" y="58178"/>
                    </a:cubicBezTo>
                    <a:cubicBezTo>
                      <a:pt x="264872" y="58178"/>
                      <a:pt x="273031" y="58178"/>
                      <a:pt x="283910" y="60898"/>
                    </a:cubicBezTo>
                    <a:cubicBezTo>
                      <a:pt x="286629" y="60898"/>
                      <a:pt x="292068" y="63618"/>
                      <a:pt x="294788" y="66337"/>
                    </a:cubicBezTo>
                    <a:cubicBezTo>
                      <a:pt x="297508" y="69057"/>
                      <a:pt x="302948" y="71776"/>
                      <a:pt x="305667" y="74496"/>
                    </a:cubicBezTo>
                    <a:cubicBezTo>
                      <a:pt x="308386" y="74496"/>
                      <a:pt x="311106" y="74496"/>
                      <a:pt x="313826" y="74496"/>
                    </a:cubicBezTo>
                    <a:cubicBezTo>
                      <a:pt x="319265" y="74496"/>
                      <a:pt x="321985" y="74496"/>
                      <a:pt x="327424" y="74496"/>
                    </a:cubicBezTo>
                    <a:cubicBezTo>
                      <a:pt x="335583" y="74496"/>
                      <a:pt x="346461" y="74496"/>
                      <a:pt x="354621" y="74496"/>
                    </a:cubicBezTo>
                    <a:cubicBezTo>
                      <a:pt x="376378" y="74496"/>
                      <a:pt x="400855" y="74496"/>
                      <a:pt x="422612" y="74496"/>
                    </a:cubicBezTo>
                    <a:cubicBezTo>
                      <a:pt x="433491" y="74496"/>
                      <a:pt x="447089" y="74496"/>
                      <a:pt x="455248" y="79936"/>
                    </a:cubicBezTo>
                    <a:cubicBezTo>
                      <a:pt x="460687" y="82655"/>
                      <a:pt x="466127" y="90814"/>
                      <a:pt x="466127" y="98973"/>
                    </a:cubicBezTo>
                    <a:cubicBezTo>
                      <a:pt x="466127" y="101693"/>
                      <a:pt x="466127" y="107132"/>
                      <a:pt x="463407" y="109852"/>
                    </a:cubicBezTo>
                    <a:cubicBezTo>
                      <a:pt x="463407" y="112571"/>
                      <a:pt x="463407" y="112571"/>
                      <a:pt x="463407" y="120730"/>
                    </a:cubicBezTo>
                    <a:cubicBezTo>
                      <a:pt x="463407" y="142488"/>
                      <a:pt x="463407" y="172404"/>
                      <a:pt x="463407" y="19416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EFDAAC7D-4ABC-134D-A303-F19C275C032A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 rot="16200000">
              <a:off x="1491260" y="4878173"/>
              <a:ext cx="44157" cy="1413011"/>
            </a:xfrm>
            <a:prstGeom prst="rect">
              <a:avLst/>
            </a:prstGeom>
          </p:spPr>
        </p:pic>
        <p:pic>
          <p:nvPicPr>
            <p:cNvPr id="49" name="Picture 48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52C1846-76E3-4E86-85B1-4F08ECC409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655647" y="5726170"/>
              <a:ext cx="1715382" cy="9811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817524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570F437-672F-F94C-92A0-5D743AEE63F1}"/>
              </a:ext>
            </a:extLst>
          </p:cNvPr>
          <p:cNvGrpSpPr/>
          <p:nvPr userDrawn="1"/>
        </p:nvGrpSpPr>
        <p:grpSpPr>
          <a:xfrm>
            <a:off x="9710941" y="4308631"/>
            <a:ext cx="1770558" cy="917126"/>
            <a:chOff x="9710941" y="4308631"/>
            <a:chExt cx="1770558" cy="917126"/>
          </a:xfrm>
          <a:solidFill>
            <a:srgbClr val="4F2170"/>
          </a:solidFill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C4EA2399-A430-8A4F-A905-52E1C9DF69F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710941" y="4308631"/>
              <a:ext cx="1770558" cy="681805"/>
              <a:chOff x="2078951" y="1888610"/>
              <a:chExt cx="8030200" cy="3092248"/>
            </a:xfrm>
            <a:grpFill/>
          </p:grpSpPr>
          <p:sp>
            <p:nvSpPr>
              <p:cNvPr id="58" name="Freeform: Shape 11">
                <a:extLst>
                  <a:ext uri="{FF2B5EF4-FFF2-40B4-BE49-F238E27FC236}">
                    <a16:creationId xmlns:a16="http://schemas.microsoft.com/office/drawing/2014/main" id="{D0D51D91-66CF-F04A-988A-1F3B8F4C7B3A}"/>
                  </a:ext>
                </a:extLst>
              </p:cNvPr>
              <p:cNvSpPr/>
              <p:nvPr/>
            </p:nvSpPr>
            <p:spPr>
              <a:xfrm>
                <a:off x="2078951" y="2872694"/>
                <a:ext cx="951880" cy="652717"/>
              </a:xfrm>
              <a:custGeom>
                <a:avLst/>
                <a:gdLst>
                  <a:gd name="connsiteX0" fmla="*/ 903041 w 951880"/>
                  <a:gd name="connsiteY0" fmla="*/ 330574 h 652717"/>
                  <a:gd name="connsiteX1" fmla="*/ 780656 w 951880"/>
                  <a:gd name="connsiteY1" fmla="*/ 379528 h 652717"/>
                  <a:gd name="connsiteX2" fmla="*/ 598439 w 951880"/>
                  <a:gd name="connsiteY2" fmla="*/ 311537 h 652717"/>
                  <a:gd name="connsiteX3" fmla="*/ 505970 w 951880"/>
                  <a:gd name="connsiteY3" fmla="*/ 164675 h 652717"/>
                  <a:gd name="connsiteX4" fmla="*/ 266640 w 951880"/>
                  <a:gd name="connsiteY4" fmla="*/ 61329 h 652717"/>
                  <a:gd name="connsiteX5" fmla="*/ 103461 w 951880"/>
                  <a:gd name="connsiteY5" fmla="*/ 458398 h 652717"/>
                  <a:gd name="connsiteX6" fmla="*/ 756179 w 951880"/>
                  <a:gd name="connsiteY6" fmla="*/ 485595 h 652717"/>
                  <a:gd name="connsiteX7" fmla="*/ 903041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903041" y="330574"/>
                    </a:moveTo>
                    <a:cubicBezTo>
                      <a:pt x="867685" y="363210"/>
                      <a:pt x="813292" y="374089"/>
                      <a:pt x="780656" y="379528"/>
                    </a:cubicBezTo>
                    <a:cubicBezTo>
                      <a:pt x="712664" y="387687"/>
                      <a:pt x="641953" y="365930"/>
                      <a:pt x="598439" y="311537"/>
                    </a:cubicBezTo>
                    <a:cubicBezTo>
                      <a:pt x="563083" y="268022"/>
                      <a:pt x="544046" y="210910"/>
                      <a:pt x="505970" y="164675"/>
                    </a:cubicBezTo>
                    <a:cubicBezTo>
                      <a:pt x="448858" y="93964"/>
                      <a:pt x="359109" y="45011"/>
                      <a:pt x="266640" y="61329"/>
                    </a:cubicBezTo>
                    <a:cubicBezTo>
                      <a:pt x="81704" y="93964"/>
                      <a:pt x="114" y="308817"/>
                      <a:pt x="103461" y="458398"/>
                    </a:cubicBezTo>
                    <a:cubicBezTo>
                      <a:pt x="253042" y="670531"/>
                      <a:pt x="584840" y="635176"/>
                      <a:pt x="756179" y="485595"/>
                    </a:cubicBezTo>
                    <a:cubicBezTo>
                      <a:pt x="813292" y="442080"/>
                      <a:pt x="862246" y="390407"/>
                      <a:pt x="903041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12">
                <a:extLst>
                  <a:ext uri="{FF2B5EF4-FFF2-40B4-BE49-F238E27FC236}">
                    <a16:creationId xmlns:a16="http://schemas.microsoft.com/office/drawing/2014/main" id="{79A89611-02D9-294A-B5B4-7BF585857726}"/>
                  </a:ext>
                </a:extLst>
              </p:cNvPr>
              <p:cNvSpPr/>
              <p:nvPr/>
            </p:nvSpPr>
            <p:spPr>
              <a:xfrm>
                <a:off x="9151831" y="2872694"/>
                <a:ext cx="951880" cy="652717"/>
              </a:xfrm>
              <a:custGeom>
                <a:avLst/>
                <a:gdLst>
                  <a:gd name="connsiteX0" fmla="*/ 58178 w 951880"/>
                  <a:gd name="connsiteY0" fmla="*/ 330574 h 652717"/>
                  <a:gd name="connsiteX1" fmla="*/ 180563 w 951880"/>
                  <a:gd name="connsiteY1" fmla="*/ 379528 h 652717"/>
                  <a:gd name="connsiteX2" fmla="*/ 362780 w 951880"/>
                  <a:gd name="connsiteY2" fmla="*/ 311537 h 652717"/>
                  <a:gd name="connsiteX3" fmla="*/ 455249 w 951880"/>
                  <a:gd name="connsiteY3" fmla="*/ 164675 h 652717"/>
                  <a:gd name="connsiteX4" fmla="*/ 694578 w 951880"/>
                  <a:gd name="connsiteY4" fmla="*/ 61329 h 652717"/>
                  <a:gd name="connsiteX5" fmla="*/ 857758 w 951880"/>
                  <a:gd name="connsiteY5" fmla="*/ 458398 h 652717"/>
                  <a:gd name="connsiteX6" fmla="*/ 205040 w 951880"/>
                  <a:gd name="connsiteY6" fmla="*/ 485595 h 652717"/>
                  <a:gd name="connsiteX7" fmla="*/ 58178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58178" y="330574"/>
                    </a:moveTo>
                    <a:cubicBezTo>
                      <a:pt x="96253" y="363210"/>
                      <a:pt x="147927" y="374089"/>
                      <a:pt x="180563" y="379528"/>
                    </a:cubicBezTo>
                    <a:cubicBezTo>
                      <a:pt x="248554" y="387687"/>
                      <a:pt x="319266" y="365930"/>
                      <a:pt x="362780" y="311537"/>
                    </a:cubicBezTo>
                    <a:cubicBezTo>
                      <a:pt x="398136" y="268022"/>
                      <a:pt x="417174" y="210910"/>
                      <a:pt x="455249" y="164675"/>
                    </a:cubicBezTo>
                    <a:cubicBezTo>
                      <a:pt x="512362" y="93964"/>
                      <a:pt x="602110" y="45011"/>
                      <a:pt x="694578" y="61329"/>
                    </a:cubicBezTo>
                    <a:cubicBezTo>
                      <a:pt x="879515" y="93964"/>
                      <a:pt x="961105" y="308817"/>
                      <a:pt x="857758" y="458398"/>
                    </a:cubicBezTo>
                    <a:cubicBezTo>
                      <a:pt x="708176" y="670531"/>
                      <a:pt x="376379" y="635176"/>
                      <a:pt x="205040" y="485595"/>
                    </a:cubicBezTo>
                    <a:cubicBezTo>
                      <a:pt x="150646" y="442080"/>
                      <a:pt x="101693" y="390407"/>
                      <a:pt x="58178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13">
                <a:extLst>
                  <a:ext uri="{FF2B5EF4-FFF2-40B4-BE49-F238E27FC236}">
                    <a16:creationId xmlns:a16="http://schemas.microsoft.com/office/drawing/2014/main" id="{DD68A66F-9C37-DE45-A783-305186E26223}"/>
                  </a:ext>
                </a:extLst>
              </p:cNvPr>
              <p:cNvSpPr/>
              <p:nvPr/>
            </p:nvSpPr>
            <p:spPr>
              <a:xfrm>
                <a:off x="8001294" y="2010994"/>
                <a:ext cx="734308" cy="299162"/>
              </a:xfrm>
              <a:custGeom>
                <a:avLst/>
                <a:gdLst>
                  <a:gd name="connsiteX0" fmla="*/ 596792 w 734307"/>
                  <a:gd name="connsiteY0" fmla="*/ 58178 h 299162"/>
                  <a:gd name="connsiteX1" fmla="*/ 148048 w 734307"/>
                  <a:gd name="connsiteY1" fmla="*/ 58178 h 299162"/>
                  <a:gd name="connsiteX2" fmla="*/ 58299 w 734307"/>
                  <a:gd name="connsiteY2" fmla="*/ 150646 h 299162"/>
                  <a:gd name="connsiteX3" fmla="*/ 148048 w 734307"/>
                  <a:gd name="connsiteY3" fmla="*/ 251274 h 299162"/>
                  <a:gd name="connsiteX4" fmla="*/ 596792 w 734307"/>
                  <a:gd name="connsiteY4" fmla="*/ 251274 h 299162"/>
                  <a:gd name="connsiteX5" fmla="*/ 686541 w 734307"/>
                  <a:gd name="connsiteY5" fmla="*/ 158805 h 299162"/>
                  <a:gd name="connsiteX6" fmla="*/ 596792 w 734307"/>
                  <a:gd name="connsiteY6" fmla="*/ 58178 h 299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4307" h="299162">
                    <a:moveTo>
                      <a:pt x="596792" y="58178"/>
                    </a:moveTo>
                    <a:cubicBezTo>
                      <a:pt x="591353" y="58178"/>
                      <a:pt x="153487" y="58178"/>
                      <a:pt x="148048" y="58178"/>
                    </a:cubicBezTo>
                    <a:cubicBezTo>
                      <a:pt x="99094" y="60898"/>
                      <a:pt x="61019" y="104412"/>
                      <a:pt x="58299" y="150646"/>
                    </a:cubicBezTo>
                    <a:cubicBezTo>
                      <a:pt x="55580" y="199600"/>
                      <a:pt x="99094" y="248554"/>
                      <a:pt x="148048" y="251274"/>
                    </a:cubicBezTo>
                    <a:cubicBezTo>
                      <a:pt x="153487" y="251274"/>
                      <a:pt x="591353" y="251274"/>
                      <a:pt x="596792" y="251274"/>
                    </a:cubicBezTo>
                    <a:cubicBezTo>
                      <a:pt x="645746" y="248554"/>
                      <a:pt x="683821" y="205040"/>
                      <a:pt x="686541" y="158805"/>
                    </a:cubicBezTo>
                    <a:cubicBezTo>
                      <a:pt x="689260" y="109852"/>
                      <a:pt x="648465" y="60898"/>
                      <a:pt x="596792" y="581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14">
                <a:extLst>
                  <a:ext uri="{FF2B5EF4-FFF2-40B4-BE49-F238E27FC236}">
                    <a16:creationId xmlns:a16="http://schemas.microsoft.com/office/drawing/2014/main" id="{E2C77FC0-3C51-D742-985D-28B6E9C78A71}"/>
                  </a:ext>
                </a:extLst>
              </p:cNvPr>
              <p:cNvSpPr/>
              <p:nvPr/>
            </p:nvSpPr>
            <p:spPr>
              <a:xfrm>
                <a:off x="4920042" y="2277520"/>
                <a:ext cx="1006274" cy="951879"/>
              </a:xfrm>
              <a:custGeom>
                <a:avLst/>
                <a:gdLst>
                  <a:gd name="connsiteX0" fmla="*/ 884954 w 1006273"/>
                  <a:gd name="connsiteY0" fmla="*/ 746251 h 951879"/>
                  <a:gd name="connsiteX1" fmla="*/ 874076 w 1006273"/>
                  <a:gd name="connsiteY1" fmla="*/ 670101 h 951879"/>
                  <a:gd name="connsiteX2" fmla="*/ 874076 w 1006273"/>
                  <a:gd name="connsiteY2" fmla="*/ 536837 h 951879"/>
                  <a:gd name="connsiteX3" fmla="*/ 689139 w 1006273"/>
                  <a:gd name="connsiteY3" fmla="*/ 88094 h 951879"/>
                  <a:gd name="connsiteX4" fmla="*/ 428052 w 1006273"/>
                  <a:gd name="connsiteY4" fmla="*/ 253993 h 951879"/>
                  <a:gd name="connsiteX5" fmla="*/ 196881 w 1006273"/>
                  <a:gd name="connsiteY5" fmla="*/ 58178 h 951879"/>
                  <a:gd name="connsiteX6" fmla="*/ 58178 w 1006273"/>
                  <a:gd name="connsiteY6" fmla="*/ 128889 h 951879"/>
                  <a:gd name="connsiteX7" fmla="*/ 142488 w 1006273"/>
                  <a:gd name="connsiteY7" fmla="*/ 273031 h 951879"/>
                  <a:gd name="connsiteX8" fmla="*/ 142488 w 1006273"/>
                  <a:gd name="connsiteY8" fmla="*/ 757130 h 951879"/>
                  <a:gd name="connsiteX9" fmla="*/ 283910 w 1006273"/>
                  <a:gd name="connsiteY9" fmla="*/ 895832 h 951879"/>
                  <a:gd name="connsiteX10" fmla="*/ 428052 w 1006273"/>
                  <a:gd name="connsiteY10" fmla="*/ 757130 h 951879"/>
                  <a:gd name="connsiteX11" fmla="*/ 428052 w 1006273"/>
                  <a:gd name="connsiteY11" fmla="*/ 400855 h 951879"/>
                  <a:gd name="connsiteX12" fmla="*/ 523240 w 1006273"/>
                  <a:gd name="connsiteY12" fmla="*/ 283910 h 951879"/>
                  <a:gd name="connsiteX13" fmla="*/ 591231 w 1006273"/>
                  <a:gd name="connsiteY13" fmla="*/ 354621 h 951879"/>
                  <a:gd name="connsiteX14" fmla="*/ 591231 w 1006273"/>
                  <a:gd name="connsiteY14" fmla="*/ 697297 h 951879"/>
                  <a:gd name="connsiteX15" fmla="*/ 593951 w 1006273"/>
                  <a:gd name="connsiteY15" fmla="*/ 729933 h 951879"/>
                  <a:gd name="connsiteX16" fmla="*/ 610269 w 1006273"/>
                  <a:gd name="connsiteY16" fmla="*/ 778887 h 951879"/>
                  <a:gd name="connsiteX17" fmla="*/ 822402 w 1006273"/>
                  <a:gd name="connsiteY17" fmla="*/ 893112 h 951879"/>
                  <a:gd name="connsiteX18" fmla="*/ 961105 w 1006273"/>
                  <a:gd name="connsiteY18" fmla="*/ 822401 h 951879"/>
                  <a:gd name="connsiteX19" fmla="*/ 884954 w 1006273"/>
                  <a:gd name="connsiteY19" fmla="*/ 74625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06273" h="951879">
                    <a:moveTo>
                      <a:pt x="884954" y="746251"/>
                    </a:moveTo>
                    <a:cubicBezTo>
                      <a:pt x="879515" y="721774"/>
                      <a:pt x="876795" y="694578"/>
                      <a:pt x="874076" y="670101"/>
                    </a:cubicBezTo>
                    <a:cubicBezTo>
                      <a:pt x="874076" y="634745"/>
                      <a:pt x="874076" y="583072"/>
                      <a:pt x="874076" y="536837"/>
                    </a:cubicBezTo>
                    <a:cubicBezTo>
                      <a:pt x="879515" y="373658"/>
                      <a:pt x="909431" y="88094"/>
                      <a:pt x="689139" y="88094"/>
                    </a:cubicBezTo>
                    <a:cubicBezTo>
                      <a:pt x="539558" y="88094"/>
                      <a:pt x="452529" y="213199"/>
                      <a:pt x="428052" y="253993"/>
                    </a:cubicBezTo>
                    <a:cubicBezTo>
                      <a:pt x="425332" y="139768"/>
                      <a:pt x="335583" y="58178"/>
                      <a:pt x="196881" y="58178"/>
                    </a:cubicBezTo>
                    <a:cubicBezTo>
                      <a:pt x="109852" y="58178"/>
                      <a:pt x="58178" y="128889"/>
                      <a:pt x="58178" y="128889"/>
                    </a:cubicBezTo>
                    <a:cubicBezTo>
                      <a:pt x="58178" y="128889"/>
                      <a:pt x="142488" y="158805"/>
                      <a:pt x="142488" y="273031"/>
                    </a:cubicBezTo>
                    <a:cubicBezTo>
                      <a:pt x="142488" y="354621"/>
                      <a:pt x="142488" y="757130"/>
                      <a:pt x="142488" y="757130"/>
                    </a:cubicBezTo>
                    <a:cubicBezTo>
                      <a:pt x="145207" y="827841"/>
                      <a:pt x="194161" y="895832"/>
                      <a:pt x="283910" y="895832"/>
                    </a:cubicBezTo>
                    <a:cubicBezTo>
                      <a:pt x="373659" y="895832"/>
                      <a:pt x="428052" y="827841"/>
                      <a:pt x="428052" y="757130"/>
                    </a:cubicBezTo>
                    <a:lnTo>
                      <a:pt x="428052" y="400855"/>
                    </a:lnTo>
                    <a:cubicBezTo>
                      <a:pt x="441650" y="343742"/>
                      <a:pt x="474286" y="283910"/>
                      <a:pt x="523240" y="283910"/>
                    </a:cubicBezTo>
                    <a:cubicBezTo>
                      <a:pt x="585792" y="283910"/>
                      <a:pt x="591231" y="354621"/>
                      <a:pt x="591231" y="354621"/>
                    </a:cubicBezTo>
                    <a:lnTo>
                      <a:pt x="591231" y="697297"/>
                    </a:lnTo>
                    <a:cubicBezTo>
                      <a:pt x="591231" y="708176"/>
                      <a:pt x="593951" y="719054"/>
                      <a:pt x="593951" y="729933"/>
                    </a:cubicBezTo>
                    <a:cubicBezTo>
                      <a:pt x="596671" y="748971"/>
                      <a:pt x="602110" y="765289"/>
                      <a:pt x="610269" y="778887"/>
                    </a:cubicBezTo>
                    <a:cubicBezTo>
                      <a:pt x="645624" y="846878"/>
                      <a:pt x="719055" y="893112"/>
                      <a:pt x="822402" y="893112"/>
                    </a:cubicBezTo>
                    <a:cubicBezTo>
                      <a:pt x="909431" y="893112"/>
                      <a:pt x="961105" y="822401"/>
                      <a:pt x="961105" y="822401"/>
                    </a:cubicBezTo>
                    <a:cubicBezTo>
                      <a:pt x="961105" y="822401"/>
                      <a:pt x="909431" y="808803"/>
                      <a:pt x="884954" y="74625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15">
                <a:extLst>
                  <a:ext uri="{FF2B5EF4-FFF2-40B4-BE49-F238E27FC236}">
                    <a16:creationId xmlns:a16="http://schemas.microsoft.com/office/drawing/2014/main" id="{3E694E10-FFB8-D542-8836-480290376EFF}"/>
                  </a:ext>
                </a:extLst>
              </p:cNvPr>
              <p:cNvSpPr/>
              <p:nvPr/>
            </p:nvSpPr>
            <p:spPr>
              <a:xfrm>
                <a:off x="7552331" y="1888610"/>
                <a:ext cx="489539" cy="1332631"/>
              </a:xfrm>
              <a:custGeom>
                <a:avLst/>
                <a:gdLst>
                  <a:gd name="connsiteX0" fmla="*/ 368560 w 489538"/>
                  <a:gd name="connsiteY0" fmla="*/ 1135162 h 1332630"/>
                  <a:gd name="connsiteX1" fmla="*/ 357681 w 489538"/>
                  <a:gd name="connsiteY1" fmla="*/ 1059011 h 1332630"/>
                  <a:gd name="connsiteX2" fmla="*/ 357681 w 489538"/>
                  <a:gd name="connsiteY2" fmla="*/ 207759 h 1332630"/>
                  <a:gd name="connsiteX3" fmla="*/ 208099 w 489538"/>
                  <a:gd name="connsiteY3" fmla="*/ 58178 h 1332630"/>
                  <a:gd name="connsiteX4" fmla="*/ 58518 w 489538"/>
                  <a:gd name="connsiteY4" fmla="*/ 207759 h 1332630"/>
                  <a:gd name="connsiteX5" fmla="*/ 58518 w 489538"/>
                  <a:gd name="connsiteY5" fmla="*/ 961104 h 1332630"/>
                  <a:gd name="connsiteX6" fmla="*/ 85715 w 489538"/>
                  <a:gd name="connsiteY6" fmla="*/ 1159639 h 1332630"/>
                  <a:gd name="connsiteX7" fmla="*/ 306007 w 489538"/>
                  <a:gd name="connsiteY7" fmla="*/ 1282023 h 1332630"/>
                  <a:gd name="connsiteX8" fmla="*/ 444710 w 489538"/>
                  <a:gd name="connsiteY8" fmla="*/ 1211312 h 1332630"/>
                  <a:gd name="connsiteX9" fmla="*/ 368560 w 489538"/>
                  <a:gd name="connsiteY9" fmla="*/ 1135162 h 13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38" h="1332630">
                    <a:moveTo>
                      <a:pt x="368560" y="1135162"/>
                    </a:moveTo>
                    <a:cubicBezTo>
                      <a:pt x="363120" y="1110685"/>
                      <a:pt x="357681" y="1083488"/>
                      <a:pt x="357681" y="1059011"/>
                    </a:cubicBezTo>
                    <a:lnTo>
                      <a:pt x="357681" y="207759"/>
                    </a:lnTo>
                    <a:cubicBezTo>
                      <a:pt x="357681" y="126170"/>
                      <a:pt x="289689" y="58178"/>
                      <a:pt x="208099" y="58178"/>
                    </a:cubicBezTo>
                    <a:cubicBezTo>
                      <a:pt x="126510" y="58178"/>
                      <a:pt x="58518" y="126170"/>
                      <a:pt x="58518" y="207759"/>
                    </a:cubicBezTo>
                    <a:lnTo>
                      <a:pt x="58518" y="961104"/>
                    </a:lnTo>
                    <a:cubicBezTo>
                      <a:pt x="58518" y="1029095"/>
                      <a:pt x="53079" y="1097086"/>
                      <a:pt x="85715" y="1159639"/>
                    </a:cubicBezTo>
                    <a:cubicBezTo>
                      <a:pt x="118351" y="1227630"/>
                      <a:pt x="202660" y="1282023"/>
                      <a:pt x="306007" y="1282023"/>
                    </a:cubicBezTo>
                    <a:cubicBezTo>
                      <a:pt x="393036" y="1282023"/>
                      <a:pt x="444710" y="1211312"/>
                      <a:pt x="444710" y="1211312"/>
                    </a:cubicBezTo>
                    <a:cubicBezTo>
                      <a:pt x="444710" y="1211312"/>
                      <a:pt x="393036" y="1197714"/>
                      <a:pt x="368560" y="113516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16">
                <a:extLst>
                  <a:ext uri="{FF2B5EF4-FFF2-40B4-BE49-F238E27FC236}">
                    <a16:creationId xmlns:a16="http://schemas.microsoft.com/office/drawing/2014/main" id="{C4509762-5A30-C843-A5A5-11EBA0F8C161}"/>
                  </a:ext>
                </a:extLst>
              </p:cNvPr>
              <p:cNvSpPr/>
              <p:nvPr/>
            </p:nvSpPr>
            <p:spPr>
              <a:xfrm>
                <a:off x="4162324" y="2357456"/>
                <a:ext cx="815899" cy="815898"/>
              </a:xfrm>
              <a:custGeom>
                <a:avLst/>
                <a:gdLst>
                  <a:gd name="connsiteX0" fmla="*/ 407949 w 815899"/>
                  <a:gd name="connsiteY0" fmla="*/ 174058 h 815898"/>
                  <a:gd name="connsiteX1" fmla="*/ 293723 w 815899"/>
                  <a:gd name="connsiteY1" fmla="*/ 407950 h 815898"/>
                  <a:gd name="connsiteX2" fmla="*/ 410669 w 815899"/>
                  <a:gd name="connsiteY2" fmla="*/ 641840 h 815898"/>
                  <a:gd name="connsiteX3" fmla="*/ 522175 w 815899"/>
                  <a:gd name="connsiteY3" fmla="*/ 407950 h 815898"/>
                  <a:gd name="connsiteX4" fmla="*/ 407949 w 815899"/>
                  <a:gd name="connsiteY4" fmla="*/ 174058 h 815898"/>
                  <a:gd name="connsiteX5" fmla="*/ 407950 w 815899"/>
                  <a:gd name="connsiteY5" fmla="*/ 0 h 815898"/>
                  <a:gd name="connsiteX6" fmla="*/ 815899 w 815899"/>
                  <a:gd name="connsiteY6" fmla="*/ 407949 h 815898"/>
                  <a:gd name="connsiteX7" fmla="*/ 407950 w 815899"/>
                  <a:gd name="connsiteY7" fmla="*/ 815898 h 815898"/>
                  <a:gd name="connsiteX8" fmla="*/ 0 w 815899"/>
                  <a:gd name="connsiteY8" fmla="*/ 407949 h 815898"/>
                  <a:gd name="connsiteX9" fmla="*/ 407950 w 815899"/>
                  <a:gd name="connsiteY9" fmla="*/ 0 h 81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5899" h="815898">
                    <a:moveTo>
                      <a:pt x="407949" y="174058"/>
                    </a:moveTo>
                    <a:cubicBezTo>
                      <a:pt x="342677" y="174058"/>
                      <a:pt x="293723" y="263807"/>
                      <a:pt x="293723" y="407950"/>
                    </a:cubicBezTo>
                    <a:cubicBezTo>
                      <a:pt x="293723" y="552091"/>
                      <a:pt x="331799" y="639120"/>
                      <a:pt x="410669" y="641840"/>
                    </a:cubicBezTo>
                    <a:cubicBezTo>
                      <a:pt x="489539" y="641840"/>
                      <a:pt x="527614" y="552091"/>
                      <a:pt x="522175" y="407950"/>
                    </a:cubicBezTo>
                    <a:cubicBezTo>
                      <a:pt x="522175" y="263807"/>
                      <a:pt x="473221" y="176778"/>
                      <a:pt x="407949" y="174058"/>
                    </a:cubicBezTo>
                    <a:close/>
                    <a:moveTo>
                      <a:pt x="407950" y="0"/>
                    </a:moveTo>
                    <a:cubicBezTo>
                      <a:pt x="633682" y="0"/>
                      <a:pt x="815899" y="182217"/>
                      <a:pt x="815899" y="407949"/>
                    </a:cubicBezTo>
                    <a:cubicBezTo>
                      <a:pt x="815899" y="633681"/>
                      <a:pt x="633682" y="815898"/>
                      <a:pt x="407950" y="815898"/>
                    </a:cubicBezTo>
                    <a:cubicBezTo>
                      <a:pt x="182218" y="815898"/>
                      <a:pt x="0" y="633681"/>
                      <a:pt x="0" y="407949"/>
                    </a:cubicBezTo>
                    <a:cubicBezTo>
                      <a:pt x="0" y="182217"/>
                      <a:pt x="182218" y="0"/>
                      <a:pt x="407950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17">
                <a:extLst>
                  <a:ext uri="{FF2B5EF4-FFF2-40B4-BE49-F238E27FC236}">
                    <a16:creationId xmlns:a16="http://schemas.microsoft.com/office/drawing/2014/main" id="{729CD6D0-7760-B949-B9E5-1C162723BBD5}"/>
                  </a:ext>
                </a:extLst>
              </p:cNvPr>
              <p:cNvSpPr/>
              <p:nvPr/>
            </p:nvSpPr>
            <p:spPr>
              <a:xfrm>
                <a:off x="5884871" y="1946788"/>
                <a:ext cx="912802" cy="1223846"/>
              </a:xfrm>
              <a:custGeom>
                <a:avLst/>
                <a:gdLst>
                  <a:gd name="connsiteX0" fmla="*/ 387907 w 912802"/>
                  <a:gd name="connsiteY0" fmla="*/ 620081 h 1223846"/>
                  <a:gd name="connsiteX1" fmla="*/ 273681 w 912802"/>
                  <a:gd name="connsiteY1" fmla="*/ 824055 h 1223846"/>
                  <a:gd name="connsiteX2" fmla="*/ 390627 w 912802"/>
                  <a:gd name="connsiteY2" fmla="*/ 1028029 h 1223846"/>
                  <a:gd name="connsiteX3" fmla="*/ 502132 w 912802"/>
                  <a:gd name="connsiteY3" fmla="*/ 824055 h 1223846"/>
                  <a:gd name="connsiteX4" fmla="*/ 387907 w 912802"/>
                  <a:gd name="connsiteY4" fmla="*/ 620081 h 1223846"/>
                  <a:gd name="connsiteX5" fmla="*/ 676192 w 912802"/>
                  <a:gd name="connsiteY5" fmla="*/ 0 h 1223846"/>
                  <a:gd name="connsiteX6" fmla="*/ 825773 w 912802"/>
                  <a:gd name="connsiteY6" fmla="*/ 149581 h 1223846"/>
                  <a:gd name="connsiteX7" fmla="*/ 825773 w 912802"/>
                  <a:gd name="connsiteY7" fmla="*/ 1000834 h 1223846"/>
                  <a:gd name="connsiteX8" fmla="*/ 836651 w 912802"/>
                  <a:gd name="connsiteY8" fmla="*/ 1076985 h 1223846"/>
                  <a:gd name="connsiteX9" fmla="*/ 912802 w 912802"/>
                  <a:gd name="connsiteY9" fmla="*/ 1150415 h 1223846"/>
                  <a:gd name="connsiteX10" fmla="*/ 774099 w 912802"/>
                  <a:gd name="connsiteY10" fmla="*/ 1221126 h 1223846"/>
                  <a:gd name="connsiteX11" fmla="*/ 553807 w 912802"/>
                  <a:gd name="connsiteY11" fmla="*/ 1098742 h 1223846"/>
                  <a:gd name="connsiteX12" fmla="*/ 548367 w 912802"/>
                  <a:gd name="connsiteY12" fmla="*/ 1085144 h 1223846"/>
                  <a:gd name="connsiteX13" fmla="*/ 398786 w 912802"/>
                  <a:gd name="connsiteY13" fmla="*/ 1212967 h 1223846"/>
                  <a:gd name="connsiteX14" fmla="*/ 156736 w 912802"/>
                  <a:gd name="connsiteY14" fmla="*/ 1180332 h 1223846"/>
                  <a:gd name="connsiteX15" fmla="*/ 287280 w 912802"/>
                  <a:gd name="connsiteY15" fmla="*/ 416107 h 1223846"/>
                  <a:gd name="connsiteX16" fmla="*/ 526611 w 912802"/>
                  <a:gd name="connsiteY16" fmla="*/ 552091 h 1223846"/>
                  <a:gd name="connsiteX17" fmla="*/ 526611 w 912802"/>
                  <a:gd name="connsiteY17" fmla="*/ 149581 h 1223846"/>
                  <a:gd name="connsiteX18" fmla="*/ 676192 w 912802"/>
                  <a:gd name="connsiteY18" fmla="*/ 0 h 12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2802" h="1223846">
                    <a:moveTo>
                      <a:pt x="387907" y="620081"/>
                    </a:moveTo>
                    <a:cubicBezTo>
                      <a:pt x="322635" y="620081"/>
                      <a:pt x="273681" y="698951"/>
                      <a:pt x="273681" y="824055"/>
                    </a:cubicBezTo>
                    <a:cubicBezTo>
                      <a:pt x="273681" y="949160"/>
                      <a:pt x="311756" y="1028029"/>
                      <a:pt x="390627" y="1028029"/>
                    </a:cubicBezTo>
                    <a:cubicBezTo>
                      <a:pt x="466777" y="1025310"/>
                      <a:pt x="504852" y="949160"/>
                      <a:pt x="502132" y="824055"/>
                    </a:cubicBezTo>
                    <a:cubicBezTo>
                      <a:pt x="502132" y="698951"/>
                      <a:pt x="455898" y="622801"/>
                      <a:pt x="387907" y="620081"/>
                    </a:cubicBezTo>
                    <a:close/>
                    <a:moveTo>
                      <a:pt x="676192" y="0"/>
                    </a:moveTo>
                    <a:cubicBezTo>
                      <a:pt x="757781" y="0"/>
                      <a:pt x="825773" y="67992"/>
                      <a:pt x="825773" y="149581"/>
                    </a:cubicBezTo>
                    <a:lnTo>
                      <a:pt x="825773" y="1000834"/>
                    </a:lnTo>
                    <a:cubicBezTo>
                      <a:pt x="828492" y="1025311"/>
                      <a:pt x="831212" y="1052508"/>
                      <a:pt x="836651" y="1076985"/>
                    </a:cubicBezTo>
                    <a:cubicBezTo>
                      <a:pt x="861128" y="1139537"/>
                      <a:pt x="912802" y="1150415"/>
                      <a:pt x="912802" y="1150415"/>
                    </a:cubicBezTo>
                    <a:cubicBezTo>
                      <a:pt x="912802" y="1150415"/>
                      <a:pt x="861128" y="1221126"/>
                      <a:pt x="774099" y="1221126"/>
                    </a:cubicBezTo>
                    <a:cubicBezTo>
                      <a:pt x="670752" y="1221126"/>
                      <a:pt x="589162" y="1166733"/>
                      <a:pt x="553807" y="1098742"/>
                    </a:cubicBezTo>
                    <a:cubicBezTo>
                      <a:pt x="551087" y="1093303"/>
                      <a:pt x="551087" y="1090583"/>
                      <a:pt x="548367" y="1085144"/>
                    </a:cubicBezTo>
                    <a:cubicBezTo>
                      <a:pt x="534769" y="1147696"/>
                      <a:pt x="450460" y="1199369"/>
                      <a:pt x="398786" y="1212967"/>
                    </a:cubicBezTo>
                    <a:cubicBezTo>
                      <a:pt x="322636" y="1234725"/>
                      <a:pt x="222008" y="1223846"/>
                      <a:pt x="156736" y="1180332"/>
                    </a:cubicBezTo>
                    <a:cubicBezTo>
                      <a:pt x="-79874" y="1028031"/>
                      <a:pt x="-58117" y="416107"/>
                      <a:pt x="287280" y="416107"/>
                    </a:cubicBezTo>
                    <a:cubicBezTo>
                      <a:pt x="412385" y="416107"/>
                      <a:pt x="491255" y="503137"/>
                      <a:pt x="526611" y="552091"/>
                    </a:cubicBezTo>
                    <a:lnTo>
                      <a:pt x="526611" y="149581"/>
                    </a:lnTo>
                    <a:cubicBezTo>
                      <a:pt x="526611" y="67992"/>
                      <a:pt x="594602" y="0"/>
                      <a:pt x="67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18">
                <a:extLst>
                  <a:ext uri="{FF2B5EF4-FFF2-40B4-BE49-F238E27FC236}">
                    <a16:creationId xmlns:a16="http://schemas.microsoft.com/office/drawing/2014/main" id="{819BC1F7-D1C0-704A-BA87-833E6CC8E02E}"/>
                  </a:ext>
                </a:extLst>
              </p:cNvPr>
              <p:cNvSpPr/>
              <p:nvPr/>
            </p:nvSpPr>
            <p:spPr>
              <a:xfrm>
                <a:off x="6789513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8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2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5" y="345396"/>
                      <a:pt x="473220" y="301881"/>
                      <a:pt x="473220" y="239329"/>
                    </a:cubicBezTo>
                    <a:cubicBezTo>
                      <a:pt x="471181" y="194455"/>
                      <a:pt x="433956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3" y="484100"/>
                      <a:pt x="291004" y="484100"/>
                    </a:cubicBezTo>
                    <a:cubicBezTo>
                      <a:pt x="291004" y="484100"/>
                      <a:pt x="326359" y="617363"/>
                      <a:pt x="497698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2" y="810458"/>
                    </a:cubicBezTo>
                    <a:cubicBezTo>
                      <a:pt x="212134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19">
                <a:extLst>
                  <a:ext uri="{FF2B5EF4-FFF2-40B4-BE49-F238E27FC236}">
                    <a16:creationId xmlns:a16="http://schemas.microsoft.com/office/drawing/2014/main" id="{2DA488F4-DECB-4F47-8712-BE66899C0C1C}"/>
                  </a:ext>
                </a:extLst>
              </p:cNvPr>
              <p:cNvSpPr/>
              <p:nvPr/>
            </p:nvSpPr>
            <p:spPr>
              <a:xfrm>
                <a:off x="7988882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7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1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6" y="345396"/>
                      <a:pt x="473220" y="301881"/>
                      <a:pt x="473220" y="239329"/>
                    </a:cubicBezTo>
                    <a:cubicBezTo>
                      <a:pt x="471181" y="194455"/>
                      <a:pt x="433955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2" y="484100"/>
                      <a:pt x="291004" y="484100"/>
                    </a:cubicBezTo>
                    <a:cubicBezTo>
                      <a:pt x="291004" y="484100"/>
                      <a:pt x="326359" y="617363"/>
                      <a:pt x="497697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1" y="810458"/>
                    </a:cubicBezTo>
                    <a:cubicBezTo>
                      <a:pt x="212133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20">
                <a:extLst>
                  <a:ext uri="{FF2B5EF4-FFF2-40B4-BE49-F238E27FC236}">
                    <a16:creationId xmlns:a16="http://schemas.microsoft.com/office/drawing/2014/main" id="{3C48EB39-1CD5-F442-88ED-0C54B4C5D1BE}"/>
                  </a:ext>
                </a:extLst>
              </p:cNvPr>
              <p:cNvSpPr/>
              <p:nvPr/>
            </p:nvSpPr>
            <p:spPr>
              <a:xfrm>
                <a:off x="8683414" y="2274801"/>
                <a:ext cx="897487" cy="951879"/>
              </a:xfrm>
              <a:custGeom>
                <a:avLst/>
                <a:gdLst>
                  <a:gd name="connsiteX0" fmla="*/ 580988 w 897487"/>
                  <a:gd name="connsiteY0" fmla="*/ 667381 h 951879"/>
                  <a:gd name="connsiteX1" fmla="*/ 409649 w 897487"/>
                  <a:gd name="connsiteY1" fmla="*/ 667381 h 951879"/>
                  <a:gd name="connsiteX2" fmla="*/ 591866 w 897487"/>
                  <a:gd name="connsiteY2" fmla="*/ 525959 h 951879"/>
                  <a:gd name="connsiteX3" fmla="*/ 842075 w 897487"/>
                  <a:gd name="connsiteY3" fmla="*/ 123450 h 951879"/>
                  <a:gd name="connsiteX4" fmla="*/ 842075 w 897487"/>
                  <a:gd name="connsiteY4" fmla="*/ 123450 h 951879"/>
                  <a:gd name="connsiteX5" fmla="*/ 798560 w 897487"/>
                  <a:gd name="connsiteY5" fmla="*/ 58178 h 951879"/>
                  <a:gd name="connsiteX6" fmla="*/ 746887 w 897487"/>
                  <a:gd name="connsiteY6" fmla="*/ 107132 h 951879"/>
                  <a:gd name="connsiteX7" fmla="*/ 697933 w 897487"/>
                  <a:gd name="connsiteY7" fmla="*/ 115291 h 951879"/>
                  <a:gd name="connsiteX8" fmla="*/ 219273 w 897487"/>
                  <a:gd name="connsiteY8" fmla="*/ 115291 h 951879"/>
                  <a:gd name="connsiteX9" fmla="*/ 102328 w 897487"/>
                  <a:gd name="connsiteY9" fmla="*/ 224077 h 951879"/>
                  <a:gd name="connsiteX10" fmla="*/ 213834 w 897487"/>
                  <a:gd name="connsiteY10" fmla="*/ 332863 h 951879"/>
                  <a:gd name="connsiteX11" fmla="*/ 485800 w 897487"/>
                  <a:gd name="connsiteY11" fmla="*/ 335583 h 951879"/>
                  <a:gd name="connsiteX12" fmla="*/ 134964 w 897487"/>
                  <a:gd name="connsiteY12" fmla="*/ 615708 h 951879"/>
                  <a:gd name="connsiteX13" fmla="*/ 61533 w 897487"/>
                  <a:gd name="connsiteY13" fmla="*/ 884953 h 951879"/>
                  <a:gd name="connsiteX14" fmla="*/ 398771 w 897487"/>
                  <a:gd name="connsiteY14" fmla="*/ 806083 h 951879"/>
                  <a:gd name="connsiteX15" fmla="*/ 529314 w 897487"/>
                  <a:gd name="connsiteY15" fmla="*/ 863196 h 951879"/>
                  <a:gd name="connsiteX16" fmla="*/ 782242 w 897487"/>
                  <a:gd name="connsiteY16" fmla="*/ 607549 h 951879"/>
                  <a:gd name="connsiteX17" fmla="*/ 580988 w 897487"/>
                  <a:gd name="connsiteY17" fmla="*/ 66738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97487" h="951879">
                    <a:moveTo>
                      <a:pt x="580988" y="667381"/>
                    </a:moveTo>
                    <a:lnTo>
                      <a:pt x="409649" y="667381"/>
                    </a:lnTo>
                    <a:cubicBezTo>
                      <a:pt x="423248" y="667381"/>
                      <a:pt x="548352" y="561314"/>
                      <a:pt x="591866" y="525959"/>
                    </a:cubicBezTo>
                    <a:cubicBezTo>
                      <a:pt x="700653" y="433491"/>
                      <a:pt x="899188" y="297508"/>
                      <a:pt x="842075" y="123450"/>
                    </a:cubicBezTo>
                    <a:lnTo>
                      <a:pt x="842075" y="123450"/>
                    </a:lnTo>
                    <a:cubicBezTo>
                      <a:pt x="831197" y="82655"/>
                      <a:pt x="798560" y="58178"/>
                      <a:pt x="798560" y="58178"/>
                    </a:cubicBezTo>
                    <a:cubicBezTo>
                      <a:pt x="798560" y="58178"/>
                      <a:pt x="787682" y="90814"/>
                      <a:pt x="746887" y="107132"/>
                    </a:cubicBezTo>
                    <a:cubicBezTo>
                      <a:pt x="730569" y="109852"/>
                      <a:pt x="714251" y="115291"/>
                      <a:pt x="697933" y="115291"/>
                    </a:cubicBezTo>
                    <a:cubicBezTo>
                      <a:pt x="684334" y="115291"/>
                      <a:pt x="219273" y="115291"/>
                      <a:pt x="219273" y="115291"/>
                    </a:cubicBezTo>
                    <a:cubicBezTo>
                      <a:pt x="156721" y="115291"/>
                      <a:pt x="105048" y="166964"/>
                      <a:pt x="102328" y="224077"/>
                    </a:cubicBezTo>
                    <a:cubicBezTo>
                      <a:pt x="102328" y="283910"/>
                      <a:pt x="151282" y="332863"/>
                      <a:pt x="213834" y="332863"/>
                    </a:cubicBezTo>
                    <a:lnTo>
                      <a:pt x="485800" y="335583"/>
                    </a:lnTo>
                    <a:cubicBezTo>
                      <a:pt x="360695" y="406294"/>
                      <a:pt x="211114" y="487884"/>
                      <a:pt x="134964" y="615708"/>
                    </a:cubicBezTo>
                    <a:cubicBezTo>
                      <a:pt x="91449" y="689138"/>
                      <a:pt x="45215" y="800644"/>
                      <a:pt x="61533" y="884953"/>
                    </a:cubicBezTo>
                    <a:cubicBezTo>
                      <a:pt x="121366" y="830560"/>
                      <a:pt x="279106" y="778887"/>
                      <a:pt x="398771" y="806083"/>
                    </a:cubicBezTo>
                    <a:cubicBezTo>
                      <a:pt x="445005" y="814242"/>
                      <a:pt x="491239" y="838719"/>
                      <a:pt x="529314" y="863196"/>
                    </a:cubicBezTo>
                    <a:cubicBezTo>
                      <a:pt x="755046" y="1004618"/>
                      <a:pt x="891029" y="727213"/>
                      <a:pt x="782242" y="607549"/>
                    </a:cubicBezTo>
                    <a:cubicBezTo>
                      <a:pt x="784962" y="607549"/>
                      <a:pt x="722410" y="667381"/>
                      <a:pt x="580988" y="66738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21">
                <a:extLst>
                  <a:ext uri="{FF2B5EF4-FFF2-40B4-BE49-F238E27FC236}">
                    <a16:creationId xmlns:a16="http://schemas.microsoft.com/office/drawing/2014/main" id="{5CFC3E8E-4E2E-F84C-9A7D-B59982AD8912}"/>
                  </a:ext>
                </a:extLst>
              </p:cNvPr>
              <p:cNvSpPr/>
              <p:nvPr/>
            </p:nvSpPr>
            <p:spPr>
              <a:xfrm>
                <a:off x="2624650" y="1948442"/>
                <a:ext cx="1903761" cy="1577400"/>
              </a:xfrm>
              <a:custGeom>
                <a:avLst/>
                <a:gdLst>
                  <a:gd name="connsiteX0" fmla="*/ 1559430 w 1903760"/>
                  <a:gd name="connsiteY0" fmla="*/ 1165078 h 1577399"/>
                  <a:gd name="connsiteX1" fmla="*/ 1369054 w 1903760"/>
                  <a:gd name="connsiteY1" fmla="*/ 593950 h 1577399"/>
                  <a:gd name="connsiteX2" fmla="*/ 1483279 w 1903760"/>
                  <a:gd name="connsiteY2" fmla="*/ 126170 h 1577399"/>
                  <a:gd name="connsiteX3" fmla="*/ 1311941 w 1903760"/>
                  <a:gd name="connsiteY3" fmla="*/ 58178 h 1577399"/>
                  <a:gd name="connsiteX4" fmla="*/ 1078050 w 1903760"/>
                  <a:gd name="connsiteY4" fmla="*/ 205040 h 1577399"/>
                  <a:gd name="connsiteX5" fmla="*/ 846879 w 1903760"/>
                  <a:gd name="connsiteY5" fmla="*/ 523239 h 1577399"/>
                  <a:gd name="connsiteX6" fmla="*/ 645624 w 1903760"/>
                  <a:gd name="connsiteY6" fmla="*/ 210479 h 1577399"/>
                  <a:gd name="connsiteX7" fmla="*/ 455248 w 1903760"/>
                  <a:gd name="connsiteY7" fmla="*/ 63617 h 1577399"/>
                  <a:gd name="connsiteX8" fmla="*/ 234956 w 1903760"/>
                  <a:gd name="connsiteY8" fmla="*/ 137048 h 1577399"/>
                  <a:gd name="connsiteX9" fmla="*/ 316546 w 1903760"/>
                  <a:gd name="connsiteY9" fmla="*/ 588511 h 1577399"/>
                  <a:gd name="connsiteX10" fmla="*/ 58178 w 1903760"/>
                  <a:gd name="connsiteY10" fmla="*/ 1072610 h 1577399"/>
                  <a:gd name="connsiteX11" fmla="*/ 474286 w 1903760"/>
                  <a:gd name="connsiteY11" fmla="*/ 1020936 h 1577399"/>
                  <a:gd name="connsiteX12" fmla="*/ 555876 w 1903760"/>
                  <a:gd name="connsiteY12" fmla="*/ 572193 h 1577399"/>
                  <a:gd name="connsiteX13" fmla="*/ 830561 w 1903760"/>
                  <a:gd name="connsiteY13" fmla="*/ 993740 h 1577399"/>
                  <a:gd name="connsiteX14" fmla="*/ 1140602 w 1903760"/>
                  <a:gd name="connsiteY14" fmla="*/ 574913 h 1577399"/>
                  <a:gd name="connsiteX15" fmla="*/ 1567589 w 1903760"/>
                  <a:gd name="connsiteY15" fmla="*/ 1526792 h 1577399"/>
                  <a:gd name="connsiteX16" fmla="*/ 1866751 w 1903760"/>
                  <a:gd name="connsiteY16" fmla="*/ 1322818 h 1577399"/>
                  <a:gd name="connsiteX17" fmla="*/ 1559430 w 1903760"/>
                  <a:gd name="connsiteY17" fmla="*/ 1165078 h 157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03760" h="1577399">
                    <a:moveTo>
                      <a:pt x="1559430" y="1165078"/>
                    </a:moveTo>
                    <a:cubicBezTo>
                      <a:pt x="1420727" y="1012777"/>
                      <a:pt x="1377213" y="762569"/>
                      <a:pt x="1369054" y="593950"/>
                    </a:cubicBezTo>
                    <a:cubicBezTo>
                      <a:pt x="1360895" y="449809"/>
                      <a:pt x="1369054" y="199600"/>
                      <a:pt x="1483279" y="126170"/>
                    </a:cubicBezTo>
                    <a:cubicBezTo>
                      <a:pt x="1445204" y="77216"/>
                      <a:pt x="1369054" y="58178"/>
                      <a:pt x="1311941" y="58178"/>
                    </a:cubicBezTo>
                    <a:cubicBezTo>
                      <a:pt x="1184117" y="58178"/>
                      <a:pt x="1121565" y="142488"/>
                      <a:pt x="1078050" y="205040"/>
                    </a:cubicBezTo>
                    <a:cubicBezTo>
                      <a:pt x="1064452" y="224077"/>
                      <a:pt x="846879" y="523239"/>
                      <a:pt x="846879" y="523239"/>
                    </a:cubicBezTo>
                    <a:cubicBezTo>
                      <a:pt x="846879" y="523239"/>
                      <a:pt x="667382" y="243115"/>
                      <a:pt x="645624" y="210479"/>
                    </a:cubicBezTo>
                    <a:cubicBezTo>
                      <a:pt x="615708" y="164245"/>
                      <a:pt x="555876" y="77216"/>
                      <a:pt x="455248" y="63617"/>
                    </a:cubicBezTo>
                    <a:cubicBezTo>
                      <a:pt x="411734" y="58178"/>
                      <a:pt x="297508" y="52739"/>
                      <a:pt x="234956" y="137048"/>
                    </a:cubicBezTo>
                    <a:cubicBezTo>
                      <a:pt x="341023" y="221357"/>
                      <a:pt x="338303" y="438930"/>
                      <a:pt x="316546" y="588511"/>
                    </a:cubicBezTo>
                    <a:cubicBezTo>
                      <a:pt x="248554" y="1031815"/>
                      <a:pt x="58178" y="1072610"/>
                      <a:pt x="58178" y="1072610"/>
                    </a:cubicBezTo>
                    <a:cubicBezTo>
                      <a:pt x="156086" y="1333696"/>
                      <a:pt x="403575" y="1230350"/>
                      <a:pt x="474286" y="1020936"/>
                    </a:cubicBezTo>
                    <a:cubicBezTo>
                      <a:pt x="520520" y="884953"/>
                      <a:pt x="550436" y="713615"/>
                      <a:pt x="555876" y="572193"/>
                    </a:cubicBezTo>
                    <a:lnTo>
                      <a:pt x="830561" y="993740"/>
                    </a:lnTo>
                    <a:cubicBezTo>
                      <a:pt x="830561" y="993740"/>
                      <a:pt x="1140602" y="574913"/>
                      <a:pt x="1140602" y="574913"/>
                    </a:cubicBezTo>
                    <a:cubicBezTo>
                      <a:pt x="1088929" y="1314659"/>
                      <a:pt x="1344577" y="1526792"/>
                      <a:pt x="1567589" y="1526792"/>
                    </a:cubicBezTo>
                    <a:cubicBezTo>
                      <a:pt x="1790601" y="1526792"/>
                      <a:pt x="1866751" y="1322818"/>
                      <a:pt x="1866751" y="1322818"/>
                    </a:cubicBezTo>
                    <a:cubicBezTo>
                      <a:pt x="1744367" y="1314659"/>
                      <a:pt x="1641019" y="1252107"/>
                      <a:pt x="1559430" y="11650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22">
                <a:extLst>
                  <a:ext uri="{FF2B5EF4-FFF2-40B4-BE49-F238E27FC236}">
                    <a16:creationId xmlns:a16="http://schemas.microsoft.com/office/drawing/2014/main" id="{23F0627D-FC9E-8941-AA7D-8A9F3106DEB4}"/>
                  </a:ext>
                </a:extLst>
              </p:cNvPr>
              <p:cNvSpPr/>
              <p:nvPr/>
            </p:nvSpPr>
            <p:spPr>
              <a:xfrm>
                <a:off x="4792218" y="3234839"/>
                <a:ext cx="271966" cy="652717"/>
              </a:xfrm>
              <a:custGeom>
                <a:avLst/>
                <a:gdLst>
                  <a:gd name="connsiteX0" fmla="*/ 88095 w 271965"/>
                  <a:gd name="connsiteY0" fmla="*/ 120730 h 652717"/>
                  <a:gd name="connsiteX1" fmla="*/ 93534 w 271965"/>
                  <a:gd name="connsiteY1" fmla="*/ 153366 h 652717"/>
                  <a:gd name="connsiteX2" fmla="*/ 93534 w 271965"/>
                  <a:gd name="connsiteY2" fmla="*/ 544997 h 652717"/>
                  <a:gd name="connsiteX3" fmla="*/ 156086 w 271965"/>
                  <a:gd name="connsiteY3" fmla="*/ 604829 h 652717"/>
                  <a:gd name="connsiteX4" fmla="*/ 221358 w 271965"/>
                  <a:gd name="connsiteY4" fmla="*/ 544997 h 652717"/>
                  <a:gd name="connsiteX5" fmla="*/ 221358 w 271965"/>
                  <a:gd name="connsiteY5" fmla="*/ 194161 h 652717"/>
                  <a:gd name="connsiteX6" fmla="*/ 210479 w 271965"/>
                  <a:gd name="connsiteY6" fmla="*/ 109852 h 652717"/>
                  <a:gd name="connsiteX7" fmla="*/ 118011 w 271965"/>
                  <a:gd name="connsiteY7" fmla="*/ 58178 h 652717"/>
                  <a:gd name="connsiteX8" fmla="*/ 58178 w 271965"/>
                  <a:gd name="connsiteY8" fmla="*/ 88094 h 652717"/>
                  <a:gd name="connsiteX9" fmla="*/ 88095 w 271965"/>
                  <a:gd name="connsiteY9" fmla="*/ 120730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88095" y="120730"/>
                    </a:moveTo>
                    <a:cubicBezTo>
                      <a:pt x="90814" y="131609"/>
                      <a:pt x="90814" y="142487"/>
                      <a:pt x="93534" y="153366"/>
                    </a:cubicBezTo>
                    <a:cubicBezTo>
                      <a:pt x="93534" y="156086"/>
                      <a:pt x="93534" y="542277"/>
                      <a:pt x="93534" y="544997"/>
                    </a:cubicBezTo>
                    <a:cubicBezTo>
                      <a:pt x="93534" y="577632"/>
                      <a:pt x="123450" y="604829"/>
                      <a:pt x="156086" y="604829"/>
                    </a:cubicBezTo>
                    <a:cubicBezTo>
                      <a:pt x="188722" y="607548"/>
                      <a:pt x="221358" y="577632"/>
                      <a:pt x="221358" y="544997"/>
                    </a:cubicBezTo>
                    <a:cubicBezTo>
                      <a:pt x="221358" y="539557"/>
                      <a:pt x="221358" y="194161"/>
                      <a:pt x="221358" y="194161"/>
                    </a:cubicBezTo>
                    <a:cubicBezTo>
                      <a:pt x="221358" y="164245"/>
                      <a:pt x="224078" y="134329"/>
                      <a:pt x="210479" y="109852"/>
                    </a:cubicBezTo>
                    <a:cubicBezTo>
                      <a:pt x="196881" y="79935"/>
                      <a:pt x="158806" y="58178"/>
                      <a:pt x="118011" y="58178"/>
                    </a:cubicBezTo>
                    <a:cubicBezTo>
                      <a:pt x="79936" y="58178"/>
                      <a:pt x="58178" y="88094"/>
                      <a:pt x="58178" y="88094"/>
                    </a:cubicBezTo>
                    <a:cubicBezTo>
                      <a:pt x="58178" y="88094"/>
                      <a:pt x="77216" y="93534"/>
                      <a:pt x="88095" y="12073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23">
                <a:extLst>
                  <a:ext uri="{FF2B5EF4-FFF2-40B4-BE49-F238E27FC236}">
                    <a16:creationId xmlns:a16="http://schemas.microsoft.com/office/drawing/2014/main" id="{250B68A6-EE23-CC4E-99B3-947902D651DB}"/>
                  </a:ext>
                </a:extLst>
              </p:cNvPr>
              <p:cNvSpPr/>
              <p:nvPr/>
            </p:nvSpPr>
            <p:spPr>
              <a:xfrm>
                <a:off x="8751819" y="3234667"/>
                <a:ext cx="271966" cy="652717"/>
              </a:xfrm>
              <a:custGeom>
                <a:avLst/>
                <a:gdLst>
                  <a:gd name="connsiteX0" fmla="*/ 191663 w 271965"/>
                  <a:gd name="connsiteY0" fmla="*/ 542449 h 652717"/>
                  <a:gd name="connsiteX1" fmla="*/ 186224 w 271965"/>
                  <a:gd name="connsiteY1" fmla="*/ 509813 h 652717"/>
                  <a:gd name="connsiteX2" fmla="*/ 186224 w 271965"/>
                  <a:gd name="connsiteY2" fmla="*/ 118183 h 652717"/>
                  <a:gd name="connsiteX3" fmla="*/ 123672 w 271965"/>
                  <a:gd name="connsiteY3" fmla="*/ 58350 h 652717"/>
                  <a:gd name="connsiteX4" fmla="*/ 58400 w 271965"/>
                  <a:gd name="connsiteY4" fmla="*/ 118183 h 652717"/>
                  <a:gd name="connsiteX5" fmla="*/ 58400 w 271965"/>
                  <a:gd name="connsiteY5" fmla="*/ 469018 h 652717"/>
                  <a:gd name="connsiteX6" fmla="*/ 69279 w 271965"/>
                  <a:gd name="connsiteY6" fmla="*/ 553328 h 652717"/>
                  <a:gd name="connsiteX7" fmla="*/ 161747 w 271965"/>
                  <a:gd name="connsiteY7" fmla="*/ 605001 h 652717"/>
                  <a:gd name="connsiteX8" fmla="*/ 221580 w 271965"/>
                  <a:gd name="connsiteY8" fmla="*/ 575085 h 652717"/>
                  <a:gd name="connsiteX9" fmla="*/ 191663 w 271965"/>
                  <a:gd name="connsiteY9" fmla="*/ 542449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191663" y="542449"/>
                    </a:moveTo>
                    <a:cubicBezTo>
                      <a:pt x="188944" y="531570"/>
                      <a:pt x="186224" y="520692"/>
                      <a:pt x="186224" y="509813"/>
                    </a:cubicBezTo>
                    <a:cubicBezTo>
                      <a:pt x="186224" y="507093"/>
                      <a:pt x="186224" y="120902"/>
                      <a:pt x="186224" y="118183"/>
                    </a:cubicBezTo>
                    <a:cubicBezTo>
                      <a:pt x="186224" y="85547"/>
                      <a:pt x="156308" y="58350"/>
                      <a:pt x="123672" y="58350"/>
                    </a:cubicBezTo>
                    <a:cubicBezTo>
                      <a:pt x="91036" y="55631"/>
                      <a:pt x="58400" y="85547"/>
                      <a:pt x="58400" y="118183"/>
                    </a:cubicBezTo>
                    <a:cubicBezTo>
                      <a:pt x="58400" y="123622"/>
                      <a:pt x="58400" y="469018"/>
                      <a:pt x="58400" y="469018"/>
                    </a:cubicBezTo>
                    <a:cubicBezTo>
                      <a:pt x="58400" y="498934"/>
                      <a:pt x="55680" y="528851"/>
                      <a:pt x="69279" y="553328"/>
                    </a:cubicBezTo>
                    <a:cubicBezTo>
                      <a:pt x="82877" y="583244"/>
                      <a:pt x="120953" y="605001"/>
                      <a:pt x="161747" y="605001"/>
                    </a:cubicBezTo>
                    <a:cubicBezTo>
                      <a:pt x="199822" y="605001"/>
                      <a:pt x="221580" y="575085"/>
                      <a:pt x="221580" y="575085"/>
                    </a:cubicBezTo>
                    <a:cubicBezTo>
                      <a:pt x="221580" y="575085"/>
                      <a:pt x="202542" y="566926"/>
                      <a:pt x="191663" y="54244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24">
                <a:extLst>
                  <a:ext uri="{FF2B5EF4-FFF2-40B4-BE49-F238E27FC236}">
                    <a16:creationId xmlns:a16="http://schemas.microsoft.com/office/drawing/2014/main" id="{C6DC3E52-ED76-F543-ABA4-D240C9691D26}"/>
                  </a:ext>
                </a:extLst>
              </p:cNvPr>
              <p:cNvSpPr/>
              <p:nvPr/>
            </p:nvSpPr>
            <p:spPr>
              <a:xfrm>
                <a:off x="6320666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3 w 435145"/>
                  <a:gd name="connsiteY1" fmla="*/ 148115 h 462341"/>
                  <a:gd name="connsiteX2" fmla="*/ 186003 w 435145"/>
                  <a:gd name="connsiteY2" fmla="*/ 148115 h 462341"/>
                  <a:gd name="connsiteX3" fmla="*/ 186003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3 w 435145"/>
                  <a:gd name="connsiteY8" fmla="*/ 362967 h 462341"/>
                  <a:gd name="connsiteX9" fmla="*/ 186003 w 435145"/>
                  <a:gd name="connsiteY9" fmla="*/ 213386 h 462341"/>
                  <a:gd name="connsiteX10" fmla="*/ 186003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3" y="148115"/>
                    </a:cubicBezTo>
                    <a:lnTo>
                      <a:pt x="186003" y="148115"/>
                    </a:lnTo>
                    <a:cubicBezTo>
                      <a:pt x="186003" y="129077"/>
                      <a:pt x="186003" y="115479"/>
                      <a:pt x="186003" y="115479"/>
                    </a:cubicBezTo>
                    <a:cubicBezTo>
                      <a:pt x="186003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3" y="395603"/>
                      <a:pt x="186003" y="362967"/>
                    </a:cubicBezTo>
                    <a:cubicBezTo>
                      <a:pt x="186003" y="360248"/>
                      <a:pt x="186003" y="281378"/>
                      <a:pt x="186003" y="213386"/>
                    </a:cubicBezTo>
                    <a:lnTo>
                      <a:pt x="186003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725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25">
                <a:extLst>
                  <a:ext uri="{FF2B5EF4-FFF2-40B4-BE49-F238E27FC236}">
                    <a16:creationId xmlns:a16="http://schemas.microsoft.com/office/drawing/2014/main" id="{A7EC102F-AD4E-C94A-BB8C-494955C73431}"/>
                  </a:ext>
                </a:extLst>
              </p:cNvPr>
              <p:cNvSpPr/>
              <p:nvPr/>
            </p:nvSpPr>
            <p:spPr>
              <a:xfrm>
                <a:off x="7960620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26">
                <a:extLst>
                  <a:ext uri="{FF2B5EF4-FFF2-40B4-BE49-F238E27FC236}">
                    <a16:creationId xmlns:a16="http://schemas.microsoft.com/office/drawing/2014/main" id="{09121646-A44E-4043-A379-9CFBDAA20595}"/>
                  </a:ext>
                </a:extLst>
              </p:cNvPr>
              <p:cNvSpPr/>
              <p:nvPr/>
            </p:nvSpPr>
            <p:spPr>
              <a:xfrm>
                <a:off x="5020669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4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27">
                <a:extLst>
                  <a:ext uri="{FF2B5EF4-FFF2-40B4-BE49-F238E27FC236}">
                    <a16:creationId xmlns:a16="http://schemas.microsoft.com/office/drawing/2014/main" id="{27EC1BBC-2F65-8846-B85E-5023B90ACB91}"/>
                  </a:ext>
                </a:extLst>
              </p:cNvPr>
              <p:cNvSpPr/>
              <p:nvPr/>
            </p:nvSpPr>
            <p:spPr>
              <a:xfrm>
                <a:off x="7616289" y="3475234"/>
                <a:ext cx="364436" cy="364434"/>
              </a:xfrm>
              <a:custGeom>
                <a:avLst/>
                <a:gdLst>
                  <a:gd name="connsiteX0" fmla="*/ 182218 w 364436"/>
                  <a:gd name="connsiteY0" fmla="*/ 73431 h 364434"/>
                  <a:gd name="connsiteX1" fmla="*/ 130544 w 364436"/>
                  <a:gd name="connsiteY1" fmla="*/ 179499 h 364434"/>
                  <a:gd name="connsiteX2" fmla="*/ 182218 w 364436"/>
                  <a:gd name="connsiteY2" fmla="*/ 285565 h 364434"/>
                  <a:gd name="connsiteX3" fmla="*/ 233891 w 364436"/>
                  <a:gd name="connsiteY3" fmla="*/ 179499 h 364434"/>
                  <a:gd name="connsiteX4" fmla="*/ 182218 w 364436"/>
                  <a:gd name="connsiteY4" fmla="*/ 73431 h 364434"/>
                  <a:gd name="connsiteX5" fmla="*/ 182219 w 364436"/>
                  <a:gd name="connsiteY5" fmla="*/ 0 h 364434"/>
                  <a:gd name="connsiteX6" fmla="*/ 364436 w 364436"/>
                  <a:gd name="connsiteY6" fmla="*/ 182217 h 364434"/>
                  <a:gd name="connsiteX7" fmla="*/ 182219 w 364436"/>
                  <a:gd name="connsiteY7" fmla="*/ 364434 h 364434"/>
                  <a:gd name="connsiteX8" fmla="*/ 0 w 364436"/>
                  <a:gd name="connsiteY8" fmla="*/ 182217 h 364434"/>
                  <a:gd name="connsiteX9" fmla="*/ 182219 w 364436"/>
                  <a:gd name="connsiteY9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436" h="364434">
                    <a:moveTo>
                      <a:pt x="182218" y="73431"/>
                    </a:moveTo>
                    <a:cubicBezTo>
                      <a:pt x="152302" y="76151"/>
                      <a:pt x="130544" y="114226"/>
                      <a:pt x="130544" y="179499"/>
                    </a:cubicBezTo>
                    <a:cubicBezTo>
                      <a:pt x="130544" y="244770"/>
                      <a:pt x="146862" y="285565"/>
                      <a:pt x="182218" y="285565"/>
                    </a:cubicBezTo>
                    <a:cubicBezTo>
                      <a:pt x="217573" y="285565"/>
                      <a:pt x="233891" y="247490"/>
                      <a:pt x="233891" y="179499"/>
                    </a:cubicBezTo>
                    <a:cubicBezTo>
                      <a:pt x="233891" y="114226"/>
                      <a:pt x="212134" y="73431"/>
                      <a:pt x="182218" y="73431"/>
                    </a:cubicBezTo>
                    <a:close/>
                    <a:moveTo>
                      <a:pt x="182219" y="0"/>
                    </a:moveTo>
                    <a:cubicBezTo>
                      <a:pt x="282846" y="0"/>
                      <a:pt x="364436" y="81590"/>
                      <a:pt x="364436" y="182217"/>
                    </a:cubicBezTo>
                    <a:cubicBezTo>
                      <a:pt x="364436" y="282844"/>
                      <a:pt x="282846" y="364434"/>
                      <a:pt x="182219" y="364434"/>
                    </a:cubicBezTo>
                    <a:cubicBezTo>
                      <a:pt x="81591" y="364434"/>
                      <a:pt x="0" y="282844"/>
                      <a:pt x="0" y="182217"/>
                    </a:cubicBezTo>
                    <a:cubicBezTo>
                      <a:pt x="0" y="81590"/>
                      <a:pt x="81591" y="0"/>
                      <a:pt x="18221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28">
                <a:extLst>
                  <a:ext uri="{FF2B5EF4-FFF2-40B4-BE49-F238E27FC236}">
                    <a16:creationId xmlns:a16="http://schemas.microsoft.com/office/drawing/2014/main" id="{D458319E-946B-C84A-B76A-6304E98A1EFD}"/>
                  </a:ext>
                </a:extLst>
              </p:cNvPr>
              <p:cNvSpPr/>
              <p:nvPr/>
            </p:nvSpPr>
            <p:spPr>
              <a:xfrm>
                <a:off x="6743101" y="3464184"/>
                <a:ext cx="372773" cy="375657"/>
              </a:xfrm>
              <a:custGeom>
                <a:avLst/>
                <a:gdLst>
                  <a:gd name="connsiteX0" fmla="*/ 176958 w 372773"/>
                  <a:gd name="connsiteY0" fmla="*/ 98080 h 375657"/>
                  <a:gd name="connsiteX1" fmla="*/ 125284 w 372773"/>
                  <a:gd name="connsiteY1" fmla="*/ 190548 h 375657"/>
                  <a:gd name="connsiteX2" fmla="*/ 176958 w 372773"/>
                  <a:gd name="connsiteY2" fmla="*/ 283017 h 375657"/>
                  <a:gd name="connsiteX3" fmla="*/ 228631 w 372773"/>
                  <a:gd name="connsiteY3" fmla="*/ 190548 h 375657"/>
                  <a:gd name="connsiteX4" fmla="*/ 176958 w 372773"/>
                  <a:gd name="connsiteY4" fmla="*/ 98080 h 375657"/>
                  <a:gd name="connsiteX5" fmla="*/ 307501 w 372773"/>
                  <a:gd name="connsiteY5" fmla="*/ 172 h 375657"/>
                  <a:gd name="connsiteX6" fmla="*/ 372773 w 372773"/>
                  <a:gd name="connsiteY6" fmla="*/ 62724 h 375657"/>
                  <a:gd name="connsiteX7" fmla="*/ 372773 w 372773"/>
                  <a:gd name="connsiteY7" fmla="*/ 312934 h 375657"/>
                  <a:gd name="connsiteX8" fmla="*/ 302061 w 372773"/>
                  <a:gd name="connsiteY8" fmla="*/ 375486 h 375657"/>
                  <a:gd name="connsiteX9" fmla="*/ 239509 w 372773"/>
                  <a:gd name="connsiteY9" fmla="*/ 326532 h 375657"/>
                  <a:gd name="connsiteX10" fmla="*/ 179677 w 372773"/>
                  <a:gd name="connsiteY10" fmla="*/ 370046 h 375657"/>
                  <a:gd name="connsiteX11" fmla="*/ 70890 w 372773"/>
                  <a:gd name="connsiteY11" fmla="*/ 353728 h 375657"/>
                  <a:gd name="connsiteX12" fmla="*/ 128003 w 372773"/>
                  <a:gd name="connsiteY12" fmla="*/ 11051 h 375657"/>
                  <a:gd name="connsiteX13" fmla="*/ 236790 w 372773"/>
                  <a:gd name="connsiteY13" fmla="*/ 70883 h 375657"/>
                  <a:gd name="connsiteX14" fmla="*/ 236790 w 372773"/>
                  <a:gd name="connsiteY14" fmla="*/ 62724 h 375657"/>
                  <a:gd name="connsiteX15" fmla="*/ 307501 w 372773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3" h="375657">
                    <a:moveTo>
                      <a:pt x="176958" y="98080"/>
                    </a:moveTo>
                    <a:cubicBezTo>
                      <a:pt x="147042" y="100800"/>
                      <a:pt x="125284" y="133436"/>
                      <a:pt x="125284" y="190548"/>
                    </a:cubicBezTo>
                    <a:cubicBezTo>
                      <a:pt x="125284" y="247661"/>
                      <a:pt x="141602" y="283017"/>
                      <a:pt x="176958" y="283017"/>
                    </a:cubicBezTo>
                    <a:cubicBezTo>
                      <a:pt x="212314" y="283017"/>
                      <a:pt x="228631" y="247661"/>
                      <a:pt x="228631" y="190548"/>
                    </a:cubicBezTo>
                    <a:cubicBezTo>
                      <a:pt x="228631" y="133436"/>
                      <a:pt x="206874" y="98080"/>
                      <a:pt x="176958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3" y="30088"/>
                      <a:pt x="372773" y="62724"/>
                    </a:cubicBezTo>
                    <a:cubicBezTo>
                      <a:pt x="372773" y="65444"/>
                      <a:pt x="372773" y="307494"/>
                      <a:pt x="372773" y="312934"/>
                    </a:cubicBezTo>
                    <a:cubicBezTo>
                      <a:pt x="370053" y="348289"/>
                      <a:pt x="337417" y="378205"/>
                      <a:pt x="302061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5911" y="348289"/>
                      <a:pt x="198715" y="364607"/>
                      <a:pt x="179677" y="370046"/>
                    </a:cubicBezTo>
                    <a:cubicBezTo>
                      <a:pt x="147041" y="378205"/>
                      <a:pt x="100807" y="372766"/>
                      <a:pt x="70890" y="353728"/>
                    </a:cubicBezTo>
                    <a:cubicBezTo>
                      <a:pt x="-35177" y="285737"/>
                      <a:pt x="-27018" y="11051"/>
                      <a:pt x="128003" y="11051"/>
                    </a:cubicBezTo>
                    <a:cubicBezTo>
                      <a:pt x="185116" y="11051"/>
                      <a:pt x="220471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29">
                <a:extLst>
                  <a:ext uri="{FF2B5EF4-FFF2-40B4-BE49-F238E27FC236}">
                    <a16:creationId xmlns:a16="http://schemas.microsoft.com/office/drawing/2014/main" id="{6D13F7A6-310D-BA45-A17B-AA8719856FA6}"/>
                  </a:ext>
                </a:extLst>
              </p:cNvPr>
              <p:cNvSpPr/>
              <p:nvPr/>
            </p:nvSpPr>
            <p:spPr>
              <a:xfrm>
                <a:off x="8380335" y="3464184"/>
                <a:ext cx="372772" cy="375657"/>
              </a:xfrm>
              <a:custGeom>
                <a:avLst/>
                <a:gdLst>
                  <a:gd name="connsiteX0" fmla="*/ 176957 w 372772"/>
                  <a:gd name="connsiteY0" fmla="*/ 98080 h 375657"/>
                  <a:gd name="connsiteX1" fmla="*/ 125282 w 372772"/>
                  <a:gd name="connsiteY1" fmla="*/ 190548 h 375657"/>
                  <a:gd name="connsiteX2" fmla="*/ 176957 w 372772"/>
                  <a:gd name="connsiteY2" fmla="*/ 283017 h 375657"/>
                  <a:gd name="connsiteX3" fmla="*/ 228630 w 372772"/>
                  <a:gd name="connsiteY3" fmla="*/ 190548 h 375657"/>
                  <a:gd name="connsiteX4" fmla="*/ 176957 w 372772"/>
                  <a:gd name="connsiteY4" fmla="*/ 98080 h 375657"/>
                  <a:gd name="connsiteX5" fmla="*/ 307501 w 372772"/>
                  <a:gd name="connsiteY5" fmla="*/ 172 h 375657"/>
                  <a:gd name="connsiteX6" fmla="*/ 372772 w 372772"/>
                  <a:gd name="connsiteY6" fmla="*/ 62724 h 375657"/>
                  <a:gd name="connsiteX7" fmla="*/ 372772 w 372772"/>
                  <a:gd name="connsiteY7" fmla="*/ 312934 h 375657"/>
                  <a:gd name="connsiteX8" fmla="*/ 302062 w 372772"/>
                  <a:gd name="connsiteY8" fmla="*/ 375486 h 375657"/>
                  <a:gd name="connsiteX9" fmla="*/ 239509 w 372772"/>
                  <a:gd name="connsiteY9" fmla="*/ 326532 h 375657"/>
                  <a:gd name="connsiteX10" fmla="*/ 179677 w 372772"/>
                  <a:gd name="connsiteY10" fmla="*/ 370046 h 375657"/>
                  <a:gd name="connsiteX11" fmla="*/ 70890 w 372772"/>
                  <a:gd name="connsiteY11" fmla="*/ 353728 h 375657"/>
                  <a:gd name="connsiteX12" fmla="*/ 128002 w 372772"/>
                  <a:gd name="connsiteY12" fmla="*/ 11051 h 375657"/>
                  <a:gd name="connsiteX13" fmla="*/ 236790 w 372772"/>
                  <a:gd name="connsiteY13" fmla="*/ 70883 h 375657"/>
                  <a:gd name="connsiteX14" fmla="*/ 236790 w 372772"/>
                  <a:gd name="connsiteY14" fmla="*/ 62724 h 375657"/>
                  <a:gd name="connsiteX15" fmla="*/ 307501 w 372772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2" h="375657">
                    <a:moveTo>
                      <a:pt x="176957" y="98080"/>
                    </a:moveTo>
                    <a:cubicBezTo>
                      <a:pt x="147039" y="100800"/>
                      <a:pt x="125282" y="133436"/>
                      <a:pt x="125282" y="190548"/>
                    </a:cubicBezTo>
                    <a:cubicBezTo>
                      <a:pt x="125282" y="247661"/>
                      <a:pt x="141600" y="283017"/>
                      <a:pt x="176957" y="283017"/>
                    </a:cubicBezTo>
                    <a:cubicBezTo>
                      <a:pt x="212312" y="283017"/>
                      <a:pt x="228630" y="247661"/>
                      <a:pt x="228630" y="190548"/>
                    </a:cubicBezTo>
                    <a:cubicBezTo>
                      <a:pt x="228630" y="133436"/>
                      <a:pt x="206873" y="98080"/>
                      <a:pt x="176957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2" y="30088"/>
                      <a:pt x="372772" y="62724"/>
                    </a:cubicBezTo>
                    <a:cubicBezTo>
                      <a:pt x="372772" y="65444"/>
                      <a:pt x="372772" y="307494"/>
                      <a:pt x="372772" y="312934"/>
                    </a:cubicBezTo>
                    <a:cubicBezTo>
                      <a:pt x="370053" y="348289"/>
                      <a:pt x="337417" y="378205"/>
                      <a:pt x="302062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8630" y="348289"/>
                      <a:pt x="198714" y="364607"/>
                      <a:pt x="179677" y="370046"/>
                    </a:cubicBezTo>
                    <a:cubicBezTo>
                      <a:pt x="147040" y="378205"/>
                      <a:pt x="100806" y="372766"/>
                      <a:pt x="70890" y="353728"/>
                    </a:cubicBezTo>
                    <a:cubicBezTo>
                      <a:pt x="-35177" y="285737"/>
                      <a:pt x="-27018" y="11051"/>
                      <a:pt x="128002" y="11051"/>
                    </a:cubicBezTo>
                    <a:cubicBezTo>
                      <a:pt x="185116" y="11051"/>
                      <a:pt x="220472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30">
                <a:extLst>
                  <a:ext uri="{FF2B5EF4-FFF2-40B4-BE49-F238E27FC236}">
                    <a16:creationId xmlns:a16="http://schemas.microsoft.com/office/drawing/2014/main" id="{5D3A896E-B9C1-1C44-84C1-CCAD0516EB9D}"/>
                  </a:ext>
                </a:extLst>
              </p:cNvPr>
              <p:cNvSpPr/>
              <p:nvPr/>
            </p:nvSpPr>
            <p:spPr>
              <a:xfrm>
                <a:off x="7389492" y="3444253"/>
                <a:ext cx="217573" cy="435145"/>
              </a:xfrm>
              <a:custGeom>
                <a:avLst/>
                <a:gdLst>
                  <a:gd name="connsiteX0" fmla="*/ 186002 w 217572"/>
                  <a:gd name="connsiteY0" fmla="*/ 118011 h 435144"/>
                  <a:gd name="connsiteX1" fmla="*/ 128890 w 217572"/>
                  <a:gd name="connsiteY1" fmla="*/ 58178 h 435144"/>
                  <a:gd name="connsiteX2" fmla="*/ 123450 w 217572"/>
                  <a:gd name="connsiteY2" fmla="*/ 58178 h 435144"/>
                  <a:gd name="connsiteX3" fmla="*/ 58178 w 217572"/>
                  <a:gd name="connsiteY3" fmla="*/ 115291 h 435144"/>
                  <a:gd name="connsiteX4" fmla="*/ 58178 w 217572"/>
                  <a:gd name="connsiteY4" fmla="*/ 232236 h 435144"/>
                  <a:gd name="connsiteX5" fmla="*/ 58178 w 217572"/>
                  <a:gd name="connsiteY5" fmla="*/ 232236 h 435144"/>
                  <a:gd name="connsiteX6" fmla="*/ 58178 w 217572"/>
                  <a:gd name="connsiteY6" fmla="*/ 335583 h 435144"/>
                  <a:gd name="connsiteX7" fmla="*/ 115291 w 217572"/>
                  <a:gd name="connsiteY7" fmla="*/ 395415 h 435144"/>
                  <a:gd name="connsiteX8" fmla="*/ 120730 w 217572"/>
                  <a:gd name="connsiteY8" fmla="*/ 395415 h 435144"/>
                  <a:gd name="connsiteX9" fmla="*/ 186002 w 217572"/>
                  <a:gd name="connsiteY9" fmla="*/ 338303 h 435144"/>
                  <a:gd name="connsiteX10" fmla="*/ 186002 w 217572"/>
                  <a:gd name="connsiteY10" fmla="*/ 240395 h 435144"/>
                  <a:gd name="connsiteX11" fmla="*/ 186002 w 217572"/>
                  <a:gd name="connsiteY11" fmla="*/ 240395 h 435144"/>
                  <a:gd name="connsiteX12" fmla="*/ 186002 w 217572"/>
                  <a:gd name="connsiteY12" fmla="*/ 118011 h 43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572" h="435144">
                    <a:moveTo>
                      <a:pt x="186002" y="118011"/>
                    </a:moveTo>
                    <a:cubicBezTo>
                      <a:pt x="183283" y="85375"/>
                      <a:pt x="158806" y="60898"/>
                      <a:pt x="128890" y="58178"/>
                    </a:cubicBezTo>
                    <a:cubicBezTo>
                      <a:pt x="126170" y="58178"/>
                      <a:pt x="126170" y="58178"/>
                      <a:pt x="123450" y="58178"/>
                    </a:cubicBezTo>
                    <a:cubicBezTo>
                      <a:pt x="96254" y="58178"/>
                      <a:pt x="58178" y="82655"/>
                      <a:pt x="58178" y="115291"/>
                    </a:cubicBezTo>
                    <a:lnTo>
                      <a:pt x="58178" y="232236"/>
                    </a:lnTo>
                    <a:lnTo>
                      <a:pt x="58178" y="232236"/>
                    </a:lnTo>
                    <a:cubicBezTo>
                      <a:pt x="58178" y="270311"/>
                      <a:pt x="58178" y="335583"/>
                      <a:pt x="58178" y="335583"/>
                    </a:cubicBezTo>
                    <a:cubicBezTo>
                      <a:pt x="60898" y="368219"/>
                      <a:pt x="85375" y="392696"/>
                      <a:pt x="115291" y="395415"/>
                    </a:cubicBezTo>
                    <a:cubicBezTo>
                      <a:pt x="118011" y="395415"/>
                      <a:pt x="118011" y="395415"/>
                      <a:pt x="120730" y="395415"/>
                    </a:cubicBezTo>
                    <a:cubicBezTo>
                      <a:pt x="147927" y="395415"/>
                      <a:pt x="186002" y="370938"/>
                      <a:pt x="186002" y="338303"/>
                    </a:cubicBezTo>
                    <a:lnTo>
                      <a:pt x="186002" y="240395"/>
                    </a:lnTo>
                    <a:lnTo>
                      <a:pt x="186002" y="240395"/>
                    </a:lnTo>
                    <a:cubicBezTo>
                      <a:pt x="186002" y="202320"/>
                      <a:pt x="186002" y="118011"/>
                      <a:pt x="186002" y="11801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31">
                <a:extLst>
                  <a:ext uri="{FF2B5EF4-FFF2-40B4-BE49-F238E27FC236}">
                    <a16:creationId xmlns:a16="http://schemas.microsoft.com/office/drawing/2014/main" id="{20E94D6F-BE12-6645-B3E1-60EA011A8ADD}"/>
                  </a:ext>
                </a:extLst>
              </p:cNvPr>
              <p:cNvSpPr/>
              <p:nvPr/>
            </p:nvSpPr>
            <p:spPr>
              <a:xfrm>
                <a:off x="7392212" y="3280901"/>
                <a:ext cx="217573" cy="217572"/>
              </a:xfrm>
              <a:custGeom>
                <a:avLst/>
                <a:gdLst>
                  <a:gd name="connsiteX0" fmla="*/ 183282 w 217572"/>
                  <a:gd name="connsiteY0" fmla="*/ 120902 h 217572"/>
                  <a:gd name="connsiteX1" fmla="*/ 120730 w 217572"/>
                  <a:gd name="connsiteY1" fmla="*/ 183454 h 217572"/>
                  <a:gd name="connsiteX2" fmla="*/ 58178 w 217572"/>
                  <a:gd name="connsiteY2" fmla="*/ 120902 h 217572"/>
                  <a:gd name="connsiteX3" fmla="*/ 120730 w 217572"/>
                  <a:gd name="connsiteY3" fmla="*/ 58350 h 217572"/>
                  <a:gd name="connsiteX4" fmla="*/ 183282 w 217572"/>
                  <a:gd name="connsiteY4" fmla="*/ 120902 h 2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72" h="217572">
                    <a:moveTo>
                      <a:pt x="183282" y="120902"/>
                    </a:moveTo>
                    <a:cubicBezTo>
                      <a:pt x="183282" y="156258"/>
                      <a:pt x="156086" y="183454"/>
                      <a:pt x="120730" y="183454"/>
                    </a:cubicBezTo>
                    <a:cubicBezTo>
                      <a:pt x="85375" y="183454"/>
                      <a:pt x="58178" y="156258"/>
                      <a:pt x="58178" y="120902"/>
                    </a:cubicBezTo>
                    <a:cubicBezTo>
                      <a:pt x="58178" y="85547"/>
                      <a:pt x="85375" y="58350"/>
                      <a:pt x="120730" y="58350"/>
                    </a:cubicBezTo>
                    <a:cubicBezTo>
                      <a:pt x="153366" y="55630"/>
                      <a:pt x="183282" y="85547"/>
                      <a:pt x="183282" y="12090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32">
                <a:extLst>
                  <a:ext uri="{FF2B5EF4-FFF2-40B4-BE49-F238E27FC236}">
                    <a16:creationId xmlns:a16="http://schemas.microsoft.com/office/drawing/2014/main" id="{6F81BF39-A926-3742-BDC7-C78132721351}"/>
                  </a:ext>
                </a:extLst>
              </p:cNvPr>
              <p:cNvSpPr/>
              <p:nvPr/>
            </p:nvSpPr>
            <p:spPr>
              <a:xfrm>
                <a:off x="6005186" y="3416884"/>
                <a:ext cx="380752" cy="462341"/>
              </a:xfrm>
              <a:custGeom>
                <a:avLst/>
                <a:gdLst>
                  <a:gd name="connsiteX0" fmla="*/ 270312 w 380752"/>
                  <a:gd name="connsiteY0" fmla="*/ 69229 h 462341"/>
                  <a:gd name="connsiteX1" fmla="*/ 188722 w 380752"/>
                  <a:gd name="connsiteY1" fmla="*/ 134501 h 462341"/>
                  <a:gd name="connsiteX2" fmla="*/ 188722 w 380752"/>
                  <a:gd name="connsiteY2" fmla="*/ 118183 h 462341"/>
                  <a:gd name="connsiteX3" fmla="*/ 126170 w 380752"/>
                  <a:gd name="connsiteY3" fmla="*/ 58350 h 462341"/>
                  <a:gd name="connsiteX4" fmla="*/ 58178 w 380752"/>
                  <a:gd name="connsiteY4" fmla="*/ 118183 h 462341"/>
                  <a:gd name="connsiteX5" fmla="*/ 58178 w 380752"/>
                  <a:gd name="connsiteY5" fmla="*/ 210651 h 462341"/>
                  <a:gd name="connsiteX6" fmla="*/ 58178 w 380752"/>
                  <a:gd name="connsiteY6" fmla="*/ 365671 h 462341"/>
                  <a:gd name="connsiteX7" fmla="*/ 58178 w 380752"/>
                  <a:gd name="connsiteY7" fmla="*/ 365671 h 462341"/>
                  <a:gd name="connsiteX8" fmla="*/ 120730 w 380752"/>
                  <a:gd name="connsiteY8" fmla="*/ 425504 h 462341"/>
                  <a:gd name="connsiteX9" fmla="*/ 186002 w 380752"/>
                  <a:gd name="connsiteY9" fmla="*/ 365671 h 462341"/>
                  <a:gd name="connsiteX10" fmla="*/ 186002 w 380752"/>
                  <a:gd name="connsiteY10" fmla="*/ 365671 h 462341"/>
                  <a:gd name="connsiteX11" fmla="*/ 186002 w 380752"/>
                  <a:gd name="connsiteY11" fmla="*/ 210651 h 462341"/>
                  <a:gd name="connsiteX12" fmla="*/ 215919 w 380752"/>
                  <a:gd name="connsiteY12" fmla="*/ 158978 h 462341"/>
                  <a:gd name="connsiteX13" fmla="*/ 275751 w 380752"/>
                  <a:gd name="connsiteY13" fmla="*/ 221530 h 462341"/>
                  <a:gd name="connsiteX14" fmla="*/ 270312 w 380752"/>
                  <a:gd name="connsiteY14" fmla="*/ 69229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0752" h="462341">
                    <a:moveTo>
                      <a:pt x="270312" y="69229"/>
                    </a:moveTo>
                    <a:cubicBezTo>
                      <a:pt x="232236" y="71949"/>
                      <a:pt x="213199" y="99145"/>
                      <a:pt x="188722" y="134501"/>
                    </a:cubicBezTo>
                    <a:cubicBezTo>
                      <a:pt x="188722" y="134501"/>
                      <a:pt x="188722" y="118183"/>
                      <a:pt x="188722" y="118183"/>
                    </a:cubicBezTo>
                    <a:cubicBezTo>
                      <a:pt x="188722" y="85547"/>
                      <a:pt x="158806" y="58350"/>
                      <a:pt x="126170" y="58350"/>
                    </a:cubicBezTo>
                    <a:cubicBezTo>
                      <a:pt x="93534" y="55631"/>
                      <a:pt x="60898" y="85547"/>
                      <a:pt x="58178" y="118183"/>
                    </a:cubicBezTo>
                    <a:lnTo>
                      <a:pt x="58178" y="210651"/>
                    </a:lnTo>
                    <a:lnTo>
                      <a:pt x="58178" y="365671"/>
                    </a:lnTo>
                    <a:lnTo>
                      <a:pt x="58178" y="365671"/>
                    </a:lnTo>
                    <a:cubicBezTo>
                      <a:pt x="58178" y="398307"/>
                      <a:pt x="88094" y="425504"/>
                      <a:pt x="120730" y="425504"/>
                    </a:cubicBezTo>
                    <a:cubicBezTo>
                      <a:pt x="153366" y="428224"/>
                      <a:pt x="186002" y="398307"/>
                      <a:pt x="186002" y="365671"/>
                    </a:cubicBezTo>
                    <a:lnTo>
                      <a:pt x="186002" y="365671"/>
                    </a:lnTo>
                    <a:lnTo>
                      <a:pt x="186002" y="210651"/>
                    </a:lnTo>
                    <a:cubicBezTo>
                      <a:pt x="188722" y="188894"/>
                      <a:pt x="196881" y="158978"/>
                      <a:pt x="215919" y="158978"/>
                    </a:cubicBezTo>
                    <a:cubicBezTo>
                      <a:pt x="243115" y="158978"/>
                      <a:pt x="215919" y="221530"/>
                      <a:pt x="275751" y="221530"/>
                    </a:cubicBezTo>
                    <a:cubicBezTo>
                      <a:pt x="362780" y="221530"/>
                      <a:pt x="373658" y="63790"/>
                      <a:pt x="270312" y="6922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33">
                <a:extLst>
                  <a:ext uri="{FF2B5EF4-FFF2-40B4-BE49-F238E27FC236}">
                    <a16:creationId xmlns:a16="http://schemas.microsoft.com/office/drawing/2014/main" id="{D00DA9EF-78AE-804E-956A-C3A5D4030234}"/>
                  </a:ext>
                </a:extLst>
              </p:cNvPr>
              <p:cNvSpPr/>
              <p:nvPr/>
            </p:nvSpPr>
            <p:spPr>
              <a:xfrm>
                <a:off x="5693490" y="3475234"/>
                <a:ext cx="337238" cy="364434"/>
              </a:xfrm>
              <a:custGeom>
                <a:avLst/>
                <a:gdLst>
                  <a:gd name="connsiteX0" fmla="*/ 180433 w 337238"/>
                  <a:gd name="connsiteY0" fmla="*/ 73984 h 364434"/>
                  <a:gd name="connsiteX1" fmla="*/ 163180 w 337238"/>
                  <a:gd name="connsiteY1" fmla="*/ 78870 h 364434"/>
                  <a:gd name="connsiteX2" fmla="*/ 125105 w 337238"/>
                  <a:gd name="connsiteY2" fmla="*/ 160461 h 364434"/>
                  <a:gd name="connsiteX3" fmla="*/ 171339 w 337238"/>
                  <a:gd name="connsiteY3" fmla="*/ 163180 h 364434"/>
                  <a:gd name="connsiteX4" fmla="*/ 214854 w 337238"/>
                  <a:gd name="connsiteY4" fmla="*/ 108787 h 364434"/>
                  <a:gd name="connsiteX5" fmla="*/ 180433 w 337238"/>
                  <a:gd name="connsiteY5" fmla="*/ 73984 h 364434"/>
                  <a:gd name="connsiteX6" fmla="*/ 174059 w 337238"/>
                  <a:gd name="connsiteY6" fmla="*/ 0 h 364434"/>
                  <a:gd name="connsiteX7" fmla="*/ 337238 w 337238"/>
                  <a:gd name="connsiteY7" fmla="*/ 119665 h 364434"/>
                  <a:gd name="connsiteX8" fmla="*/ 133264 w 337238"/>
                  <a:gd name="connsiteY8" fmla="*/ 217573 h 364434"/>
                  <a:gd name="connsiteX9" fmla="*/ 225732 w 337238"/>
                  <a:gd name="connsiteY9" fmla="*/ 277405 h 364434"/>
                  <a:gd name="connsiteX10" fmla="*/ 320920 w 337238"/>
                  <a:gd name="connsiteY10" fmla="*/ 250208 h 364434"/>
                  <a:gd name="connsiteX11" fmla="*/ 174059 w 337238"/>
                  <a:gd name="connsiteY11" fmla="*/ 364434 h 364434"/>
                  <a:gd name="connsiteX12" fmla="*/ 0 w 337238"/>
                  <a:gd name="connsiteY12" fmla="*/ 184937 h 364434"/>
                  <a:gd name="connsiteX13" fmla="*/ 174059 w 337238"/>
                  <a:gd name="connsiteY13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238" h="364434">
                    <a:moveTo>
                      <a:pt x="180433" y="73984"/>
                    </a:moveTo>
                    <a:cubicBezTo>
                      <a:pt x="174569" y="73941"/>
                      <a:pt x="168620" y="75471"/>
                      <a:pt x="163180" y="78870"/>
                    </a:cubicBezTo>
                    <a:cubicBezTo>
                      <a:pt x="135984" y="95189"/>
                      <a:pt x="127825" y="130544"/>
                      <a:pt x="125105" y="160461"/>
                    </a:cubicBezTo>
                    <a:cubicBezTo>
                      <a:pt x="125105" y="163180"/>
                      <a:pt x="168620" y="160461"/>
                      <a:pt x="171339" y="163180"/>
                    </a:cubicBezTo>
                    <a:cubicBezTo>
                      <a:pt x="195816" y="157741"/>
                      <a:pt x="214854" y="135984"/>
                      <a:pt x="214854" y="108787"/>
                    </a:cubicBezTo>
                    <a:cubicBezTo>
                      <a:pt x="214854" y="88389"/>
                      <a:pt x="198026" y="74111"/>
                      <a:pt x="180433" y="73984"/>
                    </a:cubicBezTo>
                    <a:close/>
                    <a:moveTo>
                      <a:pt x="174059" y="0"/>
                    </a:moveTo>
                    <a:cubicBezTo>
                      <a:pt x="233891" y="0"/>
                      <a:pt x="337238" y="29916"/>
                      <a:pt x="337238" y="119665"/>
                    </a:cubicBezTo>
                    <a:cubicBezTo>
                      <a:pt x="337238" y="209414"/>
                      <a:pt x="244770" y="217573"/>
                      <a:pt x="133264" y="217573"/>
                    </a:cubicBezTo>
                    <a:cubicBezTo>
                      <a:pt x="133264" y="217573"/>
                      <a:pt x="149581" y="277405"/>
                      <a:pt x="225732" y="277405"/>
                    </a:cubicBezTo>
                    <a:cubicBezTo>
                      <a:pt x="301883" y="277405"/>
                      <a:pt x="320920" y="250208"/>
                      <a:pt x="320920" y="250208"/>
                    </a:cubicBezTo>
                    <a:cubicBezTo>
                      <a:pt x="320920" y="250208"/>
                      <a:pt x="315481" y="364434"/>
                      <a:pt x="174059" y="364434"/>
                    </a:cubicBezTo>
                    <a:cubicBezTo>
                      <a:pt x="95188" y="364434"/>
                      <a:pt x="0" y="304602"/>
                      <a:pt x="0" y="184937"/>
                    </a:cubicBezTo>
                    <a:cubicBezTo>
                      <a:pt x="0" y="78870"/>
                      <a:pt x="73431" y="0"/>
                      <a:pt x="17405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34">
                <a:extLst>
                  <a:ext uri="{FF2B5EF4-FFF2-40B4-BE49-F238E27FC236}">
                    <a16:creationId xmlns:a16="http://schemas.microsoft.com/office/drawing/2014/main" id="{3AF355CA-0BD9-7F4C-AB00-061FFA5D710A}"/>
                  </a:ext>
                </a:extLst>
              </p:cNvPr>
              <p:cNvSpPr/>
              <p:nvPr/>
            </p:nvSpPr>
            <p:spPr>
              <a:xfrm>
                <a:off x="5376945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3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6797" y="409186"/>
                      <a:pt x="26759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35">
                <a:extLst>
                  <a:ext uri="{FF2B5EF4-FFF2-40B4-BE49-F238E27FC236}">
                    <a16:creationId xmlns:a16="http://schemas.microsoft.com/office/drawing/2014/main" id="{8D243F7A-C417-3A49-B689-DD3A3DCE28E6}"/>
                  </a:ext>
                </a:extLst>
              </p:cNvPr>
              <p:cNvSpPr/>
              <p:nvPr/>
            </p:nvSpPr>
            <p:spPr>
              <a:xfrm>
                <a:off x="7090329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2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9517" y="409186"/>
                      <a:pt x="27031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36">
                <a:extLst>
                  <a:ext uri="{FF2B5EF4-FFF2-40B4-BE49-F238E27FC236}">
                    <a16:creationId xmlns:a16="http://schemas.microsoft.com/office/drawing/2014/main" id="{30010D9B-85C9-F74C-B2AC-4A1BC9D875F4}"/>
                  </a:ext>
                </a:extLst>
              </p:cNvPr>
              <p:cNvSpPr/>
              <p:nvPr/>
            </p:nvSpPr>
            <p:spPr>
              <a:xfrm>
                <a:off x="2080719" y="4178559"/>
                <a:ext cx="462342" cy="788700"/>
              </a:xfrm>
              <a:custGeom>
                <a:avLst/>
                <a:gdLst>
                  <a:gd name="connsiteX0" fmla="*/ 403575 w 462341"/>
                  <a:gd name="connsiteY0" fmla="*/ 583072 h 788699"/>
                  <a:gd name="connsiteX1" fmla="*/ 406295 w 462341"/>
                  <a:gd name="connsiteY1" fmla="*/ 596670 h 788699"/>
                  <a:gd name="connsiteX2" fmla="*/ 400855 w 462341"/>
                  <a:gd name="connsiteY2" fmla="*/ 610268 h 788699"/>
                  <a:gd name="connsiteX3" fmla="*/ 389977 w 462341"/>
                  <a:gd name="connsiteY3" fmla="*/ 626586 h 788699"/>
                  <a:gd name="connsiteX4" fmla="*/ 354621 w 462341"/>
                  <a:gd name="connsiteY4" fmla="*/ 675540 h 788699"/>
                  <a:gd name="connsiteX5" fmla="*/ 327424 w 462341"/>
                  <a:gd name="connsiteY5" fmla="*/ 691858 h 788699"/>
                  <a:gd name="connsiteX6" fmla="*/ 292069 w 462341"/>
                  <a:gd name="connsiteY6" fmla="*/ 713615 h 788699"/>
                  <a:gd name="connsiteX7" fmla="*/ 251274 w 462341"/>
                  <a:gd name="connsiteY7" fmla="*/ 724494 h 788699"/>
                  <a:gd name="connsiteX8" fmla="*/ 221358 w 462341"/>
                  <a:gd name="connsiteY8" fmla="*/ 721774 h 788699"/>
                  <a:gd name="connsiteX9" fmla="*/ 191442 w 462341"/>
                  <a:gd name="connsiteY9" fmla="*/ 721774 h 788699"/>
                  <a:gd name="connsiteX10" fmla="*/ 153366 w 462341"/>
                  <a:gd name="connsiteY10" fmla="*/ 713615 h 788699"/>
                  <a:gd name="connsiteX11" fmla="*/ 104412 w 462341"/>
                  <a:gd name="connsiteY11" fmla="*/ 675540 h 788699"/>
                  <a:gd name="connsiteX12" fmla="*/ 104412 w 462341"/>
                  <a:gd name="connsiteY12" fmla="*/ 689138 h 788699"/>
                  <a:gd name="connsiteX13" fmla="*/ 101693 w 462341"/>
                  <a:gd name="connsiteY13" fmla="*/ 710895 h 788699"/>
                  <a:gd name="connsiteX14" fmla="*/ 85375 w 462341"/>
                  <a:gd name="connsiteY14" fmla="*/ 732653 h 788699"/>
                  <a:gd name="connsiteX15" fmla="*/ 69057 w 462341"/>
                  <a:gd name="connsiteY15" fmla="*/ 727214 h 788699"/>
                  <a:gd name="connsiteX16" fmla="*/ 60898 w 462341"/>
                  <a:gd name="connsiteY16" fmla="*/ 710895 h 788699"/>
                  <a:gd name="connsiteX17" fmla="*/ 58178 w 462341"/>
                  <a:gd name="connsiteY17" fmla="*/ 691858 h 788699"/>
                  <a:gd name="connsiteX18" fmla="*/ 60898 w 462341"/>
                  <a:gd name="connsiteY18" fmla="*/ 664661 h 788699"/>
                  <a:gd name="connsiteX19" fmla="*/ 60898 w 462341"/>
                  <a:gd name="connsiteY19" fmla="*/ 607549 h 788699"/>
                  <a:gd name="connsiteX20" fmla="*/ 63618 w 462341"/>
                  <a:gd name="connsiteY20" fmla="*/ 528679 h 788699"/>
                  <a:gd name="connsiteX21" fmla="*/ 69057 w 462341"/>
                  <a:gd name="connsiteY21" fmla="*/ 504202 h 788699"/>
                  <a:gd name="connsiteX22" fmla="*/ 74496 w 462341"/>
                  <a:gd name="connsiteY22" fmla="*/ 493323 h 788699"/>
                  <a:gd name="connsiteX23" fmla="*/ 82655 w 462341"/>
                  <a:gd name="connsiteY23" fmla="*/ 487884 h 788699"/>
                  <a:gd name="connsiteX24" fmla="*/ 90814 w 462341"/>
                  <a:gd name="connsiteY24" fmla="*/ 493323 h 788699"/>
                  <a:gd name="connsiteX25" fmla="*/ 98973 w 462341"/>
                  <a:gd name="connsiteY25" fmla="*/ 512361 h 788699"/>
                  <a:gd name="connsiteX26" fmla="*/ 101693 w 462341"/>
                  <a:gd name="connsiteY26" fmla="*/ 555875 h 788699"/>
                  <a:gd name="connsiteX27" fmla="*/ 101693 w 462341"/>
                  <a:gd name="connsiteY27" fmla="*/ 596670 h 788699"/>
                  <a:gd name="connsiteX28" fmla="*/ 109852 w 462341"/>
                  <a:gd name="connsiteY28" fmla="*/ 626586 h 788699"/>
                  <a:gd name="connsiteX29" fmla="*/ 128889 w 462341"/>
                  <a:gd name="connsiteY29" fmla="*/ 651063 h 788699"/>
                  <a:gd name="connsiteX30" fmla="*/ 153366 w 462341"/>
                  <a:gd name="connsiteY30" fmla="*/ 670101 h 788699"/>
                  <a:gd name="connsiteX31" fmla="*/ 196881 w 462341"/>
                  <a:gd name="connsiteY31" fmla="*/ 678260 h 788699"/>
                  <a:gd name="connsiteX32" fmla="*/ 221358 w 462341"/>
                  <a:gd name="connsiteY32" fmla="*/ 667381 h 788699"/>
                  <a:gd name="connsiteX33" fmla="*/ 253994 w 462341"/>
                  <a:gd name="connsiteY33" fmla="*/ 659222 h 788699"/>
                  <a:gd name="connsiteX34" fmla="*/ 275751 w 462341"/>
                  <a:gd name="connsiteY34" fmla="*/ 637465 h 788699"/>
                  <a:gd name="connsiteX35" fmla="*/ 281190 w 462341"/>
                  <a:gd name="connsiteY35" fmla="*/ 615708 h 788699"/>
                  <a:gd name="connsiteX36" fmla="*/ 278471 w 462341"/>
                  <a:gd name="connsiteY36" fmla="*/ 602109 h 788699"/>
                  <a:gd name="connsiteX37" fmla="*/ 262153 w 462341"/>
                  <a:gd name="connsiteY37" fmla="*/ 572193 h 788699"/>
                  <a:gd name="connsiteX38" fmla="*/ 245835 w 462341"/>
                  <a:gd name="connsiteY38" fmla="*/ 536838 h 788699"/>
                  <a:gd name="connsiteX39" fmla="*/ 196881 w 462341"/>
                  <a:gd name="connsiteY39" fmla="*/ 477005 h 788699"/>
                  <a:gd name="connsiteX40" fmla="*/ 145207 w 462341"/>
                  <a:gd name="connsiteY40" fmla="*/ 419892 h 788699"/>
                  <a:gd name="connsiteX41" fmla="*/ 93534 w 462341"/>
                  <a:gd name="connsiteY41" fmla="*/ 357340 h 788699"/>
                  <a:gd name="connsiteX42" fmla="*/ 66337 w 462341"/>
                  <a:gd name="connsiteY42" fmla="*/ 283910 h 788699"/>
                  <a:gd name="connsiteX43" fmla="*/ 58178 w 462341"/>
                  <a:gd name="connsiteY43" fmla="*/ 224077 h 788699"/>
                  <a:gd name="connsiteX44" fmla="*/ 82655 w 462341"/>
                  <a:gd name="connsiteY44" fmla="*/ 150647 h 788699"/>
                  <a:gd name="connsiteX45" fmla="*/ 137048 w 462341"/>
                  <a:gd name="connsiteY45" fmla="*/ 96253 h 788699"/>
                  <a:gd name="connsiteX46" fmla="*/ 196881 w 462341"/>
                  <a:gd name="connsiteY46" fmla="*/ 77216 h 788699"/>
                  <a:gd name="connsiteX47" fmla="*/ 232236 w 462341"/>
                  <a:gd name="connsiteY47" fmla="*/ 69057 h 788699"/>
                  <a:gd name="connsiteX48" fmla="*/ 262153 w 462341"/>
                  <a:gd name="connsiteY48" fmla="*/ 74496 h 788699"/>
                  <a:gd name="connsiteX49" fmla="*/ 294789 w 462341"/>
                  <a:gd name="connsiteY49" fmla="*/ 85375 h 788699"/>
                  <a:gd name="connsiteX50" fmla="*/ 327424 w 462341"/>
                  <a:gd name="connsiteY50" fmla="*/ 104412 h 788699"/>
                  <a:gd name="connsiteX51" fmla="*/ 332864 w 462341"/>
                  <a:gd name="connsiteY51" fmla="*/ 74496 h 788699"/>
                  <a:gd name="connsiteX52" fmla="*/ 338303 w 462341"/>
                  <a:gd name="connsiteY52" fmla="*/ 63618 h 788699"/>
                  <a:gd name="connsiteX53" fmla="*/ 349182 w 462341"/>
                  <a:gd name="connsiteY53" fmla="*/ 58178 h 788699"/>
                  <a:gd name="connsiteX54" fmla="*/ 357341 w 462341"/>
                  <a:gd name="connsiteY54" fmla="*/ 63618 h 788699"/>
                  <a:gd name="connsiteX55" fmla="*/ 365500 w 462341"/>
                  <a:gd name="connsiteY55" fmla="*/ 82655 h 788699"/>
                  <a:gd name="connsiteX56" fmla="*/ 368219 w 462341"/>
                  <a:gd name="connsiteY56" fmla="*/ 142488 h 788699"/>
                  <a:gd name="connsiteX57" fmla="*/ 368219 w 462341"/>
                  <a:gd name="connsiteY57" fmla="*/ 188722 h 788699"/>
                  <a:gd name="connsiteX58" fmla="*/ 370939 w 462341"/>
                  <a:gd name="connsiteY58" fmla="*/ 245834 h 788699"/>
                  <a:gd name="connsiteX59" fmla="*/ 354621 w 462341"/>
                  <a:gd name="connsiteY59" fmla="*/ 286629 h 788699"/>
                  <a:gd name="connsiteX60" fmla="*/ 338303 w 462341"/>
                  <a:gd name="connsiteY60" fmla="*/ 281190 h 788699"/>
                  <a:gd name="connsiteX61" fmla="*/ 330144 w 462341"/>
                  <a:gd name="connsiteY61" fmla="*/ 264872 h 788699"/>
                  <a:gd name="connsiteX62" fmla="*/ 327424 w 462341"/>
                  <a:gd name="connsiteY62" fmla="*/ 248554 h 788699"/>
                  <a:gd name="connsiteX63" fmla="*/ 330144 w 462341"/>
                  <a:gd name="connsiteY63" fmla="*/ 221357 h 788699"/>
                  <a:gd name="connsiteX64" fmla="*/ 330144 w 462341"/>
                  <a:gd name="connsiteY64" fmla="*/ 188722 h 788699"/>
                  <a:gd name="connsiteX65" fmla="*/ 327424 w 462341"/>
                  <a:gd name="connsiteY65" fmla="*/ 164245 h 788699"/>
                  <a:gd name="connsiteX66" fmla="*/ 311107 w 462341"/>
                  <a:gd name="connsiteY66" fmla="*/ 134329 h 788699"/>
                  <a:gd name="connsiteX67" fmla="*/ 283910 w 462341"/>
                  <a:gd name="connsiteY67" fmla="*/ 118011 h 788699"/>
                  <a:gd name="connsiteX68" fmla="*/ 251274 w 462341"/>
                  <a:gd name="connsiteY68" fmla="*/ 112571 h 788699"/>
                  <a:gd name="connsiteX69" fmla="*/ 215918 w 462341"/>
                  <a:gd name="connsiteY69" fmla="*/ 123450 h 788699"/>
                  <a:gd name="connsiteX70" fmla="*/ 202320 w 462341"/>
                  <a:gd name="connsiteY70" fmla="*/ 147927 h 788699"/>
                  <a:gd name="connsiteX71" fmla="*/ 188722 w 462341"/>
                  <a:gd name="connsiteY71" fmla="*/ 180563 h 788699"/>
                  <a:gd name="connsiteX72" fmla="*/ 183283 w 462341"/>
                  <a:gd name="connsiteY72" fmla="*/ 210479 h 788699"/>
                  <a:gd name="connsiteX73" fmla="*/ 188722 w 462341"/>
                  <a:gd name="connsiteY73" fmla="*/ 226797 h 788699"/>
                  <a:gd name="connsiteX74" fmla="*/ 188722 w 462341"/>
                  <a:gd name="connsiteY74" fmla="*/ 248554 h 788699"/>
                  <a:gd name="connsiteX75" fmla="*/ 210479 w 462341"/>
                  <a:gd name="connsiteY75" fmla="*/ 273031 h 788699"/>
                  <a:gd name="connsiteX76" fmla="*/ 226797 w 462341"/>
                  <a:gd name="connsiteY76" fmla="*/ 300228 h 788699"/>
                  <a:gd name="connsiteX77" fmla="*/ 256713 w 462341"/>
                  <a:gd name="connsiteY77" fmla="*/ 332864 h 788699"/>
                  <a:gd name="connsiteX78" fmla="*/ 275751 w 462341"/>
                  <a:gd name="connsiteY78" fmla="*/ 351901 h 788699"/>
                  <a:gd name="connsiteX79" fmla="*/ 324705 w 462341"/>
                  <a:gd name="connsiteY79" fmla="*/ 400855 h 788699"/>
                  <a:gd name="connsiteX80" fmla="*/ 343742 w 462341"/>
                  <a:gd name="connsiteY80" fmla="*/ 428051 h 788699"/>
                  <a:gd name="connsiteX81" fmla="*/ 351901 w 462341"/>
                  <a:gd name="connsiteY81" fmla="*/ 433491 h 788699"/>
                  <a:gd name="connsiteX82" fmla="*/ 360060 w 462341"/>
                  <a:gd name="connsiteY82" fmla="*/ 447089 h 788699"/>
                  <a:gd name="connsiteX83" fmla="*/ 384537 w 462341"/>
                  <a:gd name="connsiteY83" fmla="*/ 474286 h 788699"/>
                  <a:gd name="connsiteX84" fmla="*/ 395416 w 462341"/>
                  <a:gd name="connsiteY84" fmla="*/ 506921 h 788699"/>
                  <a:gd name="connsiteX85" fmla="*/ 406295 w 462341"/>
                  <a:gd name="connsiteY85" fmla="*/ 536838 h 788699"/>
                  <a:gd name="connsiteX86" fmla="*/ 409014 w 462341"/>
                  <a:gd name="connsiteY86" fmla="*/ 547716 h 788699"/>
                  <a:gd name="connsiteX87" fmla="*/ 406295 w 462341"/>
                  <a:gd name="connsiteY87" fmla="*/ 569473 h 788699"/>
                  <a:gd name="connsiteX88" fmla="*/ 403575 w 462341"/>
                  <a:gd name="connsiteY88" fmla="*/ 583072 h 788699"/>
                  <a:gd name="connsiteX89" fmla="*/ 403575 w 462341"/>
                  <a:gd name="connsiteY89" fmla="*/ 583072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1" h="788699">
                    <a:moveTo>
                      <a:pt x="403575" y="583072"/>
                    </a:moveTo>
                    <a:cubicBezTo>
                      <a:pt x="403575" y="588511"/>
                      <a:pt x="406295" y="591231"/>
                      <a:pt x="406295" y="596670"/>
                    </a:cubicBezTo>
                    <a:cubicBezTo>
                      <a:pt x="406295" y="602109"/>
                      <a:pt x="403575" y="604829"/>
                      <a:pt x="400855" y="610268"/>
                    </a:cubicBezTo>
                    <a:cubicBezTo>
                      <a:pt x="398136" y="615708"/>
                      <a:pt x="392696" y="621147"/>
                      <a:pt x="389977" y="626586"/>
                    </a:cubicBezTo>
                    <a:cubicBezTo>
                      <a:pt x="381818" y="645624"/>
                      <a:pt x="368219" y="661942"/>
                      <a:pt x="354621" y="675540"/>
                    </a:cubicBezTo>
                    <a:cubicBezTo>
                      <a:pt x="346462" y="683699"/>
                      <a:pt x="338303" y="686419"/>
                      <a:pt x="327424" y="691858"/>
                    </a:cubicBezTo>
                    <a:cubicBezTo>
                      <a:pt x="316546" y="700017"/>
                      <a:pt x="302948" y="708176"/>
                      <a:pt x="292069" y="713615"/>
                    </a:cubicBezTo>
                    <a:cubicBezTo>
                      <a:pt x="281190" y="719054"/>
                      <a:pt x="264872" y="724494"/>
                      <a:pt x="251274" y="724494"/>
                    </a:cubicBezTo>
                    <a:cubicBezTo>
                      <a:pt x="240395" y="724494"/>
                      <a:pt x="229517" y="721774"/>
                      <a:pt x="221358" y="721774"/>
                    </a:cubicBezTo>
                    <a:cubicBezTo>
                      <a:pt x="213199" y="721774"/>
                      <a:pt x="202320" y="721774"/>
                      <a:pt x="191442" y="721774"/>
                    </a:cubicBezTo>
                    <a:cubicBezTo>
                      <a:pt x="172404" y="721774"/>
                      <a:pt x="172404" y="721774"/>
                      <a:pt x="153366" y="713615"/>
                    </a:cubicBezTo>
                    <a:cubicBezTo>
                      <a:pt x="134329" y="708176"/>
                      <a:pt x="118011" y="691858"/>
                      <a:pt x="104412" y="675540"/>
                    </a:cubicBezTo>
                    <a:cubicBezTo>
                      <a:pt x="104412" y="678260"/>
                      <a:pt x="104412" y="680979"/>
                      <a:pt x="104412" y="689138"/>
                    </a:cubicBezTo>
                    <a:cubicBezTo>
                      <a:pt x="104412" y="694578"/>
                      <a:pt x="104412" y="702737"/>
                      <a:pt x="101693" y="710895"/>
                    </a:cubicBezTo>
                    <a:cubicBezTo>
                      <a:pt x="101693" y="721774"/>
                      <a:pt x="96253" y="732653"/>
                      <a:pt x="85375" y="732653"/>
                    </a:cubicBezTo>
                    <a:cubicBezTo>
                      <a:pt x="77216" y="732653"/>
                      <a:pt x="74496" y="729933"/>
                      <a:pt x="69057" y="727214"/>
                    </a:cubicBezTo>
                    <a:cubicBezTo>
                      <a:pt x="63618" y="724494"/>
                      <a:pt x="60898" y="716335"/>
                      <a:pt x="60898" y="710895"/>
                    </a:cubicBezTo>
                    <a:cubicBezTo>
                      <a:pt x="58178" y="702737"/>
                      <a:pt x="58178" y="697297"/>
                      <a:pt x="58178" y="691858"/>
                    </a:cubicBezTo>
                    <a:cubicBezTo>
                      <a:pt x="58178" y="683699"/>
                      <a:pt x="60898" y="678260"/>
                      <a:pt x="60898" y="664661"/>
                    </a:cubicBezTo>
                    <a:cubicBezTo>
                      <a:pt x="60898" y="656502"/>
                      <a:pt x="60898" y="632026"/>
                      <a:pt x="60898" y="607549"/>
                    </a:cubicBezTo>
                    <a:cubicBezTo>
                      <a:pt x="60898" y="574913"/>
                      <a:pt x="60898" y="542277"/>
                      <a:pt x="63618" y="528679"/>
                    </a:cubicBezTo>
                    <a:cubicBezTo>
                      <a:pt x="63618" y="520520"/>
                      <a:pt x="63618" y="509641"/>
                      <a:pt x="69057" y="504202"/>
                    </a:cubicBezTo>
                    <a:cubicBezTo>
                      <a:pt x="71777" y="501482"/>
                      <a:pt x="71777" y="498762"/>
                      <a:pt x="74496" y="493323"/>
                    </a:cubicBezTo>
                    <a:cubicBezTo>
                      <a:pt x="77216" y="490603"/>
                      <a:pt x="79936" y="487884"/>
                      <a:pt x="82655" y="487884"/>
                    </a:cubicBezTo>
                    <a:cubicBezTo>
                      <a:pt x="85375" y="487884"/>
                      <a:pt x="90814" y="490603"/>
                      <a:pt x="90814" y="493323"/>
                    </a:cubicBezTo>
                    <a:cubicBezTo>
                      <a:pt x="93534" y="498762"/>
                      <a:pt x="98973" y="506921"/>
                      <a:pt x="98973" y="512361"/>
                    </a:cubicBezTo>
                    <a:cubicBezTo>
                      <a:pt x="98973" y="520520"/>
                      <a:pt x="101693" y="536838"/>
                      <a:pt x="101693" y="555875"/>
                    </a:cubicBezTo>
                    <a:cubicBezTo>
                      <a:pt x="101693" y="569473"/>
                      <a:pt x="101693" y="583072"/>
                      <a:pt x="101693" y="596670"/>
                    </a:cubicBezTo>
                    <a:cubicBezTo>
                      <a:pt x="101693" y="607549"/>
                      <a:pt x="104412" y="618427"/>
                      <a:pt x="109852" y="626586"/>
                    </a:cubicBezTo>
                    <a:cubicBezTo>
                      <a:pt x="115291" y="637465"/>
                      <a:pt x="123450" y="642904"/>
                      <a:pt x="128889" y="651063"/>
                    </a:cubicBezTo>
                    <a:cubicBezTo>
                      <a:pt x="137048" y="661942"/>
                      <a:pt x="139768" y="667381"/>
                      <a:pt x="153366" y="670101"/>
                    </a:cubicBezTo>
                    <a:cubicBezTo>
                      <a:pt x="161525" y="670101"/>
                      <a:pt x="183283" y="678260"/>
                      <a:pt x="196881" y="678260"/>
                    </a:cubicBezTo>
                    <a:cubicBezTo>
                      <a:pt x="207759" y="678260"/>
                      <a:pt x="210479" y="672820"/>
                      <a:pt x="221358" y="667381"/>
                    </a:cubicBezTo>
                    <a:cubicBezTo>
                      <a:pt x="232236" y="661942"/>
                      <a:pt x="245835" y="664661"/>
                      <a:pt x="253994" y="659222"/>
                    </a:cubicBezTo>
                    <a:cubicBezTo>
                      <a:pt x="262153" y="653783"/>
                      <a:pt x="273031" y="645624"/>
                      <a:pt x="275751" y="637465"/>
                    </a:cubicBezTo>
                    <a:cubicBezTo>
                      <a:pt x="281190" y="629306"/>
                      <a:pt x="281190" y="621147"/>
                      <a:pt x="281190" y="615708"/>
                    </a:cubicBezTo>
                    <a:cubicBezTo>
                      <a:pt x="281190" y="610268"/>
                      <a:pt x="281190" y="607549"/>
                      <a:pt x="278471" y="602109"/>
                    </a:cubicBezTo>
                    <a:cubicBezTo>
                      <a:pt x="275751" y="591231"/>
                      <a:pt x="267592" y="583072"/>
                      <a:pt x="262153" y="572193"/>
                    </a:cubicBezTo>
                    <a:cubicBezTo>
                      <a:pt x="256713" y="561314"/>
                      <a:pt x="253994" y="547716"/>
                      <a:pt x="245835" y="536838"/>
                    </a:cubicBezTo>
                    <a:cubicBezTo>
                      <a:pt x="232236" y="515080"/>
                      <a:pt x="213199" y="498762"/>
                      <a:pt x="196881" y="477005"/>
                    </a:cubicBezTo>
                    <a:cubicBezTo>
                      <a:pt x="180563" y="457968"/>
                      <a:pt x="164245" y="438930"/>
                      <a:pt x="145207" y="419892"/>
                    </a:cubicBezTo>
                    <a:cubicBezTo>
                      <a:pt x="126170" y="400855"/>
                      <a:pt x="109852" y="379098"/>
                      <a:pt x="93534" y="357340"/>
                    </a:cubicBezTo>
                    <a:cubicBezTo>
                      <a:pt x="77216" y="335583"/>
                      <a:pt x="71777" y="308387"/>
                      <a:pt x="66337" y="283910"/>
                    </a:cubicBezTo>
                    <a:cubicBezTo>
                      <a:pt x="63618" y="267592"/>
                      <a:pt x="58178" y="245834"/>
                      <a:pt x="58178" y="224077"/>
                    </a:cubicBezTo>
                    <a:cubicBezTo>
                      <a:pt x="58178" y="194161"/>
                      <a:pt x="69057" y="175123"/>
                      <a:pt x="82655" y="150647"/>
                    </a:cubicBezTo>
                    <a:cubicBezTo>
                      <a:pt x="96253" y="128889"/>
                      <a:pt x="115291" y="109852"/>
                      <a:pt x="137048" y="96253"/>
                    </a:cubicBezTo>
                    <a:cubicBezTo>
                      <a:pt x="158806" y="82655"/>
                      <a:pt x="172404" y="79936"/>
                      <a:pt x="196881" y="77216"/>
                    </a:cubicBezTo>
                    <a:cubicBezTo>
                      <a:pt x="210479" y="77216"/>
                      <a:pt x="215918" y="69057"/>
                      <a:pt x="232236" y="69057"/>
                    </a:cubicBezTo>
                    <a:cubicBezTo>
                      <a:pt x="243115" y="69057"/>
                      <a:pt x="251274" y="71776"/>
                      <a:pt x="262153" y="74496"/>
                    </a:cubicBezTo>
                    <a:cubicBezTo>
                      <a:pt x="273031" y="77216"/>
                      <a:pt x="283910" y="82655"/>
                      <a:pt x="294789" y="85375"/>
                    </a:cubicBezTo>
                    <a:cubicBezTo>
                      <a:pt x="308387" y="90814"/>
                      <a:pt x="319265" y="96253"/>
                      <a:pt x="327424" y="104412"/>
                    </a:cubicBezTo>
                    <a:cubicBezTo>
                      <a:pt x="327424" y="90814"/>
                      <a:pt x="327424" y="79936"/>
                      <a:pt x="332864" y="74496"/>
                    </a:cubicBezTo>
                    <a:cubicBezTo>
                      <a:pt x="335583" y="71776"/>
                      <a:pt x="335583" y="69057"/>
                      <a:pt x="338303" y="63618"/>
                    </a:cubicBezTo>
                    <a:cubicBezTo>
                      <a:pt x="341023" y="60898"/>
                      <a:pt x="346462" y="58178"/>
                      <a:pt x="349182" y="58178"/>
                    </a:cubicBezTo>
                    <a:cubicBezTo>
                      <a:pt x="351901" y="58178"/>
                      <a:pt x="357341" y="60898"/>
                      <a:pt x="357341" y="63618"/>
                    </a:cubicBezTo>
                    <a:cubicBezTo>
                      <a:pt x="360060" y="69057"/>
                      <a:pt x="365500" y="77216"/>
                      <a:pt x="365500" y="82655"/>
                    </a:cubicBezTo>
                    <a:cubicBezTo>
                      <a:pt x="365500" y="90814"/>
                      <a:pt x="368219" y="123450"/>
                      <a:pt x="368219" y="142488"/>
                    </a:cubicBezTo>
                    <a:cubicBezTo>
                      <a:pt x="368219" y="158806"/>
                      <a:pt x="368219" y="177843"/>
                      <a:pt x="368219" y="188722"/>
                    </a:cubicBezTo>
                    <a:cubicBezTo>
                      <a:pt x="368219" y="213199"/>
                      <a:pt x="370939" y="224077"/>
                      <a:pt x="370939" y="245834"/>
                    </a:cubicBezTo>
                    <a:cubicBezTo>
                      <a:pt x="370939" y="256713"/>
                      <a:pt x="370939" y="286629"/>
                      <a:pt x="354621" y="286629"/>
                    </a:cubicBezTo>
                    <a:cubicBezTo>
                      <a:pt x="346462" y="286629"/>
                      <a:pt x="343742" y="283910"/>
                      <a:pt x="338303" y="281190"/>
                    </a:cubicBezTo>
                    <a:cubicBezTo>
                      <a:pt x="332864" y="278470"/>
                      <a:pt x="330144" y="270311"/>
                      <a:pt x="330144" y="264872"/>
                    </a:cubicBezTo>
                    <a:cubicBezTo>
                      <a:pt x="327424" y="256713"/>
                      <a:pt x="327424" y="251274"/>
                      <a:pt x="327424" y="248554"/>
                    </a:cubicBezTo>
                    <a:cubicBezTo>
                      <a:pt x="327424" y="240395"/>
                      <a:pt x="330144" y="234956"/>
                      <a:pt x="330144" y="221357"/>
                    </a:cubicBezTo>
                    <a:cubicBezTo>
                      <a:pt x="330144" y="213199"/>
                      <a:pt x="330144" y="202320"/>
                      <a:pt x="330144" y="188722"/>
                    </a:cubicBezTo>
                    <a:cubicBezTo>
                      <a:pt x="330144" y="180563"/>
                      <a:pt x="327424" y="172404"/>
                      <a:pt x="327424" y="164245"/>
                    </a:cubicBezTo>
                    <a:cubicBezTo>
                      <a:pt x="324705" y="153366"/>
                      <a:pt x="319265" y="142488"/>
                      <a:pt x="311107" y="134329"/>
                    </a:cubicBezTo>
                    <a:cubicBezTo>
                      <a:pt x="302948" y="126170"/>
                      <a:pt x="294789" y="120730"/>
                      <a:pt x="283910" y="118011"/>
                    </a:cubicBezTo>
                    <a:cubicBezTo>
                      <a:pt x="275751" y="115291"/>
                      <a:pt x="262153" y="112571"/>
                      <a:pt x="251274" y="112571"/>
                    </a:cubicBezTo>
                    <a:cubicBezTo>
                      <a:pt x="237676" y="112571"/>
                      <a:pt x="224077" y="115291"/>
                      <a:pt x="215918" y="123450"/>
                    </a:cubicBezTo>
                    <a:cubicBezTo>
                      <a:pt x="207759" y="128889"/>
                      <a:pt x="205040" y="139768"/>
                      <a:pt x="202320" y="147927"/>
                    </a:cubicBezTo>
                    <a:cubicBezTo>
                      <a:pt x="196881" y="158806"/>
                      <a:pt x="191442" y="166964"/>
                      <a:pt x="188722" y="180563"/>
                    </a:cubicBezTo>
                    <a:cubicBezTo>
                      <a:pt x="186002" y="191441"/>
                      <a:pt x="183283" y="199600"/>
                      <a:pt x="183283" y="210479"/>
                    </a:cubicBezTo>
                    <a:cubicBezTo>
                      <a:pt x="183283" y="215918"/>
                      <a:pt x="186002" y="221357"/>
                      <a:pt x="188722" y="226797"/>
                    </a:cubicBezTo>
                    <a:cubicBezTo>
                      <a:pt x="191442" y="234956"/>
                      <a:pt x="188722" y="243115"/>
                      <a:pt x="188722" y="248554"/>
                    </a:cubicBezTo>
                    <a:cubicBezTo>
                      <a:pt x="191442" y="259433"/>
                      <a:pt x="202320" y="264872"/>
                      <a:pt x="210479" y="273031"/>
                    </a:cubicBezTo>
                    <a:cubicBezTo>
                      <a:pt x="218638" y="281190"/>
                      <a:pt x="221358" y="292069"/>
                      <a:pt x="226797" y="300228"/>
                    </a:cubicBezTo>
                    <a:cubicBezTo>
                      <a:pt x="234956" y="311106"/>
                      <a:pt x="245835" y="321985"/>
                      <a:pt x="256713" y="332864"/>
                    </a:cubicBezTo>
                    <a:cubicBezTo>
                      <a:pt x="259433" y="338303"/>
                      <a:pt x="267592" y="343742"/>
                      <a:pt x="275751" y="351901"/>
                    </a:cubicBezTo>
                    <a:cubicBezTo>
                      <a:pt x="292069" y="368219"/>
                      <a:pt x="311107" y="384537"/>
                      <a:pt x="324705" y="400855"/>
                    </a:cubicBezTo>
                    <a:cubicBezTo>
                      <a:pt x="332864" y="409014"/>
                      <a:pt x="335583" y="419892"/>
                      <a:pt x="343742" y="428051"/>
                    </a:cubicBezTo>
                    <a:cubicBezTo>
                      <a:pt x="346462" y="430771"/>
                      <a:pt x="349182" y="430771"/>
                      <a:pt x="351901" y="433491"/>
                    </a:cubicBezTo>
                    <a:cubicBezTo>
                      <a:pt x="354621" y="436210"/>
                      <a:pt x="357341" y="441650"/>
                      <a:pt x="360060" y="447089"/>
                    </a:cubicBezTo>
                    <a:cubicBezTo>
                      <a:pt x="368219" y="455248"/>
                      <a:pt x="376378" y="463407"/>
                      <a:pt x="384537" y="474286"/>
                    </a:cubicBezTo>
                    <a:cubicBezTo>
                      <a:pt x="389977" y="482445"/>
                      <a:pt x="392696" y="496043"/>
                      <a:pt x="395416" y="506921"/>
                    </a:cubicBezTo>
                    <a:cubicBezTo>
                      <a:pt x="400855" y="517800"/>
                      <a:pt x="400855" y="528679"/>
                      <a:pt x="406295" y="536838"/>
                    </a:cubicBezTo>
                    <a:cubicBezTo>
                      <a:pt x="409014" y="539557"/>
                      <a:pt x="409014" y="544997"/>
                      <a:pt x="409014" y="547716"/>
                    </a:cubicBezTo>
                    <a:cubicBezTo>
                      <a:pt x="409014" y="555875"/>
                      <a:pt x="406295" y="561314"/>
                      <a:pt x="406295" y="569473"/>
                    </a:cubicBezTo>
                    <a:cubicBezTo>
                      <a:pt x="406295" y="574913"/>
                      <a:pt x="403575" y="577632"/>
                      <a:pt x="403575" y="583072"/>
                    </a:cubicBezTo>
                    <a:lnTo>
                      <a:pt x="403575" y="583072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37">
                <a:extLst>
                  <a:ext uri="{FF2B5EF4-FFF2-40B4-BE49-F238E27FC236}">
                    <a16:creationId xmlns:a16="http://schemas.microsoft.com/office/drawing/2014/main" id="{B9D536C5-86D8-5443-BD76-E67BE135F4E1}"/>
                  </a:ext>
                </a:extLst>
              </p:cNvPr>
              <p:cNvSpPr/>
              <p:nvPr/>
            </p:nvSpPr>
            <p:spPr>
              <a:xfrm>
                <a:off x="2456032" y="4192158"/>
                <a:ext cx="571128" cy="761503"/>
              </a:xfrm>
              <a:custGeom>
                <a:avLst/>
                <a:gdLst>
                  <a:gd name="connsiteX0" fmla="*/ 512361 w 571128"/>
                  <a:gd name="connsiteY0" fmla="*/ 79936 h 761503"/>
                  <a:gd name="connsiteX1" fmla="*/ 539558 w 571128"/>
                  <a:gd name="connsiteY1" fmla="*/ 96253 h 761503"/>
                  <a:gd name="connsiteX2" fmla="*/ 534118 w 571128"/>
                  <a:gd name="connsiteY2" fmla="*/ 112571 h 761503"/>
                  <a:gd name="connsiteX3" fmla="*/ 523240 w 571128"/>
                  <a:gd name="connsiteY3" fmla="*/ 120730 h 761503"/>
                  <a:gd name="connsiteX4" fmla="*/ 506922 w 571128"/>
                  <a:gd name="connsiteY4" fmla="*/ 123450 h 761503"/>
                  <a:gd name="connsiteX5" fmla="*/ 477006 w 571128"/>
                  <a:gd name="connsiteY5" fmla="*/ 123450 h 761503"/>
                  <a:gd name="connsiteX6" fmla="*/ 479725 w 571128"/>
                  <a:gd name="connsiteY6" fmla="*/ 145207 h 761503"/>
                  <a:gd name="connsiteX7" fmla="*/ 477006 w 571128"/>
                  <a:gd name="connsiteY7" fmla="*/ 180563 h 761503"/>
                  <a:gd name="connsiteX8" fmla="*/ 482445 w 571128"/>
                  <a:gd name="connsiteY8" fmla="*/ 232236 h 761503"/>
                  <a:gd name="connsiteX9" fmla="*/ 485165 w 571128"/>
                  <a:gd name="connsiteY9" fmla="*/ 283910 h 761503"/>
                  <a:gd name="connsiteX10" fmla="*/ 485165 w 571128"/>
                  <a:gd name="connsiteY10" fmla="*/ 327424 h 761503"/>
                  <a:gd name="connsiteX11" fmla="*/ 487884 w 571128"/>
                  <a:gd name="connsiteY11" fmla="*/ 373658 h 761503"/>
                  <a:gd name="connsiteX12" fmla="*/ 485165 w 571128"/>
                  <a:gd name="connsiteY12" fmla="*/ 419892 h 761503"/>
                  <a:gd name="connsiteX13" fmla="*/ 485165 w 571128"/>
                  <a:gd name="connsiteY13" fmla="*/ 463407 h 761503"/>
                  <a:gd name="connsiteX14" fmla="*/ 482445 w 571128"/>
                  <a:gd name="connsiteY14" fmla="*/ 515080 h 761503"/>
                  <a:gd name="connsiteX15" fmla="*/ 482445 w 571128"/>
                  <a:gd name="connsiteY15" fmla="*/ 558595 h 761503"/>
                  <a:gd name="connsiteX16" fmla="*/ 479725 w 571128"/>
                  <a:gd name="connsiteY16" fmla="*/ 602109 h 761503"/>
                  <a:gd name="connsiteX17" fmla="*/ 485165 w 571128"/>
                  <a:gd name="connsiteY17" fmla="*/ 648343 h 761503"/>
                  <a:gd name="connsiteX18" fmla="*/ 474286 w 571128"/>
                  <a:gd name="connsiteY18" fmla="*/ 675540 h 761503"/>
                  <a:gd name="connsiteX19" fmla="*/ 428052 w 571128"/>
                  <a:gd name="connsiteY19" fmla="*/ 691858 h 761503"/>
                  <a:gd name="connsiteX20" fmla="*/ 387257 w 571128"/>
                  <a:gd name="connsiteY20" fmla="*/ 683699 h 761503"/>
                  <a:gd name="connsiteX21" fmla="*/ 351901 w 571128"/>
                  <a:gd name="connsiteY21" fmla="*/ 664661 h 761503"/>
                  <a:gd name="connsiteX22" fmla="*/ 305667 w 571128"/>
                  <a:gd name="connsiteY22" fmla="*/ 596670 h 761503"/>
                  <a:gd name="connsiteX23" fmla="*/ 270312 w 571128"/>
                  <a:gd name="connsiteY23" fmla="*/ 509641 h 761503"/>
                  <a:gd name="connsiteX24" fmla="*/ 251274 w 571128"/>
                  <a:gd name="connsiteY24" fmla="*/ 460687 h 761503"/>
                  <a:gd name="connsiteX25" fmla="*/ 224077 w 571128"/>
                  <a:gd name="connsiteY25" fmla="*/ 381817 h 761503"/>
                  <a:gd name="connsiteX26" fmla="*/ 207759 w 571128"/>
                  <a:gd name="connsiteY26" fmla="*/ 330144 h 761503"/>
                  <a:gd name="connsiteX27" fmla="*/ 191442 w 571128"/>
                  <a:gd name="connsiteY27" fmla="*/ 286629 h 761503"/>
                  <a:gd name="connsiteX28" fmla="*/ 183283 w 571128"/>
                  <a:gd name="connsiteY28" fmla="*/ 278470 h 761503"/>
                  <a:gd name="connsiteX29" fmla="*/ 180563 w 571128"/>
                  <a:gd name="connsiteY29" fmla="*/ 292069 h 761503"/>
                  <a:gd name="connsiteX30" fmla="*/ 180563 w 571128"/>
                  <a:gd name="connsiteY30" fmla="*/ 305667 h 761503"/>
                  <a:gd name="connsiteX31" fmla="*/ 183283 w 571128"/>
                  <a:gd name="connsiteY31" fmla="*/ 354621 h 761503"/>
                  <a:gd name="connsiteX32" fmla="*/ 188722 w 571128"/>
                  <a:gd name="connsiteY32" fmla="*/ 449809 h 761503"/>
                  <a:gd name="connsiteX33" fmla="*/ 188722 w 571128"/>
                  <a:gd name="connsiteY33" fmla="*/ 479725 h 761503"/>
                  <a:gd name="connsiteX34" fmla="*/ 188722 w 571128"/>
                  <a:gd name="connsiteY34" fmla="*/ 542277 h 761503"/>
                  <a:gd name="connsiteX35" fmla="*/ 186002 w 571128"/>
                  <a:gd name="connsiteY35" fmla="*/ 615708 h 761503"/>
                  <a:gd name="connsiteX36" fmla="*/ 186002 w 571128"/>
                  <a:gd name="connsiteY36" fmla="*/ 637465 h 761503"/>
                  <a:gd name="connsiteX37" fmla="*/ 183283 w 571128"/>
                  <a:gd name="connsiteY37" fmla="*/ 664661 h 761503"/>
                  <a:gd name="connsiteX38" fmla="*/ 226797 w 571128"/>
                  <a:gd name="connsiteY38" fmla="*/ 664661 h 761503"/>
                  <a:gd name="connsiteX39" fmla="*/ 253994 w 571128"/>
                  <a:gd name="connsiteY39" fmla="*/ 680979 h 761503"/>
                  <a:gd name="connsiteX40" fmla="*/ 248554 w 571128"/>
                  <a:gd name="connsiteY40" fmla="*/ 697297 h 761503"/>
                  <a:gd name="connsiteX41" fmla="*/ 234956 w 571128"/>
                  <a:gd name="connsiteY41" fmla="*/ 705456 h 761503"/>
                  <a:gd name="connsiteX42" fmla="*/ 218638 w 571128"/>
                  <a:gd name="connsiteY42" fmla="*/ 708176 h 761503"/>
                  <a:gd name="connsiteX43" fmla="*/ 183283 w 571128"/>
                  <a:gd name="connsiteY43" fmla="*/ 708176 h 761503"/>
                  <a:gd name="connsiteX44" fmla="*/ 150647 w 571128"/>
                  <a:gd name="connsiteY44" fmla="*/ 708176 h 761503"/>
                  <a:gd name="connsiteX45" fmla="*/ 107132 w 571128"/>
                  <a:gd name="connsiteY45" fmla="*/ 708176 h 761503"/>
                  <a:gd name="connsiteX46" fmla="*/ 88094 w 571128"/>
                  <a:gd name="connsiteY46" fmla="*/ 708176 h 761503"/>
                  <a:gd name="connsiteX47" fmla="*/ 69057 w 571128"/>
                  <a:gd name="connsiteY47" fmla="*/ 702737 h 761503"/>
                  <a:gd name="connsiteX48" fmla="*/ 58178 w 571128"/>
                  <a:gd name="connsiteY48" fmla="*/ 686419 h 761503"/>
                  <a:gd name="connsiteX49" fmla="*/ 60898 w 571128"/>
                  <a:gd name="connsiteY49" fmla="*/ 678260 h 761503"/>
                  <a:gd name="connsiteX50" fmla="*/ 77216 w 571128"/>
                  <a:gd name="connsiteY50" fmla="*/ 670101 h 761503"/>
                  <a:gd name="connsiteX51" fmla="*/ 120730 w 571128"/>
                  <a:gd name="connsiteY51" fmla="*/ 664661 h 761503"/>
                  <a:gd name="connsiteX52" fmla="*/ 131609 w 571128"/>
                  <a:gd name="connsiteY52" fmla="*/ 664661 h 761503"/>
                  <a:gd name="connsiteX53" fmla="*/ 134329 w 571128"/>
                  <a:gd name="connsiteY53" fmla="*/ 539557 h 761503"/>
                  <a:gd name="connsiteX54" fmla="*/ 134329 w 571128"/>
                  <a:gd name="connsiteY54" fmla="*/ 504202 h 761503"/>
                  <a:gd name="connsiteX55" fmla="*/ 131609 w 571128"/>
                  <a:gd name="connsiteY55" fmla="*/ 376378 h 761503"/>
                  <a:gd name="connsiteX56" fmla="*/ 131609 w 571128"/>
                  <a:gd name="connsiteY56" fmla="*/ 302947 h 761503"/>
                  <a:gd name="connsiteX57" fmla="*/ 134329 w 571128"/>
                  <a:gd name="connsiteY57" fmla="*/ 221357 h 761503"/>
                  <a:gd name="connsiteX58" fmla="*/ 137048 w 571128"/>
                  <a:gd name="connsiteY58" fmla="*/ 123450 h 761503"/>
                  <a:gd name="connsiteX59" fmla="*/ 107132 w 571128"/>
                  <a:gd name="connsiteY59" fmla="*/ 123450 h 761503"/>
                  <a:gd name="connsiteX60" fmla="*/ 88094 w 571128"/>
                  <a:gd name="connsiteY60" fmla="*/ 123450 h 761503"/>
                  <a:gd name="connsiteX61" fmla="*/ 69057 w 571128"/>
                  <a:gd name="connsiteY61" fmla="*/ 118011 h 761503"/>
                  <a:gd name="connsiteX62" fmla="*/ 58178 w 571128"/>
                  <a:gd name="connsiteY62" fmla="*/ 101693 h 761503"/>
                  <a:gd name="connsiteX63" fmla="*/ 60898 w 571128"/>
                  <a:gd name="connsiteY63" fmla="*/ 93534 h 761503"/>
                  <a:gd name="connsiteX64" fmla="*/ 77216 w 571128"/>
                  <a:gd name="connsiteY64" fmla="*/ 85375 h 761503"/>
                  <a:gd name="connsiteX65" fmla="*/ 131609 w 571128"/>
                  <a:gd name="connsiteY65" fmla="*/ 79936 h 761503"/>
                  <a:gd name="connsiteX66" fmla="*/ 161525 w 571128"/>
                  <a:gd name="connsiteY66" fmla="*/ 79936 h 761503"/>
                  <a:gd name="connsiteX67" fmla="*/ 177843 w 571128"/>
                  <a:gd name="connsiteY67" fmla="*/ 66337 h 761503"/>
                  <a:gd name="connsiteX68" fmla="*/ 202320 w 571128"/>
                  <a:gd name="connsiteY68" fmla="*/ 58178 h 761503"/>
                  <a:gd name="connsiteX69" fmla="*/ 234956 w 571128"/>
                  <a:gd name="connsiteY69" fmla="*/ 77216 h 761503"/>
                  <a:gd name="connsiteX70" fmla="*/ 251274 w 571128"/>
                  <a:gd name="connsiteY70" fmla="*/ 107132 h 761503"/>
                  <a:gd name="connsiteX71" fmla="*/ 267592 w 571128"/>
                  <a:gd name="connsiteY71" fmla="*/ 147927 h 761503"/>
                  <a:gd name="connsiteX72" fmla="*/ 281190 w 571128"/>
                  <a:gd name="connsiteY72" fmla="*/ 183282 h 761503"/>
                  <a:gd name="connsiteX73" fmla="*/ 297508 w 571128"/>
                  <a:gd name="connsiteY73" fmla="*/ 224077 h 761503"/>
                  <a:gd name="connsiteX74" fmla="*/ 308387 w 571128"/>
                  <a:gd name="connsiteY74" fmla="*/ 264872 h 761503"/>
                  <a:gd name="connsiteX75" fmla="*/ 319265 w 571128"/>
                  <a:gd name="connsiteY75" fmla="*/ 300228 h 761503"/>
                  <a:gd name="connsiteX76" fmla="*/ 351901 w 571128"/>
                  <a:gd name="connsiteY76" fmla="*/ 379098 h 761503"/>
                  <a:gd name="connsiteX77" fmla="*/ 365500 w 571128"/>
                  <a:gd name="connsiteY77" fmla="*/ 417173 h 761503"/>
                  <a:gd name="connsiteX78" fmla="*/ 379098 w 571128"/>
                  <a:gd name="connsiteY78" fmla="*/ 457968 h 761503"/>
                  <a:gd name="connsiteX79" fmla="*/ 395416 w 571128"/>
                  <a:gd name="connsiteY79" fmla="*/ 496043 h 761503"/>
                  <a:gd name="connsiteX80" fmla="*/ 406295 w 571128"/>
                  <a:gd name="connsiteY80" fmla="*/ 512361 h 761503"/>
                  <a:gd name="connsiteX81" fmla="*/ 411734 w 571128"/>
                  <a:gd name="connsiteY81" fmla="*/ 531398 h 761503"/>
                  <a:gd name="connsiteX82" fmla="*/ 419893 w 571128"/>
                  <a:gd name="connsiteY82" fmla="*/ 558595 h 761503"/>
                  <a:gd name="connsiteX83" fmla="*/ 425332 w 571128"/>
                  <a:gd name="connsiteY83" fmla="*/ 564034 h 761503"/>
                  <a:gd name="connsiteX84" fmla="*/ 430771 w 571128"/>
                  <a:gd name="connsiteY84" fmla="*/ 558595 h 761503"/>
                  <a:gd name="connsiteX85" fmla="*/ 430771 w 571128"/>
                  <a:gd name="connsiteY85" fmla="*/ 550436 h 761503"/>
                  <a:gd name="connsiteX86" fmla="*/ 430771 w 571128"/>
                  <a:gd name="connsiteY86" fmla="*/ 501482 h 761503"/>
                  <a:gd name="connsiteX87" fmla="*/ 430771 w 571128"/>
                  <a:gd name="connsiteY87" fmla="*/ 403575 h 761503"/>
                  <a:gd name="connsiteX88" fmla="*/ 425332 w 571128"/>
                  <a:gd name="connsiteY88" fmla="*/ 313826 h 761503"/>
                  <a:gd name="connsiteX89" fmla="*/ 425332 w 571128"/>
                  <a:gd name="connsiteY89" fmla="*/ 248554 h 761503"/>
                  <a:gd name="connsiteX90" fmla="*/ 425332 w 571128"/>
                  <a:gd name="connsiteY90" fmla="*/ 210479 h 761503"/>
                  <a:gd name="connsiteX91" fmla="*/ 422613 w 571128"/>
                  <a:gd name="connsiteY91" fmla="*/ 153366 h 761503"/>
                  <a:gd name="connsiteX92" fmla="*/ 425332 w 571128"/>
                  <a:gd name="connsiteY92" fmla="*/ 123450 h 761503"/>
                  <a:gd name="connsiteX93" fmla="*/ 398136 w 571128"/>
                  <a:gd name="connsiteY93" fmla="*/ 123450 h 761503"/>
                  <a:gd name="connsiteX94" fmla="*/ 379098 w 571128"/>
                  <a:gd name="connsiteY94" fmla="*/ 123450 h 761503"/>
                  <a:gd name="connsiteX95" fmla="*/ 360060 w 571128"/>
                  <a:gd name="connsiteY95" fmla="*/ 118011 h 761503"/>
                  <a:gd name="connsiteX96" fmla="*/ 349182 w 571128"/>
                  <a:gd name="connsiteY96" fmla="*/ 101693 h 761503"/>
                  <a:gd name="connsiteX97" fmla="*/ 351901 w 571128"/>
                  <a:gd name="connsiteY97" fmla="*/ 93534 h 761503"/>
                  <a:gd name="connsiteX98" fmla="*/ 368219 w 571128"/>
                  <a:gd name="connsiteY98" fmla="*/ 85375 h 761503"/>
                  <a:gd name="connsiteX99" fmla="*/ 422613 w 571128"/>
                  <a:gd name="connsiteY99" fmla="*/ 79936 h 761503"/>
                  <a:gd name="connsiteX100" fmla="*/ 444370 w 571128"/>
                  <a:gd name="connsiteY100" fmla="*/ 79936 h 761503"/>
                  <a:gd name="connsiteX101" fmla="*/ 463407 w 571128"/>
                  <a:gd name="connsiteY101" fmla="*/ 71776 h 761503"/>
                  <a:gd name="connsiteX102" fmla="*/ 477006 w 571128"/>
                  <a:gd name="connsiteY102" fmla="*/ 79936 h 761503"/>
                  <a:gd name="connsiteX103" fmla="*/ 512361 w 571128"/>
                  <a:gd name="connsiteY103" fmla="*/ 79936 h 761503"/>
                  <a:gd name="connsiteX104" fmla="*/ 512361 w 571128"/>
                  <a:gd name="connsiteY104" fmla="*/ 79936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71128" h="761503">
                    <a:moveTo>
                      <a:pt x="512361" y="79936"/>
                    </a:moveTo>
                    <a:cubicBezTo>
                      <a:pt x="520520" y="79936"/>
                      <a:pt x="539558" y="79936"/>
                      <a:pt x="539558" y="96253"/>
                    </a:cubicBezTo>
                    <a:cubicBezTo>
                      <a:pt x="539558" y="104412"/>
                      <a:pt x="539558" y="107132"/>
                      <a:pt x="534118" y="112571"/>
                    </a:cubicBezTo>
                    <a:cubicBezTo>
                      <a:pt x="531399" y="118011"/>
                      <a:pt x="525960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10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5"/>
                      <a:pt x="485165" y="419892"/>
                    </a:cubicBezTo>
                    <a:cubicBezTo>
                      <a:pt x="485165" y="436210"/>
                      <a:pt x="485165" y="449809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9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6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9"/>
                      <a:pt x="444370" y="691858"/>
                      <a:pt x="428052" y="691858"/>
                    </a:cubicBezTo>
                    <a:cubicBezTo>
                      <a:pt x="414454" y="691858"/>
                      <a:pt x="400855" y="689138"/>
                      <a:pt x="387257" y="683699"/>
                    </a:cubicBezTo>
                    <a:cubicBezTo>
                      <a:pt x="373659" y="678260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1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8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9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1"/>
                    </a:cubicBezTo>
                    <a:cubicBezTo>
                      <a:pt x="183283" y="387257"/>
                      <a:pt x="186002" y="417173"/>
                      <a:pt x="188722" y="449809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7"/>
                      <a:pt x="186002" y="632026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7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3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7"/>
                    </a:cubicBezTo>
                    <a:cubicBezTo>
                      <a:pt x="63618" y="700017"/>
                      <a:pt x="58178" y="691858"/>
                      <a:pt x="58178" y="686419"/>
                    </a:cubicBezTo>
                    <a:cubicBezTo>
                      <a:pt x="58178" y="683699"/>
                      <a:pt x="58178" y="680979"/>
                      <a:pt x="60898" y="678260"/>
                    </a:cubicBezTo>
                    <a:cubicBezTo>
                      <a:pt x="63618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7"/>
                      <a:pt x="134329" y="583072"/>
                      <a:pt x="134329" y="539557"/>
                    </a:cubicBezTo>
                    <a:cubicBezTo>
                      <a:pt x="134329" y="528679"/>
                      <a:pt x="134329" y="515080"/>
                      <a:pt x="134329" y="504202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3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8" y="90814"/>
                      <a:pt x="71777" y="88095"/>
                      <a:pt x="77216" y="85375"/>
                    </a:cubicBezTo>
                    <a:cubicBezTo>
                      <a:pt x="90814" y="82655"/>
                      <a:pt x="126170" y="79936"/>
                      <a:pt x="131609" y="79936"/>
                    </a:cubicBezTo>
                    <a:cubicBezTo>
                      <a:pt x="137048" y="79936"/>
                      <a:pt x="147927" y="79936"/>
                      <a:pt x="161525" y="79936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8"/>
                      <a:pt x="234956" y="77216"/>
                    </a:cubicBezTo>
                    <a:cubicBezTo>
                      <a:pt x="240395" y="88095"/>
                      <a:pt x="248554" y="96253"/>
                      <a:pt x="251274" y="107132"/>
                    </a:cubicBezTo>
                    <a:cubicBezTo>
                      <a:pt x="256713" y="120730"/>
                      <a:pt x="259433" y="134329"/>
                      <a:pt x="267592" y="147927"/>
                    </a:cubicBezTo>
                    <a:cubicBezTo>
                      <a:pt x="273031" y="158806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6"/>
                      <a:pt x="305667" y="251274"/>
                      <a:pt x="308387" y="264872"/>
                    </a:cubicBezTo>
                    <a:cubicBezTo>
                      <a:pt x="311107" y="278470"/>
                      <a:pt x="311107" y="289349"/>
                      <a:pt x="319265" y="300228"/>
                    </a:cubicBezTo>
                    <a:cubicBezTo>
                      <a:pt x="332864" y="324704"/>
                      <a:pt x="346462" y="351901"/>
                      <a:pt x="351901" y="379098"/>
                    </a:cubicBezTo>
                    <a:cubicBezTo>
                      <a:pt x="354621" y="392696"/>
                      <a:pt x="360060" y="403575"/>
                      <a:pt x="365500" y="417173"/>
                    </a:cubicBezTo>
                    <a:cubicBezTo>
                      <a:pt x="373659" y="430771"/>
                      <a:pt x="373659" y="444369"/>
                      <a:pt x="379098" y="457968"/>
                    </a:cubicBezTo>
                    <a:cubicBezTo>
                      <a:pt x="381818" y="471566"/>
                      <a:pt x="387257" y="482445"/>
                      <a:pt x="395416" y="496043"/>
                    </a:cubicBezTo>
                    <a:cubicBezTo>
                      <a:pt x="398136" y="501482"/>
                      <a:pt x="403575" y="506921"/>
                      <a:pt x="406295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4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6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5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9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8"/>
                      <a:pt x="422613" y="134329"/>
                      <a:pt x="425332" y="123450"/>
                    </a:cubicBezTo>
                    <a:cubicBezTo>
                      <a:pt x="417173" y="123450"/>
                      <a:pt x="406295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5"/>
                      <a:pt x="368219" y="85375"/>
                    </a:cubicBezTo>
                    <a:cubicBezTo>
                      <a:pt x="381818" y="82655"/>
                      <a:pt x="417173" y="79936"/>
                      <a:pt x="422613" y="79936"/>
                    </a:cubicBezTo>
                    <a:cubicBezTo>
                      <a:pt x="428052" y="79936"/>
                      <a:pt x="433491" y="79936"/>
                      <a:pt x="444370" y="79936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6"/>
                    </a:cubicBezTo>
                    <a:cubicBezTo>
                      <a:pt x="490604" y="82655"/>
                      <a:pt x="504202" y="79936"/>
                      <a:pt x="512361" y="79936"/>
                    </a:cubicBezTo>
                    <a:lnTo>
                      <a:pt x="512361" y="79936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38">
                <a:extLst>
                  <a:ext uri="{FF2B5EF4-FFF2-40B4-BE49-F238E27FC236}">
                    <a16:creationId xmlns:a16="http://schemas.microsoft.com/office/drawing/2014/main" id="{F4FE84A7-24FC-4940-A925-0303F7F13143}"/>
                  </a:ext>
                </a:extLst>
              </p:cNvPr>
              <p:cNvSpPr/>
              <p:nvPr/>
            </p:nvSpPr>
            <p:spPr>
              <a:xfrm>
                <a:off x="2987430" y="4242177"/>
                <a:ext cx="494979" cy="674476"/>
              </a:xfrm>
              <a:custGeom>
                <a:avLst/>
                <a:gdLst>
                  <a:gd name="connsiteX0" fmla="*/ 228453 w 494979"/>
                  <a:gd name="connsiteY0" fmla="*/ 97907 h 674476"/>
                  <a:gd name="connsiteX1" fmla="*/ 212135 w 494979"/>
                  <a:gd name="connsiteY1" fmla="*/ 119665 h 674476"/>
                  <a:gd name="connsiteX2" fmla="*/ 203976 w 494979"/>
                  <a:gd name="connsiteY2" fmla="*/ 152300 h 674476"/>
                  <a:gd name="connsiteX3" fmla="*/ 201256 w 494979"/>
                  <a:gd name="connsiteY3" fmla="*/ 168618 h 674476"/>
                  <a:gd name="connsiteX4" fmla="*/ 198537 w 494979"/>
                  <a:gd name="connsiteY4" fmla="*/ 184936 h 674476"/>
                  <a:gd name="connsiteX5" fmla="*/ 190378 w 494979"/>
                  <a:gd name="connsiteY5" fmla="*/ 220292 h 674476"/>
                  <a:gd name="connsiteX6" fmla="*/ 171340 w 494979"/>
                  <a:gd name="connsiteY6" fmla="*/ 291003 h 674476"/>
                  <a:gd name="connsiteX7" fmla="*/ 163180 w 494979"/>
                  <a:gd name="connsiteY7" fmla="*/ 323639 h 674476"/>
                  <a:gd name="connsiteX8" fmla="*/ 152302 w 494979"/>
                  <a:gd name="connsiteY8" fmla="*/ 361714 h 674476"/>
                  <a:gd name="connsiteX9" fmla="*/ 146862 w 494979"/>
                  <a:gd name="connsiteY9" fmla="*/ 388910 h 674476"/>
                  <a:gd name="connsiteX10" fmla="*/ 152302 w 494979"/>
                  <a:gd name="connsiteY10" fmla="*/ 391630 h 674476"/>
                  <a:gd name="connsiteX11" fmla="*/ 174060 w 494979"/>
                  <a:gd name="connsiteY11" fmla="*/ 391630 h 674476"/>
                  <a:gd name="connsiteX12" fmla="*/ 195817 w 494979"/>
                  <a:gd name="connsiteY12" fmla="*/ 388910 h 674476"/>
                  <a:gd name="connsiteX13" fmla="*/ 214855 w 494979"/>
                  <a:gd name="connsiteY13" fmla="*/ 388910 h 674476"/>
                  <a:gd name="connsiteX14" fmla="*/ 239332 w 494979"/>
                  <a:gd name="connsiteY14" fmla="*/ 388910 h 674476"/>
                  <a:gd name="connsiteX15" fmla="*/ 252930 w 494979"/>
                  <a:gd name="connsiteY15" fmla="*/ 386191 h 674476"/>
                  <a:gd name="connsiteX16" fmla="*/ 261089 w 494979"/>
                  <a:gd name="connsiteY16" fmla="*/ 386191 h 674476"/>
                  <a:gd name="connsiteX17" fmla="*/ 258369 w 494979"/>
                  <a:gd name="connsiteY17" fmla="*/ 367153 h 674476"/>
                  <a:gd name="connsiteX18" fmla="*/ 252930 w 494979"/>
                  <a:gd name="connsiteY18" fmla="*/ 331797 h 674476"/>
                  <a:gd name="connsiteX19" fmla="*/ 250210 w 494979"/>
                  <a:gd name="connsiteY19" fmla="*/ 244769 h 674476"/>
                  <a:gd name="connsiteX20" fmla="*/ 244771 w 494979"/>
                  <a:gd name="connsiteY20" fmla="*/ 203974 h 674476"/>
                  <a:gd name="connsiteX21" fmla="*/ 239332 w 494979"/>
                  <a:gd name="connsiteY21" fmla="*/ 157740 h 674476"/>
                  <a:gd name="connsiteX22" fmla="*/ 236612 w 494979"/>
                  <a:gd name="connsiteY22" fmla="*/ 119665 h 674476"/>
                  <a:gd name="connsiteX23" fmla="*/ 228453 w 494979"/>
                  <a:gd name="connsiteY23" fmla="*/ 97907 h 674476"/>
                  <a:gd name="connsiteX24" fmla="*/ 274687 w 494979"/>
                  <a:gd name="connsiteY24" fmla="*/ 0 h 674476"/>
                  <a:gd name="connsiteX25" fmla="*/ 304603 w 494979"/>
                  <a:gd name="connsiteY25" fmla="*/ 5439 h 674476"/>
                  <a:gd name="connsiteX26" fmla="*/ 320921 w 494979"/>
                  <a:gd name="connsiteY26" fmla="*/ 24477 h 674476"/>
                  <a:gd name="connsiteX27" fmla="*/ 334519 w 494979"/>
                  <a:gd name="connsiteY27" fmla="*/ 43515 h 674476"/>
                  <a:gd name="connsiteX28" fmla="*/ 339959 w 494979"/>
                  <a:gd name="connsiteY28" fmla="*/ 65272 h 674476"/>
                  <a:gd name="connsiteX29" fmla="*/ 348118 w 494979"/>
                  <a:gd name="connsiteY29" fmla="*/ 114226 h 674476"/>
                  <a:gd name="connsiteX30" fmla="*/ 361716 w 494979"/>
                  <a:gd name="connsiteY30" fmla="*/ 163180 h 674476"/>
                  <a:gd name="connsiteX31" fmla="*/ 369875 w 494979"/>
                  <a:gd name="connsiteY31" fmla="*/ 220293 h 674476"/>
                  <a:gd name="connsiteX32" fmla="*/ 378034 w 494979"/>
                  <a:gd name="connsiteY32" fmla="*/ 274686 h 674476"/>
                  <a:gd name="connsiteX33" fmla="*/ 383473 w 494979"/>
                  <a:gd name="connsiteY33" fmla="*/ 301883 h 674476"/>
                  <a:gd name="connsiteX34" fmla="*/ 391632 w 494979"/>
                  <a:gd name="connsiteY34" fmla="*/ 337238 h 674476"/>
                  <a:gd name="connsiteX35" fmla="*/ 397071 w 494979"/>
                  <a:gd name="connsiteY35" fmla="*/ 364435 h 674476"/>
                  <a:gd name="connsiteX36" fmla="*/ 405230 w 494979"/>
                  <a:gd name="connsiteY36" fmla="*/ 383473 h 674476"/>
                  <a:gd name="connsiteX37" fmla="*/ 416109 w 494979"/>
                  <a:gd name="connsiteY37" fmla="*/ 386192 h 674476"/>
                  <a:gd name="connsiteX38" fmla="*/ 426988 w 494979"/>
                  <a:gd name="connsiteY38" fmla="*/ 386192 h 674476"/>
                  <a:gd name="connsiteX39" fmla="*/ 454184 w 494979"/>
                  <a:gd name="connsiteY39" fmla="*/ 397071 h 674476"/>
                  <a:gd name="connsiteX40" fmla="*/ 456904 w 494979"/>
                  <a:gd name="connsiteY40" fmla="*/ 405230 h 674476"/>
                  <a:gd name="connsiteX41" fmla="*/ 451465 w 494979"/>
                  <a:gd name="connsiteY41" fmla="*/ 416108 h 674476"/>
                  <a:gd name="connsiteX42" fmla="*/ 432427 w 494979"/>
                  <a:gd name="connsiteY42" fmla="*/ 429707 h 674476"/>
                  <a:gd name="connsiteX43" fmla="*/ 421548 w 494979"/>
                  <a:gd name="connsiteY43" fmla="*/ 432426 h 674476"/>
                  <a:gd name="connsiteX44" fmla="*/ 413389 w 494979"/>
                  <a:gd name="connsiteY44" fmla="*/ 435146 h 674476"/>
                  <a:gd name="connsiteX45" fmla="*/ 413389 w 494979"/>
                  <a:gd name="connsiteY45" fmla="*/ 440585 h 674476"/>
                  <a:gd name="connsiteX46" fmla="*/ 416109 w 494979"/>
                  <a:gd name="connsiteY46" fmla="*/ 451464 h 674476"/>
                  <a:gd name="connsiteX47" fmla="*/ 418829 w 494979"/>
                  <a:gd name="connsiteY47" fmla="*/ 465062 h 674476"/>
                  <a:gd name="connsiteX48" fmla="*/ 418829 w 494979"/>
                  <a:gd name="connsiteY48" fmla="*/ 475941 h 674476"/>
                  <a:gd name="connsiteX49" fmla="*/ 418829 w 494979"/>
                  <a:gd name="connsiteY49" fmla="*/ 486820 h 674476"/>
                  <a:gd name="connsiteX50" fmla="*/ 426988 w 494979"/>
                  <a:gd name="connsiteY50" fmla="*/ 516736 h 674476"/>
                  <a:gd name="connsiteX51" fmla="*/ 432427 w 494979"/>
                  <a:gd name="connsiteY51" fmla="*/ 543932 h 674476"/>
                  <a:gd name="connsiteX52" fmla="*/ 437866 w 494979"/>
                  <a:gd name="connsiteY52" fmla="*/ 573848 h 674476"/>
                  <a:gd name="connsiteX53" fmla="*/ 443306 w 494979"/>
                  <a:gd name="connsiteY53" fmla="*/ 606484 h 674476"/>
                  <a:gd name="connsiteX54" fmla="*/ 446025 w 494979"/>
                  <a:gd name="connsiteY54" fmla="*/ 617363 h 674476"/>
                  <a:gd name="connsiteX55" fmla="*/ 470502 w 494979"/>
                  <a:gd name="connsiteY55" fmla="*/ 617363 h 674476"/>
                  <a:gd name="connsiteX56" fmla="*/ 494979 w 494979"/>
                  <a:gd name="connsiteY56" fmla="*/ 641840 h 674476"/>
                  <a:gd name="connsiteX57" fmla="*/ 486820 w 494979"/>
                  <a:gd name="connsiteY57" fmla="*/ 655438 h 674476"/>
                  <a:gd name="connsiteX58" fmla="*/ 470502 w 494979"/>
                  <a:gd name="connsiteY58" fmla="*/ 663597 h 674476"/>
                  <a:gd name="connsiteX59" fmla="*/ 446025 w 494979"/>
                  <a:gd name="connsiteY59" fmla="*/ 666317 h 674476"/>
                  <a:gd name="connsiteX60" fmla="*/ 424268 w 494979"/>
                  <a:gd name="connsiteY60" fmla="*/ 666317 h 674476"/>
                  <a:gd name="connsiteX61" fmla="*/ 416109 w 494979"/>
                  <a:gd name="connsiteY61" fmla="*/ 666317 h 674476"/>
                  <a:gd name="connsiteX62" fmla="*/ 402511 w 494979"/>
                  <a:gd name="connsiteY62" fmla="*/ 671756 h 674476"/>
                  <a:gd name="connsiteX63" fmla="*/ 386193 w 494979"/>
                  <a:gd name="connsiteY63" fmla="*/ 674476 h 674476"/>
                  <a:gd name="connsiteX64" fmla="*/ 350837 w 494979"/>
                  <a:gd name="connsiteY64" fmla="*/ 669036 h 674476"/>
                  <a:gd name="connsiteX65" fmla="*/ 329080 w 494979"/>
                  <a:gd name="connsiteY65" fmla="*/ 669036 h 674476"/>
                  <a:gd name="connsiteX66" fmla="*/ 280126 w 494979"/>
                  <a:gd name="connsiteY66" fmla="*/ 669036 h 674476"/>
                  <a:gd name="connsiteX67" fmla="*/ 255649 w 494979"/>
                  <a:gd name="connsiteY67" fmla="*/ 663597 h 674476"/>
                  <a:gd name="connsiteX68" fmla="*/ 239331 w 494979"/>
                  <a:gd name="connsiteY68" fmla="*/ 647279 h 674476"/>
                  <a:gd name="connsiteX69" fmla="*/ 263808 w 494979"/>
                  <a:gd name="connsiteY69" fmla="*/ 630961 h 674476"/>
                  <a:gd name="connsiteX70" fmla="*/ 291005 w 494979"/>
                  <a:gd name="connsiteY70" fmla="*/ 628241 h 674476"/>
                  <a:gd name="connsiteX71" fmla="*/ 288285 w 494979"/>
                  <a:gd name="connsiteY71" fmla="*/ 609204 h 674476"/>
                  <a:gd name="connsiteX72" fmla="*/ 285565 w 494979"/>
                  <a:gd name="connsiteY72" fmla="*/ 582007 h 674476"/>
                  <a:gd name="connsiteX73" fmla="*/ 282846 w 494979"/>
                  <a:gd name="connsiteY73" fmla="*/ 568409 h 674476"/>
                  <a:gd name="connsiteX74" fmla="*/ 285565 w 494979"/>
                  <a:gd name="connsiteY74" fmla="*/ 554811 h 674476"/>
                  <a:gd name="connsiteX75" fmla="*/ 280126 w 494979"/>
                  <a:gd name="connsiteY75" fmla="*/ 538493 h 674476"/>
                  <a:gd name="connsiteX76" fmla="*/ 274687 w 494979"/>
                  <a:gd name="connsiteY76" fmla="*/ 505857 h 674476"/>
                  <a:gd name="connsiteX77" fmla="*/ 271967 w 494979"/>
                  <a:gd name="connsiteY77" fmla="*/ 478660 h 674476"/>
                  <a:gd name="connsiteX78" fmla="*/ 269247 w 494979"/>
                  <a:gd name="connsiteY78" fmla="*/ 446025 h 674476"/>
                  <a:gd name="connsiteX79" fmla="*/ 263808 w 494979"/>
                  <a:gd name="connsiteY79" fmla="*/ 437866 h 674476"/>
                  <a:gd name="connsiteX80" fmla="*/ 252929 w 494979"/>
                  <a:gd name="connsiteY80" fmla="*/ 437866 h 674476"/>
                  <a:gd name="connsiteX81" fmla="*/ 223013 w 494979"/>
                  <a:gd name="connsiteY81" fmla="*/ 440585 h 674476"/>
                  <a:gd name="connsiteX82" fmla="*/ 193097 w 494979"/>
                  <a:gd name="connsiteY82" fmla="*/ 443305 h 674476"/>
                  <a:gd name="connsiteX83" fmla="*/ 168620 w 494979"/>
                  <a:gd name="connsiteY83" fmla="*/ 443305 h 674476"/>
                  <a:gd name="connsiteX84" fmla="*/ 146862 w 494979"/>
                  <a:gd name="connsiteY84" fmla="*/ 440585 h 674476"/>
                  <a:gd name="connsiteX85" fmla="*/ 138703 w 494979"/>
                  <a:gd name="connsiteY85" fmla="*/ 454184 h 674476"/>
                  <a:gd name="connsiteX86" fmla="*/ 133263 w 494979"/>
                  <a:gd name="connsiteY86" fmla="*/ 486820 h 674476"/>
                  <a:gd name="connsiteX87" fmla="*/ 122385 w 494979"/>
                  <a:gd name="connsiteY87" fmla="*/ 541213 h 674476"/>
                  <a:gd name="connsiteX88" fmla="*/ 106067 w 494979"/>
                  <a:gd name="connsiteY88" fmla="*/ 614643 h 674476"/>
                  <a:gd name="connsiteX89" fmla="*/ 135983 w 494979"/>
                  <a:gd name="connsiteY89" fmla="*/ 614643 h 674476"/>
                  <a:gd name="connsiteX90" fmla="*/ 171340 w 494979"/>
                  <a:gd name="connsiteY90" fmla="*/ 630961 h 674476"/>
                  <a:gd name="connsiteX91" fmla="*/ 165900 w 494979"/>
                  <a:gd name="connsiteY91" fmla="*/ 647279 h 674476"/>
                  <a:gd name="connsiteX92" fmla="*/ 149581 w 494979"/>
                  <a:gd name="connsiteY92" fmla="*/ 655438 h 674476"/>
                  <a:gd name="connsiteX93" fmla="*/ 127824 w 494979"/>
                  <a:gd name="connsiteY93" fmla="*/ 658158 h 674476"/>
                  <a:gd name="connsiteX94" fmla="*/ 106067 w 494979"/>
                  <a:gd name="connsiteY94" fmla="*/ 658158 h 674476"/>
                  <a:gd name="connsiteX95" fmla="*/ 62552 w 494979"/>
                  <a:gd name="connsiteY95" fmla="*/ 658158 h 674476"/>
                  <a:gd name="connsiteX96" fmla="*/ 40795 w 494979"/>
                  <a:gd name="connsiteY96" fmla="*/ 658158 h 674476"/>
                  <a:gd name="connsiteX97" fmla="*/ 16318 w 494979"/>
                  <a:gd name="connsiteY97" fmla="*/ 652718 h 674476"/>
                  <a:gd name="connsiteX98" fmla="*/ 0 w 494979"/>
                  <a:gd name="connsiteY98" fmla="*/ 636401 h 674476"/>
                  <a:gd name="connsiteX99" fmla="*/ 2720 w 494979"/>
                  <a:gd name="connsiteY99" fmla="*/ 628241 h 674476"/>
                  <a:gd name="connsiteX100" fmla="*/ 24477 w 494979"/>
                  <a:gd name="connsiteY100" fmla="*/ 620082 h 674476"/>
                  <a:gd name="connsiteX101" fmla="*/ 62552 w 494979"/>
                  <a:gd name="connsiteY101" fmla="*/ 617363 h 674476"/>
                  <a:gd name="connsiteX102" fmla="*/ 62552 w 494979"/>
                  <a:gd name="connsiteY102" fmla="*/ 614643 h 674476"/>
                  <a:gd name="connsiteX103" fmla="*/ 65272 w 494979"/>
                  <a:gd name="connsiteY103" fmla="*/ 587447 h 674476"/>
                  <a:gd name="connsiteX104" fmla="*/ 76151 w 494979"/>
                  <a:gd name="connsiteY104" fmla="*/ 522175 h 674476"/>
                  <a:gd name="connsiteX105" fmla="*/ 87029 w 494979"/>
                  <a:gd name="connsiteY105" fmla="*/ 470501 h 674476"/>
                  <a:gd name="connsiteX106" fmla="*/ 92469 w 494979"/>
                  <a:gd name="connsiteY106" fmla="*/ 446025 h 674476"/>
                  <a:gd name="connsiteX107" fmla="*/ 65272 w 494979"/>
                  <a:gd name="connsiteY107" fmla="*/ 432426 h 674476"/>
                  <a:gd name="connsiteX108" fmla="*/ 54393 w 494979"/>
                  <a:gd name="connsiteY108" fmla="*/ 421548 h 674476"/>
                  <a:gd name="connsiteX109" fmla="*/ 73431 w 494979"/>
                  <a:gd name="connsiteY109" fmla="*/ 407949 h 674476"/>
                  <a:gd name="connsiteX110" fmla="*/ 100628 w 494979"/>
                  <a:gd name="connsiteY110" fmla="*/ 399790 h 674476"/>
                  <a:gd name="connsiteX111" fmla="*/ 108787 w 494979"/>
                  <a:gd name="connsiteY111" fmla="*/ 369874 h 674476"/>
                  <a:gd name="connsiteX112" fmla="*/ 125105 w 494979"/>
                  <a:gd name="connsiteY112" fmla="*/ 307322 h 674476"/>
                  <a:gd name="connsiteX113" fmla="*/ 141423 w 494979"/>
                  <a:gd name="connsiteY113" fmla="*/ 242051 h 674476"/>
                  <a:gd name="connsiteX114" fmla="*/ 155021 w 494979"/>
                  <a:gd name="connsiteY114" fmla="*/ 179498 h 674476"/>
                  <a:gd name="connsiteX115" fmla="*/ 168620 w 494979"/>
                  <a:gd name="connsiteY115" fmla="*/ 119665 h 674476"/>
                  <a:gd name="connsiteX116" fmla="*/ 193097 w 494979"/>
                  <a:gd name="connsiteY116" fmla="*/ 57113 h 674476"/>
                  <a:gd name="connsiteX117" fmla="*/ 201256 w 494979"/>
                  <a:gd name="connsiteY117" fmla="*/ 38075 h 674476"/>
                  <a:gd name="connsiteX118" fmla="*/ 217574 w 494979"/>
                  <a:gd name="connsiteY118" fmla="*/ 13598 h 674476"/>
                  <a:gd name="connsiteX119" fmla="*/ 274687 w 49497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4979" h="674476">
                    <a:moveTo>
                      <a:pt x="228453" y="97907"/>
                    </a:moveTo>
                    <a:cubicBezTo>
                      <a:pt x="220294" y="97907"/>
                      <a:pt x="212135" y="114225"/>
                      <a:pt x="212135" y="119665"/>
                    </a:cubicBezTo>
                    <a:cubicBezTo>
                      <a:pt x="209415" y="130543"/>
                      <a:pt x="206696" y="144141"/>
                      <a:pt x="203976" y="152300"/>
                    </a:cubicBezTo>
                    <a:cubicBezTo>
                      <a:pt x="201256" y="157740"/>
                      <a:pt x="201256" y="163179"/>
                      <a:pt x="201256" y="168618"/>
                    </a:cubicBezTo>
                    <a:cubicBezTo>
                      <a:pt x="201256" y="174058"/>
                      <a:pt x="198537" y="179497"/>
                      <a:pt x="198537" y="184936"/>
                    </a:cubicBezTo>
                    <a:cubicBezTo>
                      <a:pt x="195817" y="195815"/>
                      <a:pt x="193097" y="209413"/>
                      <a:pt x="190378" y="220292"/>
                    </a:cubicBezTo>
                    <a:cubicBezTo>
                      <a:pt x="187658" y="244769"/>
                      <a:pt x="179499" y="269246"/>
                      <a:pt x="171340" y="291003"/>
                    </a:cubicBezTo>
                    <a:cubicBezTo>
                      <a:pt x="168620" y="301881"/>
                      <a:pt x="165900" y="312760"/>
                      <a:pt x="163180" y="323639"/>
                    </a:cubicBezTo>
                    <a:cubicBezTo>
                      <a:pt x="160461" y="337237"/>
                      <a:pt x="157741" y="348115"/>
                      <a:pt x="152302" y="361714"/>
                    </a:cubicBezTo>
                    <a:cubicBezTo>
                      <a:pt x="149582" y="367153"/>
                      <a:pt x="146862" y="383471"/>
                      <a:pt x="146862" y="388910"/>
                    </a:cubicBezTo>
                    <a:cubicBezTo>
                      <a:pt x="146862" y="391630"/>
                      <a:pt x="149582" y="391630"/>
                      <a:pt x="152302" y="391630"/>
                    </a:cubicBezTo>
                    <a:cubicBezTo>
                      <a:pt x="157741" y="391630"/>
                      <a:pt x="171340" y="391630"/>
                      <a:pt x="174060" y="391630"/>
                    </a:cubicBezTo>
                    <a:cubicBezTo>
                      <a:pt x="182219" y="391630"/>
                      <a:pt x="190378" y="391630"/>
                      <a:pt x="195817" y="388910"/>
                    </a:cubicBezTo>
                    <a:cubicBezTo>
                      <a:pt x="201256" y="388910"/>
                      <a:pt x="206696" y="388910"/>
                      <a:pt x="214855" y="388910"/>
                    </a:cubicBezTo>
                    <a:cubicBezTo>
                      <a:pt x="220294" y="388910"/>
                      <a:pt x="228453" y="388910"/>
                      <a:pt x="239332" y="388910"/>
                    </a:cubicBezTo>
                    <a:cubicBezTo>
                      <a:pt x="244771" y="388910"/>
                      <a:pt x="250210" y="388910"/>
                      <a:pt x="252930" y="386191"/>
                    </a:cubicBezTo>
                    <a:cubicBezTo>
                      <a:pt x="258369" y="391630"/>
                      <a:pt x="261089" y="388910"/>
                      <a:pt x="261089" y="386191"/>
                    </a:cubicBezTo>
                    <a:cubicBezTo>
                      <a:pt x="261089" y="380751"/>
                      <a:pt x="258369" y="372592"/>
                      <a:pt x="258369" y="367153"/>
                    </a:cubicBezTo>
                    <a:cubicBezTo>
                      <a:pt x="255650" y="353555"/>
                      <a:pt x="252930" y="342676"/>
                      <a:pt x="252930" y="331797"/>
                    </a:cubicBezTo>
                    <a:cubicBezTo>
                      <a:pt x="252930" y="301881"/>
                      <a:pt x="252930" y="274685"/>
                      <a:pt x="250210" y="244769"/>
                    </a:cubicBezTo>
                    <a:cubicBezTo>
                      <a:pt x="250210" y="231170"/>
                      <a:pt x="247491" y="217572"/>
                      <a:pt x="244771" y="203974"/>
                    </a:cubicBezTo>
                    <a:cubicBezTo>
                      <a:pt x="242051" y="187656"/>
                      <a:pt x="239332" y="174058"/>
                      <a:pt x="239332" y="157740"/>
                    </a:cubicBezTo>
                    <a:cubicBezTo>
                      <a:pt x="239332" y="152300"/>
                      <a:pt x="239332" y="133263"/>
                      <a:pt x="236612" y="119665"/>
                    </a:cubicBezTo>
                    <a:cubicBezTo>
                      <a:pt x="236612" y="106066"/>
                      <a:pt x="233892" y="97907"/>
                      <a:pt x="22845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2" y="10879"/>
                      <a:pt x="315482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2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5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8661" y="625522"/>
                      <a:pt x="492259" y="630961"/>
                      <a:pt x="494979" y="641840"/>
                    </a:cubicBezTo>
                    <a:cubicBezTo>
                      <a:pt x="494979" y="647279"/>
                      <a:pt x="489540" y="649999"/>
                      <a:pt x="486820" y="655438"/>
                    </a:cubicBezTo>
                    <a:cubicBezTo>
                      <a:pt x="484100" y="660877"/>
                      <a:pt x="475942" y="663597"/>
                      <a:pt x="470502" y="663597"/>
                    </a:cubicBezTo>
                    <a:cubicBezTo>
                      <a:pt x="459623" y="666317"/>
                      <a:pt x="454184" y="666317"/>
                      <a:pt x="446025" y="666317"/>
                    </a:cubicBezTo>
                    <a:cubicBezTo>
                      <a:pt x="440586" y="666317"/>
                      <a:pt x="432427" y="666317"/>
                      <a:pt x="424268" y="666317"/>
                    </a:cubicBezTo>
                    <a:cubicBezTo>
                      <a:pt x="421548" y="666317"/>
                      <a:pt x="418829" y="666317"/>
                      <a:pt x="416109" y="666317"/>
                    </a:cubicBezTo>
                    <a:cubicBezTo>
                      <a:pt x="410670" y="669036"/>
                      <a:pt x="407950" y="669036"/>
                      <a:pt x="402511" y="671756"/>
                    </a:cubicBezTo>
                    <a:cubicBezTo>
                      <a:pt x="397071" y="671756"/>
                      <a:pt x="391632" y="674476"/>
                      <a:pt x="386193" y="674476"/>
                    </a:cubicBezTo>
                    <a:cubicBezTo>
                      <a:pt x="375314" y="674476"/>
                      <a:pt x="361716" y="671756"/>
                      <a:pt x="350837" y="669036"/>
                    </a:cubicBezTo>
                    <a:cubicBezTo>
                      <a:pt x="342678" y="669036"/>
                      <a:pt x="334519" y="669036"/>
                      <a:pt x="329080" y="669036"/>
                    </a:cubicBezTo>
                    <a:cubicBezTo>
                      <a:pt x="307323" y="669036"/>
                      <a:pt x="288285" y="669036"/>
                      <a:pt x="280126" y="669036"/>
                    </a:cubicBezTo>
                    <a:cubicBezTo>
                      <a:pt x="271967" y="669036"/>
                      <a:pt x="261088" y="669036"/>
                      <a:pt x="255649" y="663597"/>
                    </a:cubicBezTo>
                    <a:cubicBezTo>
                      <a:pt x="250210" y="660877"/>
                      <a:pt x="239331" y="655438"/>
                      <a:pt x="239331" y="647279"/>
                    </a:cubicBezTo>
                    <a:cubicBezTo>
                      <a:pt x="239331" y="636401"/>
                      <a:pt x="255649" y="633681"/>
                      <a:pt x="263808" y="630961"/>
                    </a:cubicBezTo>
                    <a:cubicBezTo>
                      <a:pt x="269247" y="630961"/>
                      <a:pt x="277406" y="630961"/>
                      <a:pt x="291005" y="628241"/>
                    </a:cubicBezTo>
                    <a:cubicBezTo>
                      <a:pt x="291005" y="620082"/>
                      <a:pt x="291005" y="614643"/>
                      <a:pt x="288285" y="609204"/>
                    </a:cubicBezTo>
                    <a:cubicBezTo>
                      <a:pt x="288285" y="601045"/>
                      <a:pt x="285565" y="590166"/>
                      <a:pt x="285565" y="582007"/>
                    </a:cubicBezTo>
                    <a:cubicBezTo>
                      <a:pt x="285565" y="576568"/>
                      <a:pt x="282846" y="573848"/>
                      <a:pt x="282846" y="568409"/>
                    </a:cubicBezTo>
                    <a:cubicBezTo>
                      <a:pt x="282846" y="562970"/>
                      <a:pt x="285565" y="557531"/>
                      <a:pt x="285565" y="554811"/>
                    </a:cubicBezTo>
                    <a:cubicBezTo>
                      <a:pt x="285565" y="549371"/>
                      <a:pt x="282846" y="546652"/>
                      <a:pt x="280126" y="538493"/>
                    </a:cubicBezTo>
                    <a:cubicBezTo>
                      <a:pt x="280126" y="527614"/>
                      <a:pt x="274687" y="516736"/>
                      <a:pt x="274687" y="505857"/>
                    </a:cubicBezTo>
                    <a:cubicBezTo>
                      <a:pt x="274687" y="494978"/>
                      <a:pt x="274687" y="486820"/>
                      <a:pt x="271967" y="478660"/>
                    </a:cubicBezTo>
                    <a:cubicBezTo>
                      <a:pt x="269247" y="467782"/>
                      <a:pt x="269247" y="456903"/>
                      <a:pt x="269247" y="446025"/>
                    </a:cubicBezTo>
                    <a:cubicBezTo>
                      <a:pt x="269247" y="440585"/>
                      <a:pt x="266528" y="437866"/>
                      <a:pt x="263808" y="437866"/>
                    </a:cubicBezTo>
                    <a:cubicBezTo>
                      <a:pt x="261088" y="437866"/>
                      <a:pt x="258369" y="437866"/>
                      <a:pt x="252929" y="437866"/>
                    </a:cubicBezTo>
                    <a:cubicBezTo>
                      <a:pt x="242051" y="437866"/>
                      <a:pt x="231172" y="437866"/>
                      <a:pt x="223013" y="440585"/>
                    </a:cubicBezTo>
                    <a:cubicBezTo>
                      <a:pt x="212135" y="440585"/>
                      <a:pt x="203976" y="443305"/>
                      <a:pt x="193097" y="443305"/>
                    </a:cubicBezTo>
                    <a:cubicBezTo>
                      <a:pt x="184938" y="443305"/>
                      <a:pt x="176779" y="443305"/>
                      <a:pt x="168620" y="443305"/>
                    </a:cubicBezTo>
                    <a:cubicBezTo>
                      <a:pt x="165900" y="443305"/>
                      <a:pt x="155021" y="440585"/>
                      <a:pt x="146862" y="440585"/>
                    </a:cubicBezTo>
                    <a:cubicBezTo>
                      <a:pt x="138703" y="440585"/>
                      <a:pt x="138703" y="448744"/>
                      <a:pt x="138703" y="454184"/>
                    </a:cubicBezTo>
                    <a:cubicBezTo>
                      <a:pt x="138703" y="465062"/>
                      <a:pt x="135983" y="475941"/>
                      <a:pt x="133263" y="486820"/>
                    </a:cubicBezTo>
                    <a:cubicBezTo>
                      <a:pt x="130544" y="505857"/>
                      <a:pt x="125105" y="522175"/>
                      <a:pt x="122385" y="541213"/>
                    </a:cubicBezTo>
                    <a:cubicBezTo>
                      <a:pt x="119665" y="560250"/>
                      <a:pt x="111506" y="595606"/>
                      <a:pt x="106067" y="614643"/>
                    </a:cubicBezTo>
                    <a:cubicBezTo>
                      <a:pt x="114226" y="614643"/>
                      <a:pt x="125105" y="614643"/>
                      <a:pt x="135983" y="614643"/>
                    </a:cubicBezTo>
                    <a:cubicBezTo>
                      <a:pt x="149581" y="614643"/>
                      <a:pt x="171340" y="614643"/>
                      <a:pt x="171340" y="630961"/>
                    </a:cubicBezTo>
                    <a:cubicBezTo>
                      <a:pt x="171340" y="639120"/>
                      <a:pt x="168620" y="639120"/>
                      <a:pt x="165900" y="647279"/>
                    </a:cubicBezTo>
                    <a:cubicBezTo>
                      <a:pt x="163181" y="652718"/>
                      <a:pt x="155021" y="655438"/>
                      <a:pt x="149581" y="655438"/>
                    </a:cubicBezTo>
                    <a:cubicBezTo>
                      <a:pt x="141423" y="658158"/>
                      <a:pt x="135983" y="658158"/>
                      <a:pt x="127824" y="658158"/>
                    </a:cubicBezTo>
                    <a:cubicBezTo>
                      <a:pt x="122385" y="658158"/>
                      <a:pt x="116946" y="658158"/>
                      <a:pt x="106067" y="658158"/>
                    </a:cubicBezTo>
                    <a:cubicBezTo>
                      <a:pt x="92469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9" y="451464"/>
                      <a:pt x="92469" y="446025"/>
                    </a:cubicBezTo>
                    <a:cubicBezTo>
                      <a:pt x="92469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9" y="405230"/>
                      <a:pt x="100628" y="399790"/>
                    </a:cubicBezTo>
                    <a:cubicBezTo>
                      <a:pt x="106067" y="394351"/>
                      <a:pt x="106067" y="378033"/>
                      <a:pt x="108787" y="369874"/>
                    </a:cubicBezTo>
                    <a:cubicBezTo>
                      <a:pt x="114226" y="348117"/>
                      <a:pt x="119665" y="326360"/>
                      <a:pt x="125105" y="307322"/>
                    </a:cubicBezTo>
                    <a:cubicBezTo>
                      <a:pt x="130544" y="285565"/>
                      <a:pt x="135983" y="263808"/>
                      <a:pt x="141423" y="242051"/>
                    </a:cubicBezTo>
                    <a:cubicBezTo>
                      <a:pt x="146862" y="220293"/>
                      <a:pt x="152301" y="198536"/>
                      <a:pt x="155021" y="179498"/>
                    </a:cubicBezTo>
                    <a:cubicBezTo>
                      <a:pt x="157740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39">
                <a:extLst>
                  <a:ext uri="{FF2B5EF4-FFF2-40B4-BE49-F238E27FC236}">
                    <a16:creationId xmlns:a16="http://schemas.microsoft.com/office/drawing/2014/main" id="{2A6F97ED-3098-D24A-AB3F-57F3BA330786}"/>
                  </a:ext>
                </a:extLst>
              </p:cNvPr>
              <p:cNvSpPr/>
              <p:nvPr/>
            </p:nvSpPr>
            <p:spPr>
              <a:xfrm>
                <a:off x="3443268" y="4186718"/>
                <a:ext cx="435145" cy="761503"/>
              </a:xfrm>
              <a:custGeom>
                <a:avLst/>
                <a:gdLst>
                  <a:gd name="connsiteX0" fmla="*/ 400855 w 435145"/>
                  <a:gd name="connsiteY0" fmla="*/ 678260 h 761503"/>
                  <a:gd name="connsiteX1" fmla="*/ 384537 w 435145"/>
                  <a:gd name="connsiteY1" fmla="*/ 719054 h 761503"/>
                  <a:gd name="connsiteX2" fmla="*/ 368219 w 435145"/>
                  <a:gd name="connsiteY2" fmla="*/ 713615 h 761503"/>
                  <a:gd name="connsiteX3" fmla="*/ 360060 w 435145"/>
                  <a:gd name="connsiteY3" fmla="*/ 697297 h 761503"/>
                  <a:gd name="connsiteX4" fmla="*/ 360060 w 435145"/>
                  <a:gd name="connsiteY4" fmla="*/ 651063 h 761503"/>
                  <a:gd name="connsiteX5" fmla="*/ 332864 w 435145"/>
                  <a:gd name="connsiteY5" fmla="*/ 686418 h 761503"/>
                  <a:gd name="connsiteX6" fmla="*/ 251274 w 435145"/>
                  <a:gd name="connsiteY6" fmla="*/ 721774 h 761503"/>
                  <a:gd name="connsiteX7" fmla="*/ 229517 w 435145"/>
                  <a:gd name="connsiteY7" fmla="*/ 719054 h 761503"/>
                  <a:gd name="connsiteX8" fmla="*/ 158806 w 435145"/>
                  <a:gd name="connsiteY8" fmla="*/ 694578 h 761503"/>
                  <a:gd name="connsiteX9" fmla="*/ 112571 w 435145"/>
                  <a:gd name="connsiteY9" fmla="*/ 659222 h 761503"/>
                  <a:gd name="connsiteX10" fmla="*/ 79936 w 435145"/>
                  <a:gd name="connsiteY10" fmla="*/ 607548 h 761503"/>
                  <a:gd name="connsiteX11" fmla="*/ 63618 w 435145"/>
                  <a:gd name="connsiteY11" fmla="*/ 542277 h 761503"/>
                  <a:gd name="connsiteX12" fmla="*/ 58178 w 435145"/>
                  <a:gd name="connsiteY12" fmla="*/ 471566 h 761503"/>
                  <a:gd name="connsiteX13" fmla="*/ 60898 w 435145"/>
                  <a:gd name="connsiteY13" fmla="*/ 400855 h 761503"/>
                  <a:gd name="connsiteX14" fmla="*/ 66337 w 435145"/>
                  <a:gd name="connsiteY14" fmla="*/ 335583 h 761503"/>
                  <a:gd name="connsiteX15" fmla="*/ 85375 w 435145"/>
                  <a:gd name="connsiteY15" fmla="*/ 267592 h 761503"/>
                  <a:gd name="connsiteX16" fmla="*/ 109852 w 435145"/>
                  <a:gd name="connsiteY16" fmla="*/ 199600 h 761503"/>
                  <a:gd name="connsiteX17" fmla="*/ 145207 w 435145"/>
                  <a:gd name="connsiteY17" fmla="*/ 145207 h 761503"/>
                  <a:gd name="connsiteX18" fmla="*/ 188722 w 435145"/>
                  <a:gd name="connsiteY18" fmla="*/ 96253 h 761503"/>
                  <a:gd name="connsiteX19" fmla="*/ 243115 w 435145"/>
                  <a:gd name="connsiteY19" fmla="*/ 71776 h 761503"/>
                  <a:gd name="connsiteX20" fmla="*/ 286630 w 435145"/>
                  <a:gd name="connsiteY20" fmla="*/ 63617 h 761503"/>
                  <a:gd name="connsiteX21" fmla="*/ 305667 w 435145"/>
                  <a:gd name="connsiteY21" fmla="*/ 66337 h 761503"/>
                  <a:gd name="connsiteX22" fmla="*/ 324705 w 435145"/>
                  <a:gd name="connsiteY22" fmla="*/ 79936 h 761503"/>
                  <a:gd name="connsiteX23" fmla="*/ 341023 w 435145"/>
                  <a:gd name="connsiteY23" fmla="*/ 101693 h 761503"/>
                  <a:gd name="connsiteX24" fmla="*/ 354621 w 435145"/>
                  <a:gd name="connsiteY24" fmla="*/ 123450 h 761503"/>
                  <a:gd name="connsiteX25" fmla="*/ 354621 w 435145"/>
                  <a:gd name="connsiteY25" fmla="*/ 98973 h 761503"/>
                  <a:gd name="connsiteX26" fmla="*/ 360060 w 435145"/>
                  <a:gd name="connsiteY26" fmla="*/ 74496 h 761503"/>
                  <a:gd name="connsiteX27" fmla="*/ 365500 w 435145"/>
                  <a:gd name="connsiteY27" fmla="*/ 63617 h 761503"/>
                  <a:gd name="connsiteX28" fmla="*/ 373659 w 435145"/>
                  <a:gd name="connsiteY28" fmla="*/ 58178 h 761503"/>
                  <a:gd name="connsiteX29" fmla="*/ 381818 w 435145"/>
                  <a:gd name="connsiteY29" fmla="*/ 63617 h 761503"/>
                  <a:gd name="connsiteX30" fmla="*/ 389977 w 435145"/>
                  <a:gd name="connsiteY30" fmla="*/ 82655 h 761503"/>
                  <a:gd name="connsiteX31" fmla="*/ 392696 w 435145"/>
                  <a:gd name="connsiteY31" fmla="*/ 126170 h 761503"/>
                  <a:gd name="connsiteX32" fmla="*/ 395416 w 435145"/>
                  <a:gd name="connsiteY32" fmla="*/ 186002 h 761503"/>
                  <a:gd name="connsiteX33" fmla="*/ 398136 w 435145"/>
                  <a:gd name="connsiteY33" fmla="*/ 237675 h 761503"/>
                  <a:gd name="connsiteX34" fmla="*/ 398136 w 435145"/>
                  <a:gd name="connsiteY34" fmla="*/ 243115 h 761503"/>
                  <a:gd name="connsiteX35" fmla="*/ 395416 w 435145"/>
                  <a:gd name="connsiteY35" fmla="*/ 256713 h 761503"/>
                  <a:gd name="connsiteX36" fmla="*/ 379098 w 435145"/>
                  <a:gd name="connsiteY36" fmla="*/ 278470 h 761503"/>
                  <a:gd name="connsiteX37" fmla="*/ 362780 w 435145"/>
                  <a:gd name="connsiteY37" fmla="*/ 273031 h 761503"/>
                  <a:gd name="connsiteX38" fmla="*/ 354621 w 435145"/>
                  <a:gd name="connsiteY38" fmla="*/ 256713 h 761503"/>
                  <a:gd name="connsiteX39" fmla="*/ 354621 w 435145"/>
                  <a:gd name="connsiteY39" fmla="*/ 213198 h 761503"/>
                  <a:gd name="connsiteX40" fmla="*/ 354621 w 435145"/>
                  <a:gd name="connsiteY40" fmla="*/ 205040 h 761503"/>
                  <a:gd name="connsiteX41" fmla="*/ 338303 w 435145"/>
                  <a:gd name="connsiteY41" fmla="*/ 147927 h 761503"/>
                  <a:gd name="connsiteX42" fmla="*/ 292069 w 435145"/>
                  <a:gd name="connsiteY42" fmla="*/ 107132 h 761503"/>
                  <a:gd name="connsiteX43" fmla="*/ 262153 w 435145"/>
                  <a:gd name="connsiteY43" fmla="*/ 120730 h 761503"/>
                  <a:gd name="connsiteX44" fmla="*/ 251274 w 435145"/>
                  <a:gd name="connsiteY44" fmla="*/ 131609 h 761503"/>
                  <a:gd name="connsiteX45" fmla="*/ 240395 w 435145"/>
                  <a:gd name="connsiteY45" fmla="*/ 139768 h 761503"/>
                  <a:gd name="connsiteX46" fmla="*/ 237676 w 435145"/>
                  <a:gd name="connsiteY46" fmla="*/ 164245 h 761503"/>
                  <a:gd name="connsiteX47" fmla="*/ 226797 w 435145"/>
                  <a:gd name="connsiteY47" fmla="*/ 196881 h 761503"/>
                  <a:gd name="connsiteX48" fmla="*/ 213199 w 435145"/>
                  <a:gd name="connsiteY48" fmla="*/ 259433 h 761503"/>
                  <a:gd name="connsiteX49" fmla="*/ 207759 w 435145"/>
                  <a:gd name="connsiteY49" fmla="*/ 324704 h 761503"/>
                  <a:gd name="connsiteX50" fmla="*/ 207759 w 435145"/>
                  <a:gd name="connsiteY50" fmla="*/ 335583 h 761503"/>
                  <a:gd name="connsiteX51" fmla="*/ 205040 w 435145"/>
                  <a:gd name="connsiteY51" fmla="*/ 349181 h 761503"/>
                  <a:gd name="connsiteX52" fmla="*/ 207759 w 435145"/>
                  <a:gd name="connsiteY52" fmla="*/ 368219 h 761503"/>
                  <a:gd name="connsiteX53" fmla="*/ 207759 w 435145"/>
                  <a:gd name="connsiteY53" fmla="*/ 376378 h 761503"/>
                  <a:gd name="connsiteX54" fmla="*/ 205040 w 435145"/>
                  <a:gd name="connsiteY54" fmla="*/ 387256 h 761503"/>
                  <a:gd name="connsiteX55" fmla="*/ 205040 w 435145"/>
                  <a:gd name="connsiteY55" fmla="*/ 395415 h 761503"/>
                  <a:gd name="connsiteX56" fmla="*/ 205040 w 435145"/>
                  <a:gd name="connsiteY56" fmla="*/ 406294 h 761503"/>
                  <a:gd name="connsiteX57" fmla="*/ 205040 w 435145"/>
                  <a:gd name="connsiteY57" fmla="*/ 425332 h 761503"/>
                  <a:gd name="connsiteX58" fmla="*/ 213199 w 435145"/>
                  <a:gd name="connsiteY58" fmla="*/ 493323 h 761503"/>
                  <a:gd name="connsiteX59" fmla="*/ 221358 w 435145"/>
                  <a:gd name="connsiteY59" fmla="*/ 561314 h 761503"/>
                  <a:gd name="connsiteX60" fmla="*/ 226797 w 435145"/>
                  <a:gd name="connsiteY60" fmla="*/ 591231 h 761503"/>
                  <a:gd name="connsiteX61" fmla="*/ 240395 w 435145"/>
                  <a:gd name="connsiteY61" fmla="*/ 618427 h 761503"/>
                  <a:gd name="connsiteX62" fmla="*/ 283910 w 435145"/>
                  <a:gd name="connsiteY62" fmla="*/ 651063 h 761503"/>
                  <a:gd name="connsiteX63" fmla="*/ 338303 w 435145"/>
                  <a:gd name="connsiteY63" fmla="*/ 612988 h 761503"/>
                  <a:gd name="connsiteX64" fmla="*/ 354621 w 435145"/>
                  <a:gd name="connsiteY64" fmla="*/ 577632 h 761503"/>
                  <a:gd name="connsiteX65" fmla="*/ 357341 w 435145"/>
                  <a:gd name="connsiteY65" fmla="*/ 509641 h 761503"/>
                  <a:gd name="connsiteX66" fmla="*/ 362780 w 435145"/>
                  <a:gd name="connsiteY66" fmla="*/ 485164 h 761503"/>
                  <a:gd name="connsiteX67" fmla="*/ 368219 w 435145"/>
                  <a:gd name="connsiteY67" fmla="*/ 474286 h 761503"/>
                  <a:gd name="connsiteX68" fmla="*/ 376378 w 435145"/>
                  <a:gd name="connsiteY68" fmla="*/ 468846 h 761503"/>
                  <a:gd name="connsiteX69" fmla="*/ 384537 w 435145"/>
                  <a:gd name="connsiteY69" fmla="*/ 474286 h 761503"/>
                  <a:gd name="connsiteX70" fmla="*/ 392696 w 435145"/>
                  <a:gd name="connsiteY70" fmla="*/ 493323 h 761503"/>
                  <a:gd name="connsiteX71" fmla="*/ 395416 w 435145"/>
                  <a:gd name="connsiteY71" fmla="*/ 558595 h 761503"/>
                  <a:gd name="connsiteX72" fmla="*/ 398136 w 435145"/>
                  <a:gd name="connsiteY72" fmla="*/ 618427 h 761503"/>
                  <a:gd name="connsiteX73" fmla="*/ 400855 w 435145"/>
                  <a:gd name="connsiteY73" fmla="*/ 67826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435145" h="761503">
                    <a:moveTo>
                      <a:pt x="400855" y="678260"/>
                    </a:moveTo>
                    <a:cubicBezTo>
                      <a:pt x="400855" y="689138"/>
                      <a:pt x="400855" y="719054"/>
                      <a:pt x="384537" y="719054"/>
                    </a:cubicBezTo>
                    <a:cubicBezTo>
                      <a:pt x="376378" y="719054"/>
                      <a:pt x="373659" y="716335"/>
                      <a:pt x="368219" y="713615"/>
                    </a:cubicBezTo>
                    <a:cubicBezTo>
                      <a:pt x="362780" y="710895"/>
                      <a:pt x="360060" y="702736"/>
                      <a:pt x="360060" y="697297"/>
                    </a:cubicBezTo>
                    <a:cubicBezTo>
                      <a:pt x="357341" y="680979"/>
                      <a:pt x="357341" y="664661"/>
                      <a:pt x="360060" y="651063"/>
                    </a:cubicBezTo>
                    <a:cubicBezTo>
                      <a:pt x="354621" y="659222"/>
                      <a:pt x="341023" y="678260"/>
                      <a:pt x="332864" y="686418"/>
                    </a:cubicBezTo>
                    <a:cubicBezTo>
                      <a:pt x="311107" y="708176"/>
                      <a:pt x="283910" y="721774"/>
                      <a:pt x="251274" y="721774"/>
                    </a:cubicBezTo>
                    <a:cubicBezTo>
                      <a:pt x="243115" y="721774"/>
                      <a:pt x="237676" y="721774"/>
                      <a:pt x="229517" y="719054"/>
                    </a:cubicBezTo>
                    <a:cubicBezTo>
                      <a:pt x="207759" y="716335"/>
                      <a:pt x="183283" y="708176"/>
                      <a:pt x="158806" y="694578"/>
                    </a:cubicBezTo>
                    <a:cubicBezTo>
                      <a:pt x="142488" y="686418"/>
                      <a:pt x="126170" y="672820"/>
                      <a:pt x="112571" y="659222"/>
                    </a:cubicBezTo>
                    <a:cubicBezTo>
                      <a:pt x="98973" y="642904"/>
                      <a:pt x="88095" y="626586"/>
                      <a:pt x="79936" y="607548"/>
                    </a:cubicBezTo>
                    <a:cubicBezTo>
                      <a:pt x="71777" y="585791"/>
                      <a:pt x="66337" y="566754"/>
                      <a:pt x="63618" y="542277"/>
                    </a:cubicBezTo>
                    <a:cubicBezTo>
                      <a:pt x="60898" y="517800"/>
                      <a:pt x="58178" y="493323"/>
                      <a:pt x="58178" y="471566"/>
                    </a:cubicBezTo>
                    <a:cubicBezTo>
                      <a:pt x="58178" y="447089"/>
                      <a:pt x="58178" y="425332"/>
                      <a:pt x="60898" y="400855"/>
                    </a:cubicBezTo>
                    <a:cubicBezTo>
                      <a:pt x="63618" y="379098"/>
                      <a:pt x="60898" y="357340"/>
                      <a:pt x="66337" y="335583"/>
                    </a:cubicBezTo>
                    <a:cubicBezTo>
                      <a:pt x="69057" y="313826"/>
                      <a:pt x="77216" y="289349"/>
                      <a:pt x="85375" y="267592"/>
                    </a:cubicBezTo>
                    <a:cubicBezTo>
                      <a:pt x="93534" y="243115"/>
                      <a:pt x="98973" y="221357"/>
                      <a:pt x="109852" y="199600"/>
                    </a:cubicBezTo>
                    <a:cubicBezTo>
                      <a:pt x="118011" y="177843"/>
                      <a:pt x="131609" y="161525"/>
                      <a:pt x="145207" y="145207"/>
                    </a:cubicBezTo>
                    <a:cubicBezTo>
                      <a:pt x="158806" y="128889"/>
                      <a:pt x="172404" y="109852"/>
                      <a:pt x="188722" y="96253"/>
                    </a:cubicBezTo>
                    <a:cubicBezTo>
                      <a:pt x="205040" y="82655"/>
                      <a:pt x="224077" y="77216"/>
                      <a:pt x="243115" y="71776"/>
                    </a:cubicBezTo>
                    <a:cubicBezTo>
                      <a:pt x="256713" y="69057"/>
                      <a:pt x="273031" y="63617"/>
                      <a:pt x="286630" y="63617"/>
                    </a:cubicBezTo>
                    <a:cubicBezTo>
                      <a:pt x="292069" y="63617"/>
                      <a:pt x="297508" y="63617"/>
                      <a:pt x="305667" y="66337"/>
                    </a:cubicBezTo>
                    <a:cubicBezTo>
                      <a:pt x="313826" y="69057"/>
                      <a:pt x="319266" y="74496"/>
                      <a:pt x="324705" y="79936"/>
                    </a:cubicBezTo>
                    <a:cubicBezTo>
                      <a:pt x="332864" y="85375"/>
                      <a:pt x="332864" y="93534"/>
                      <a:pt x="341023" y="101693"/>
                    </a:cubicBezTo>
                    <a:cubicBezTo>
                      <a:pt x="346462" y="107132"/>
                      <a:pt x="349182" y="118011"/>
                      <a:pt x="354621" y="123450"/>
                    </a:cubicBezTo>
                    <a:cubicBezTo>
                      <a:pt x="354621" y="115291"/>
                      <a:pt x="354621" y="101693"/>
                      <a:pt x="354621" y="98973"/>
                    </a:cubicBezTo>
                    <a:cubicBezTo>
                      <a:pt x="354621" y="90814"/>
                      <a:pt x="354621" y="79936"/>
                      <a:pt x="360060" y="74496"/>
                    </a:cubicBezTo>
                    <a:cubicBezTo>
                      <a:pt x="362780" y="71776"/>
                      <a:pt x="362780" y="69057"/>
                      <a:pt x="365500" y="63617"/>
                    </a:cubicBezTo>
                    <a:cubicBezTo>
                      <a:pt x="368219" y="60898"/>
                      <a:pt x="370939" y="58178"/>
                      <a:pt x="373659" y="58178"/>
                    </a:cubicBezTo>
                    <a:cubicBezTo>
                      <a:pt x="376378" y="58178"/>
                      <a:pt x="379098" y="60898"/>
                      <a:pt x="381818" y="63617"/>
                    </a:cubicBezTo>
                    <a:cubicBezTo>
                      <a:pt x="384537" y="69057"/>
                      <a:pt x="387257" y="77216"/>
                      <a:pt x="389977" y="82655"/>
                    </a:cubicBezTo>
                    <a:cubicBezTo>
                      <a:pt x="389977" y="90814"/>
                      <a:pt x="392696" y="107132"/>
                      <a:pt x="392696" y="126170"/>
                    </a:cubicBezTo>
                    <a:cubicBezTo>
                      <a:pt x="392696" y="150647"/>
                      <a:pt x="392696" y="177843"/>
                      <a:pt x="395416" y="186002"/>
                    </a:cubicBezTo>
                    <a:cubicBezTo>
                      <a:pt x="398136" y="205040"/>
                      <a:pt x="398136" y="215918"/>
                      <a:pt x="398136" y="237675"/>
                    </a:cubicBezTo>
                    <a:cubicBezTo>
                      <a:pt x="398136" y="240395"/>
                      <a:pt x="398136" y="243115"/>
                      <a:pt x="398136" y="243115"/>
                    </a:cubicBezTo>
                    <a:cubicBezTo>
                      <a:pt x="398136" y="248554"/>
                      <a:pt x="398136" y="251274"/>
                      <a:pt x="395416" y="256713"/>
                    </a:cubicBezTo>
                    <a:cubicBezTo>
                      <a:pt x="392696" y="267592"/>
                      <a:pt x="389977" y="278470"/>
                      <a:pt x="379098" y="278470"/>
                    </a:cubicBezTo>
                    <a:cubicBezTo>
                      <a:pt x="370939" y="278470"/>
                      <a:pt x="368219" y="275751"/>
                      <a:pt x="362780" y="273031"/>
                    </a:cubicBezTo>
                    <a:cubicBezTo>
                      <a:pt x="357341" y="270311"/>
                      <a:pt x="354621" y="262152"/>
                      <a:pt x="354621" y="256713"/>
                    </a:cubicBezTo>
                    <a:cubicBezTo>
                      <a:pt x="349182" y="237675"/>
                      <a:pt x="354621" y="232236"/>
                      <a:pt x="354621" y="213198"/>
                    </a:cubicBezTo>
                    <a:cubicBezTo>
                      <a:pt x="354621" y="210479"/>
                      <a:pt x="354621" y="207759"/>
                      <a:pt x="354621" y="205040"/>
                    </a:cubicBezTo>
                    <a:cubicBezTo>
                      <a:pt x="349182" y="186002"/>
                      <a:pt x="343742" y="169684"/>
                      <a:pt x="338303" y="147927"/>
                    </a:cubicBezTo>
                    <a:cubicBezTo>
                      <a:pt x="332864" y="131609"/>
                      <a:pt x="311107" y="107132"/>
                      <a:pt x="292069" y="107132"/>
                    </a:cubicBezTo>
                    <a:cubicBezTo>
                      <a:pt x="281190" y="107132"/>
                      <a:pt x="270312" y="115291"/>
                      <a:pt x="262153" y="120730"/>
                    </a:cubicBezTo>
                    <a:cubicBezTo>
                      <a:pt x="259433" y="123450"/>
                      <a:pt x="256713" y="126170"/>
                      <a:pt x="251274" y="131609"/>
                    </a:cubicBezTo>
                    <a:cubicBezTo>
                      <a:pt x="248554" y="134329"/>
                      <a:pt x="243115" y="137048"/>
                      <a:pt x="240395" y="139768"/>
                    </a:cubicBezTo>
                    <a:cubicBezTo>
                      <a:pt x="237676" y="145207"/>
                      <a:pt x="240395" y="156086"/>
                      <a:pt x="237676" y="164245"/>
                    </a:cubicBezTo>
                    <a:cubicBezTo>
                      <a:pt x="232236" y="175123"/>
                      <a:pt x="229517" y="186002"/>
                      <a:pt x="226797" y="196881"/>
                    </a:cubicBezTo>
                    <a:cubicBezTo>
                      <a:pt x="221358" y="218638"/>
                      <a:pt x="218638" y="237675"/>
                      <a:pt x="213199" y="259433"/>
                    </a:cubicBezTo>
                    <a:cubicBezTo>
                      <a:pt x="210479" y="281190"/>
                      <a:pt x="207759" y="302947"/>
                      <a:pt x="207759" y="324704"/>
                    </a:cubicBezTo>
                    <a:cubicBezTo>
                      <a:pt x="207759" y="327424"/>
                      <a:pt x="207759" y="332863"/>
                      <a:pt x="207759" y="335583"/>
                    </a:cubicBezTo>
                    <a:cubicBezTo>
                      <a:pt x="207759" y="341022"/>
                      <a:pt x="205040" y="343742"/>
                      <a:pt x="205040" y="349181"/>
                    </a:cubicBezTo>
                    <a:cubicBezTo>
                      <a:pt x="205040" y="354621"/>
                      <a:pt x="207759" y="362779"/>
                      <a:pt x="207759" y="368219"/>
                    </a:cubicBezTo>
                    <a:cubicBezTo>
                      <a:pt x="207759" y="370939"/>
                      <a:pt x="207759" y="373658"/>
                      <a:pt x="207759" y="376378"/>
                    </a:cubicBezTo>
                    <a:cubicBezTo>
                      <a:pt x="205040" y="381817"/>
                      <a:pt x="205040" y="384537"/>
                      <a:pt x="205040" y="387256"/>
                    </a:cubicBezTo>
                    <a:cubicBezTo>
                      <a:pt x="205040" y="389976"/>
                      <a:pt x="205040" y="392696"/>
                      <a:pt x="205040" y="395415"/>
                    </a:cubicBezTo>
                    <a:cubicBezTo>
                      <a:pt x="205040" y="398135"/>
                      <a:pt x="205040" y="403574"/>
                      <a:pt x="205040" y="406294"/>
                    </a:cubicBezTo>
                    <a:cubicBezTo>
                      <a:pt x="205040" y="411733"/>
                      <a:pt x="205040" y="417173"/>
                      <a:pt x="205040" y="425332"/>
                    </a:cubicBezTo>
                    <a:cubicBezTo>
                      <a:pt x="205040" y="449809"/>
                      <a:pt x="213199" y="471566"/>
                      <a:pt x="213199" y="493323"/>
                    </a:cubicBezTo>
                    <a:cubicBezTo>
                      <a:pt x="213199" y="517800"/>
                      <a:pt x="215919" y="539557"/>
                      <a:pt x="221358" y="561314"/>
                    </a:cubicBezTo>
                    <a:cubicBezTo>
                      <a:pt x="224077" y="572193"/>
                      <a:pt x="224077" y="580352"/>
                      <a:pt x="226797" y="591231"/>
                    </a:cubicBezTo>
                    <a:cubicBezTo>
                      <a:pt x="229517" y="599390"/>
                      <a:pt x="237676" y="607548"/>
                      <a:pt x="240395" y="618427"/>
                    </a:cubicBezTo>
                    <a:cubicBezTo>
                      <a:pt x="248554" y="637465"/>
                      <a:pt x="262153" y="651063"/>
                      <a:pt x="283910" y="651063"/>
                    </a:cubicBezTo>
                    <a:cubicBezTo>
                      <a:pt x="302948" y="651063"/>
                      <a:pt x="330144" y="629306"/>
                      <a:pt x="338303" y="612988"/>
                    </a:cubicBezTo>
                    <a:cubicBezTo>
                      <a:pt x="346462" y="599390"/>
                      <a:pt x="351901" y="591231"/>
                      <a:pt x="354621" y="577632"/>
                    </a:cubicBezTo>
                    <a:cubicBezTo>
                      <a:pt x="354621" y="550436"/>
                      <a:pt x="354621" y="517800"/>
                      <a:pt x="357341" y="509641"/>
                    </a:cubicBezTo>
                    <a:cubicBezTo>
                      <a:pt x="357341" y="501482"/>
                      <a:pt x="357341" y="490603"/>
                      <a:pt x="362780" y="485164"/>
                    </a:cubicBezTo>
                    <a:cubicBezTo>
                      <a:pt x="365500" y="482444"/>
                      <a:pt x="365500" y="479725"/>
                      <a:pt x="368219" y="474286"/>
                    </a:cubicBezTo>
                    <a:cubicBezTo>
                      <a:pt x="370939" y="471566"/>
                      <a:pt x="373659" y="468846"/>
                      <a:pt x="376378" y="468846"/>
                    </a:cubicBezTo>
                    <a:cubicBezTo>
                      <a:pt x="379098" y="468846"/>
                      <a:pt x="381818" y="471566"/>
                      <a:pt x="384537" y="474286"/>
                    </a:cubicBezTo>
                    <a:cubicBezTo>
                      <a:pt x="387257" y="479725"/>
                      <a:pt x="389977" y="487884"/>
                      <a:pt x="392696" y="493323"/>
                    </a:cubicBezTo>
                    <a:cubicBezTo>
                      <a:pt x="392696" y="501482"/>
                      <a:pt x="395416" y="539557"/>
                      <a:pt x="395416" y="558595"/>
                    </a:cubicBezTo>
                    <a:cubicBezTo>
                      <a:pt x="395416" y="583072"/>
                      <a:pt x="395416" y="610268"/>
                      <a:pt x="398136" y="618427"/>
                    </a:cubicBezTo>
                    <a:cubicBezTo>
                      <a:pt x="398136" y="648343"/>
                      <a:pt x="400855" y="659222"/>
                      <a:pt x="400855" y="67826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40">
                <a:extLst>
                  <a:ext uri="{FF2B5EF4-FFF2-40B4-BE49-F238E27FC236}">
                    <a16:creationId xmlns:a16="http://schemas.microsoft.com/office/drawing/2014/main" id="{24E4BF81-4E22-244B-9088-E1F3E890213B}"/>
                  </a:ext>
                </a:extLst>
              </p:cNvPr>
              <p:cNvSpPr/>
              <p:nvPr/>
            </p:nvSpPr>
            <p:spPr>
              <a:xfrm>
                <a:off x="3829459" y="4200317"/>
                <a:ext cx="598325" cy="761503"/>
              </a:xfrm>
              <a:custGeom>
                <a:avLst/>
                <a:gdLst>
                  <a:gd name="connsiteX0" fmla="*/ 360060 w 598324"/>
                  <a:gd name="connsiteY0" fmla="*/ 332863 h 761503"/>
                  <a:gd name="connsiteX1" fmla="*/ 341023 w 598324"/>
                  <a:gd name="connsiteY1" fmla="*/ 370939 h 761503"/>
                  <a:gd name="connsiteX2" fmla="*/ 376378 w 598324"/>
                  <a:gd name="connsiteY2" fmla="*/ 389976 h 761503"/>
                  <a:gd name="connsiteX3" fmla="*/ 425332 w 598324"/>
                  <a:gd name="connsiteY3" fmla="*/ 433491 h 761503"/>
                  <a:gd name="connsiteX4" fmla="*/ 438930 w 598324"/>
                  <a:gd name="connsiteY4" fmla="*/ 463407 h 761503"/>
                  <a:gd name="connsiteX5" fmla="*/ 449809 w 598324"/>
                  <a:gd name="connsiteY5" fmla="*/ 498762 h 761503"/>
                  <a:gd name="connsiteX6" fmla="*/ 457968 w 598324"/>
                  <a:gd name="connsiteY6" fmla="*/ 528679 h 761503"/>
                  <a:gd name="connsiteX7" fmla="*/ 466127 w 598324"/>
                  <a:gd name="connsiteY7" fmla="*/ 564034 h 761503"/>
                  <a:gd name="connsiteX8" fmla="*/ 471566 w 598324"/>
                  <a:gd name="connsiteY8" fmla="*/ 593950 h 761503"/>
                  <a:gd name="connsiteX9" fmla="*/ 479725 w 598324"/>
                  <a:gd name="connsiteY9" fmla="*/ 607548 h 761503"/>
                  <a:gd name="connsiteX10" fmla="*/ 487884 w 598324"/>
                  <a:gd name="connsiteY10" fmla="*/ 623867 h 761503"/>
                  <a:gd name="connsiteX11" fmla="*/ 501482 w 598324"/>
                  <a:gd name="connsiteY11" fmla="*/ 651063 h 761503"/>
                  <a:gd name="connsiteX12" fmla="*/ 523240 w 598324"/>
                  <a:gd name="connsiteY12" fmla="*/ 670101 h 761503"/>
                  <a:gd name="connsiteX13" fmla="*/ 534119 w 598324"/>
                  <a:gd name="connsiteY13" fmla="*/ 686418 h 761503"/>
                  <a:gd name="connsiteX14" fmla="*/ 531399 w 598324"/>
                  <a:gd name="connsiteY14" fmla="*/ 694578 h 761503"/>
                  <a:gd name="connsiteX15" fmla="*/ 498763 w 598324"/>
                  <a:gd name="connsiteY15" fmla="*/ 708176 h 761503"/>
                  <a:gd name="connsiteX16" fmla="*/ 449809 w 598324"/>
                  <a:gd name="connsiteY16" fmla="*/ 700017 h 761503"/>
                  <a:gd name="connsiteX17" fmla="*/ 400855 w 598324"/>
                  <a:gd name="connsiteY17" fmla="*/ 667381 h 761503"/>
                  <a:gd name="connsiteX18" fmla="*/ 381817 w 598324"/>
                  <a:gd name="connsiteY18" fmla="*/ 642904 h 761503"/>
                  <a:gd name="connsiteX19" fmla="*/ 368219 w 598324"/>
                  <a:gd name="connsiteY19" fmla="*/ 610268 h 761503"/>
                  <a:gd name="connsiteX20" fmla="*/ 349182 w 598324"/>
                  <a:gd name="connsiteY20" fmla="*/ 550436 h 761503"/>
                  <a:gd name="connsiteX21" fmla="*/ 338303 w 598324"/>
                  <a:gd name="connsiteY21" fmla="*/ 504202 h 761503"/>
                  <a:gd name="connsiteX22" fmla="*/ 330144 w 598324"/>
                  <a:gd name="connsiteY22" fmla="*/ 477005 h 761503"/>
                  <a:gd name="connsiteX23" fmla="*/ 321985 w 598324"/>
                  <a:gd name="connsiteY23" fmla="*/ 455248 h 761503"/>
                  <a:gd name="connsiteX24" fmla="*/ 305667 w 598324"/>
                  <a:gd name="connsiteY24" fmla="*/ 436210 h 761503"/>
                  <a:gd name="connsiteX25" fmla="*/ 294788 w 598324"/>
                  <a:gd name="connsiteY25" fmla="*/ 441650 h 761503"/>
                  <a:gd name="connsiteX26" fmla="*/ 278471 w 598324"/>
                  <a:gd name="connsiteY26" fmla="*/ 463407 h 761503"/>
                  <a:gd name="connsiteX27" fmla="*/ 264872 w 598324"/>
                  <a:gd name="connsiteY27" fmla="*/ 496043 h 761503"/>
                  <a:gd name="connsiteX28" fmla="*/ 262153 w 598324"/>
                  <a:gd name="connsiteY28" fmla="*/ 517800 h 761503"/>
                  <a:gd name="connsiteX29" fmla="*/ 262153 w 598324"/>
                  <a:gd name="connsiteY29" fmla="*/ 523239 h 761503"/>
                  <a:gd name="connsiteX30" fmla="*/ 262153 w 598324"/>
                  <a:gd name="connsiteY30" fmla="*/ 553155 h 761503"/>
                  <a:gd name="connsiteX31" fmla="*/ 262153 w 598324"/>
                  <a:gd name="connsiteY31" fmla="*/ 629306 h 761503"/>
                  <a:gd name="connsiteX32" fmla="*/ 259433 w 598324"/>
                  <a:gd name="connsiteY32" fmla="*/ 659222 h 761503"/>
                  <a:gd name="connsiteX33" fmla="*/ 283910 w 598324"/>
                  <a:gd name="connsiteY33" fmla="*/ 659222 h 761503"/>
                  <a:gd name="connsiteX34" fmla="*/ 321985 w 598324"/>
                  <a:gd name="connsiteY34" fmla="*/ 675540 h 761503"/>
                  <a:gd name="connsiteX35" fmla="*/ 316546 w 598324"/>
                  <a:gd name="connsiteY35" fmla="*/ 691858 h 761503"/>
                  <a:gd name="connsiteX36" fmla="*/ 300228 w 598324"/>
                  <a:gd name="connsiteY36" fmla="*/ 700017 h 761503"/>
                  <a:gd name="connsiteX37" fmla="*/ 278471 w 598324"/>
                  <a:gd name="connsiteY37" fmla="*/ 702736 h 761503"/>
                  <a:gd name="connsiteX38" fmla="*/ 243115 w 598324"/>
                  <a:gd name="connsiteY38" fmla="*/ 702736 h 761503"/>
                  <a:gd name="connsiteX39" fmla="*/ 221358 w 598324"/>
                  <a:gd name="connsiteY39" fmla="*/ 710895 h 761503"/>
                  <a:gd name="connsiteX40" fmla="*/ 194161 w 598324"/>
                  <a:gd name="connsiteY40" fmla="*/ 702736 h 761503"/>
                  <a:gd name="connsiteX41" fmla="*/ 177843 w 598324"/>
                  <a:gd name="connsiteY41" fmla="*/ 702736 h 761503"/>
                  <a:gd name="connsiteX42" fmla="*/ 126170 w 598324"/>
                  <a:gd name="connsiteY42" fmla="*/ 702736 h 761503"/>
                  <a:gd name="connsiteX43" fmla="*/ 101693 w 598324"/>
                  <a:gd name="connsiteY43" fmla="*/ 702736 h 761503"/>
                  <a:gd name="connsiteX44" fmla="*/ 74496 w 598324"/>
                  <a:gd name="connsiteY44" fmla="*/ 697297 h 761503"/>
                  <a:gd name="connsiteX45" fmla="*/ 58178 w 598324"/>
                  <a:gd name="connsiteY45" fmla="*/ 680979 h 761503"/>
                  <a:gd name="connsiteX46" fmla="*/ 63617 w 598324"/>
                  <a:gd name="connsiteY46" fmla="*/ 672820 h 761503"/>
                  <a:gd name="connsiteX47" fmla="*/ 85375 w 598324"/>
                  <a:gd name="connsiteY47" fmla="*/ 664661 h 761503"/>
                  <a:gd name="connsiteX48" fmla="*/ 128889 w 598324"/>
                  <a:gd name="connsiteY48" fmla="*/ 659222 h 761503"/>
                  <a:gd name="connsiteX49" fmla="*/ 147927 w 598324"/>
                  <a:gd name="connsiteY49" fmla="*/ 659222 h 761503"/>
                  <a:gd name="connsiteX50" fmla="*/ 145207 w 598324"/>
                  <a:gd name="connsiteY50" fmla="*/ 653783 h 761503"/>
                  <a:gd name="connsiteX51" fmla="*/ 131609 w 598324"/>
                  <a:gd name="connsiteY51" fmla="*/ 585791 h 761503"/>
                  <a:gd name="connsiteX52" fmla="*/ 134329 w 598324"/>
                  <a:gd name="connsiteY52" fmla="*/ 498762 h 761503"/>
                  <a:gd name="connsiteX53" fmla="*/ 137048 w 598324"/>
                  <a:gd name="connsiteY53" fmla="*/ 406294 h 761503"/>
                  <a:gd name="connsiteX54" fmla="*/ 134329 w 598324"/>
                  <a:gd name="connsiteY54" fmla="*/ 327424 h 761503"/>
                  <a:gd name="connsiteX55" fmla="*/ 137048 w 598324"/>
                  <a:gd name="connsiteY55" fmla="*/ 253993 h 761503"/>
                  <a:gd name="connsiteX56" fmla="*/ 139768 w 598324"/>
                  <a:gd name="connsiteY56" fmla="*/ 207759 h 761503"/>
                  <a:gd name="connsiteX57" fmla="*/ 137048 w 598324"/>
                  <a:gd name="connsiteY57" fmla="*/ 172404 h 761503"/>
                  <a:gd name="connsiteX58" fmla="*/ 137048 w 598324"/>
                  <a:gd name="connsiteY58" fmla="*/ 112571 h 761503"/>
                  <a:gd name="connsiteX59" fmla="*/ 126170 w 598324"/>
                  <a:gd name="connsiteY59" fmla="*/ 112571 h 761503"/>
                  <a:gd name="connsiteX60" fmla="*/ 101693 w 598324"/>
                  <a:gd name="connsiteY60" fmla="*/ 112571 h 761503"/>
                  <a:gd name="connsiteX61" fmla="*/ 74496 w 598324"/>
                  <a:gd name="connsiteY61" fmla="*/ 107132 h 761503"/>
                  <a:gd name="connsiteX62" fmla="*/ 58178 w 598324"/>
                  <a:gd name="connsiteY62" fmla="*/ 90814 h 761503"/>
                  <a:gd name="connsiteX63" fmla="*/ 63617 w 598324"/>
                  <a:gd name="connsiteY63" fmla="*/ 82655 h 761503"/>
                  <a:gd name="connsiteX64" fmla="*/ 85375 w 598324"/>
                  <a:gd name="connsiteY64" fmla="*/ 74496 h 761503"/>
                  <a:gd name="connsiteX65" fmla="*/ 137048 w 598324"/>
                  <a:gd name="connsiteY65" fmla="*/ 69057 h 761503"/>
                  <a:gd name="connsiteX66" fmla="*/ 145207 w 598324"/>
                  <a:gd name="connsiteY66" fmla="*/ 69057 h 761503"/>
                  <a:gd name="connsiteX67" fmla="*/ 169684 w 598324"/>
                  <a:gd name="connsiteY67" fmla="*/ 58178 h 761503"/>
                  <a:gd name="connsiteX68" fmla="*/ 177843 w 598324"/>
                  <a:gd name="connsiteY68" fmla="*/ 58178 h 761503"/>
                  <a:gd name="connsiteX69" fmla="*/ 205040 w 598324"/>
                  <a:gd name="connsiteY69" fmla="*/ 66337 h 761503"/>
                  <a:gd name="connsiteX70" fmla="*/ 286629 w 598324"/>
                  <a:gd name="connsiteY70" fmla="*/ 63617 h 761503"/>
                  <a:gd name="connsiteX71" fmla="*/ 324705 w 598324"/>
                  <a:gd name="connsiteY71" fmla="*/ 79936 h 761503"/>
                  <a:gd name="connsiteX72" fmla="*/ 319265 w 598324"/>
                  <a:gd name="connsiteY72" fmla="*/ 96253 h 761503"/>
                  <a:gd name="connsiteX73" fmla="*/ 302948 w 598324"/>
                  <a:gd name="connsiteY73" fmla="*/ 104412 h 761503"/>
                  <a:gd name="connsiteX74" fmla="*/ 278471 w 598324"/>
                  <a:gd name="connsiteY74" fmla="*/ 112571 h 761503"/>
                  <a:gd name="connsiteX75" fmla="*/ 232236 w 598324"/>
                  <a:gd name="connsiteY75" fmla="*/ 112571 h 761503"/>
                  <a:gd name="connsiteX76" fmla="*/ 240395 w 598324"/>
                  <a:gd name="connsiteY76" fmla="*/ 137048 h 761503"/>
                  <a:gd name="connsiteX77" fmla="*/ 240395 w 598324"/>
                  <a:gd name="connsiteY77" fmla="*/ 150647 h 761503"/>
                  <a:gd name="connsiteX78" fmla="*/ 243115 w 598324"/>
                  <a:gd name="connsiteY78" fmla="*/ 158805 h 761503"/>
                  <a:gd name="connsiteX79" fmla="*/ 248554 w 598324"/>
                  <a:gd name="connsiteY79" fmla="*/ 188722 h 761503"/>
                  <a:gd name="connsiteX80" fmla="*/ 248554 w 598324"/>
                  <a:gd name="connsiteY80" fmla="*/ 199600 h 761503"/>
                  <a:gd name="connsiteX81" fmla="*/ 248554 w 598324"/>
                  <a:gd name="connsiteY81" fmla="*/ 221357 h 761503"/>
                  <a:gd name="connsiteX82" fmla="*/ 253994 w 598324"/>
                  <a:gd name="connsiteY82" fmla="*/ 264872 h 761503"/>
                  <a:gd name="connsiteX83" fmla="*/ 262153 w 598324"/>
                  <a:gd name="connsiteY83" fmla="*/ 297508 h 761503"/>
                  <a:gd name="connsiteX84" fmla="*/ 264872 w 598324"/>
                  <a:gd name="connsiteY84" fmla="*/ 324704 h 761503"/>
                  <a:gd name="connsiteX85" fmla="*/ 264872 w 598324"/>
                  <a:gd name="connsiteY85" fmla="*/ 332863 h 761503"/>
                  <a:gd name="connsiteX86" fmla="*/ 264872 w 598324"/>
                  <a:gd name="connsiteY86" fmla="*/ 351901 h 761503"/>
                  <a:gd name="connsiteX87" fmla="*/ 262153 w 598324"/>
                  <a:gd name="connsiteY87" fmla="*/ 370939 h 761503"/>
                  <a:gd name="connsiteX88" fmla="*/ 267592 w 598324"/>
                  <a:gd name="connsiteY88" fmla="*/ 384537 h 761503"/>
                  <a:gd name="connsiteX89" fmla="*/ 278471 w 598324"/>
                  <a:gd name="connsiteY89" fmla="*/ 370939 h 761503"/>
                  <a:gd name="connsiteX90" fmla="*/ 297508 w 598324"/>
                  <a:gd name="connsiteY90" fmla="*/ 332863 h 761503"/>
                  <a:gd name="connsiteX91" fmla="*/ 311106 w 598324"/>
                  <a:gd name="connsiteY91" fmla="*/ 305667 h 761503"/>
                  <a:gd name="connsiteX92" fmla="*/ 335583 w 598324"/>
                  <a:gd name="connsiteY92" fmla="*/ 259433 h 761503"/>
                  <a:gd name="connsiteX93" fmla="*/ 354621 w 598324"/>
                  <a:gd name="connsiteY93" fmla="*/ 224077 h 761503"/>
                  <a:gd name="connsiteX94" fmla="*/ 381817 w 598324"/>
                  <a:gd name="connsiteY94" fmla="*/ 172404 h 761503"/>
                  <a:gd name="connsiteX95" fmla="*/ 409014 w 598324"/>
                  <a:gd name="connsiteY95" fmla="*/ 118011 h 761503"/>
                  <a:gd name="connsiteX96" fmla="*/ 411734 w 598324"/>
                  <a:gd name="connsiteY96" fmla="*/ 115291 h 761503"/>
                  <a:gd name="connsiteX97" fmla="*/ 398136 w 598324"/>
                  <a:gd name="connsiteY97" fmla="*/ 115291 h 761503"/>
                  <a:gd name="connsiteX98" fmla="*/ 379098 w 598324"/>
                  <a:gd name="connsiteY98" fmla="*/ 109852 h 761503"/>
                  <a:gd name="connsiteX99" fmla="*/ 368219 w 598324"/>
                  <a:gd name="connsiteY99" fmla="*/ 93534 h 761503"/>
                  <a:gd name="connsiteX100" fmla="*/ 370939 w 598324"/>
                  <a:gd name="connsiteY100" fmla="*/ 85375 h 761503"/>
                  <a:gd name="connsiteX101" fmla="*/ 387257 w 598324"/>
                  <a:gd name="connsiteY101" fmla="*/ 77216 h 761503"/>
                  <a:gd name="connsiteX102" fmla="*/ 422612 w 598324"/>
                  <a:gd name="connsiteY102" fmla="*/ 71776 h 761503"/>
                  <a:gd name="connsiteX103" fmla="*/ 436211 w 598324"/>
                  <a:gd name="connsiteY103" fmla="*/ 71776 h 761503"/>
                  <a:gd name="connsiteX104" fmla="*/ 438930 w 598324"/>
                  <a:gd name="connsiteY104" fmla="*/ 69057 h 761503"/>
                  <a:gd name="connsiteX105" fmla="*/ 452529 w 598324"/>
                  <a:gd name="connsiteY105" fmla="*/ 66337 h 761503"/>
                  <a:gd name="connsiteX106" fmla="*/ 466127 w 598324"/>
                  <a:gd name="connsiteY106" fmla="*/ 69057 h 761503"/>
                  <a:gd name="connsiteX107" fmla="*/ 471566 w 598324"/>
                  <a:gd name="connsiteY107" fmla="*/ 71776 h 761503"/>
                  <a:gd name="connsiteX108" fmla="*/ 515081 w 598324"/>
                  <a:gd name="connsiteY108" fmla="*/ 71776 h 761503"/>
                  <a:gd name="connsiteX109" fmla="*/ 542277 w 598324"/>
                  <a:gd name="connsiteY109" fmla="*/ 88094 h 761503"/>
                  <a:gd name="connsiteX110" fmla="*/ 536838 w 598324"/>
                  <a:gd name="connsiteY110" fmla="*/ 104412 h 761503"/>
                  <a:gd name="connsiteX111" fmla="*/ 525959 w 598324"/>
                  <a:gd name="connsiteY111" fmla="*/ 112571 h 761503"/>
                  <a:gd name="connsiteX112" fmla="*/ 509642 w 598324"/>
                  <a:gd name="connsiteY112" fmla="*/ 115291 h 761503"/>
                  <a:gd name="connsiteX113" fmla="*/ 468847 w 598324"/>
                  <a:gd name="connsiteY113" fmla="*/ 115291 h 761503"/>
                  <a:gd name="connsiteX114" fmla="*/ 457968 w 598324"/>
                  <a:gd name="connsiteY114" fmla="*/ 137048 h 761503"/>
                  <a:gd name="connsiteX115" fmla="*/ 430771 w 598324"/>
                  <a:gd name="connsiteY115" fmla="*/ 194161 h 761503"/>
                  <a:gd name="connsiteX116" fmla="*/ 400855 w 598324"/>
                  <a:gd name="connsiteY116" fmla="*/ 262152 h 761503"/>
                  <a:gd name="connsiteX117" fmla="*/ 360060 w 598324"/>
                  <a:gd name="connsiteY117" fmla="*/ 3328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598324" h="761503">
                    <a:moveTo>
                      <a:pt x="360060" y="332863"/>
                    </a:moveTo>
                    <a:cubicBezTo>
                      <a:pt x="351901" y="343742"/>
                      <a:pt x="341023" y="357340"/>
                      <a:pt x="341023" y="370939"/>
                    </a:cubicBezTo>
                    <a:cubicBezTo>
                      <a:pt x="341023" y="379098"/>
                      <a:pt x="357341" y="381817"/>
                      <a:pt x="376378" y="389976"/>
                    </a:cubicBezTo>
                    <a:cubicBezTo>
                      <a:pt x="395416" y="398135"/>
                      <a:pt x="417173" y="417173"/>
                      <a:pt x="425332" y="433491"/>
                    </a:cubicBezTo>
                    <a:cubicBezTo>
                      <a:pt x="430771" y="444369"/>
                      <a:pt x="436211" y="452528"/>
                      <a:pt x="438930" y="463407"/>
                    </a:cubicBezTo>
                    <a:cubicBezTo>
                      <a:pt x="444370" y="474286"/>
                      <a:pt x="447089" y="487884"/>
                      <a:pt x="449809" y="498762"/>
                    </a:cubicBezTo>
                    <a:cubicBezTo>
                      <a:pt x="452529" y="512361"/>
                      <a:pt x="452529" y="517800"/>
                      <a:pt x="457968" y="528679"/>
                    </a:cubicBezTo>
                    <a:cubicBezTo>
                      <a:pt x="463407" y="539557"/>
                      <a:pt x="463407" y="553155"/>
                      <a:pt x="466127" y="564034"/>
                    </a:cubicBezTo>
                    <a:cubicBezTo>
                      <a:pt x="468847" y="572193"/>
                      <a:pt x="468847" y="585791"/>
                      <a:pt x="471566" y="593950"/>
                    </a:cubicBezTo>
                    <a:cubicBezTo>
                      <a:pt x="474286" y="599390"/>
                      <a:pt x="477006" y="602109"/>
                      <a:pt x="479725" y="607548"/>
                    </a:cubicBezTo>
                    <a:cubicBezTo>
                      <a:pt x="482445" y="612988"/>
                      <a:pt x="487884" y="618427"/>
                      <a:pt x="487884" y="623867"/>
                    </a:cubicBezTo>
                    <a:cubicBezTo>
                      <a:pt x="490604" y="634745"/>
                      <a:pt x="496043" y="642904"/>
                      <a:pt x="501482" y="651063"/>
                    </a:cubicBezTo>
                    <a:cubicBezTo>
                      <a:pt x="506922" y="661942"/>
                      <a:pt x="512361" y="664661"/>
                      <a:pt x="523240" y="670101"/>
                    </a:cubicBezTo>
                    <a:cubicBezTo>
                      <a:pt x="528679" y="672820"/>
                      <a:pt x="534119" y="680979"/>
                      <a:pt x="534119" y="686418"/>
                    </a:cubicBezTo>
                    <a:cubicBezTo>
                      <a:pt x="534119" y="689138"/>
                      <a:pt x="534119" y="691858"/>
                      <a:pt x="531399" y="694578"/>
                    </a:cubicBezTo>
                    <a:cubicBezTo>
                      <a:pt x="525959" y="702736"/>
                      <a:pt x="512361" y="708176"/>
                      <a:pt x="498763" y="708176"/>
                    </a:cubicBezTo>
                    <a:cubicBezTo>
                      <a:pt x="485165" y="708176"/>
                      <a:pt x="466127" y="705456"/>
                      <a:pt x="449809" y="700017"/>
                    </a:cubicBezTo>
                    <a:cubicBezTo>
                      <a:pt x="430771" y="694578"/>
                      <a:pt x="409014" y="675540"/>
                      <a:pt x="400855" y="667381"/>
                    </a:cubicBezTo>
                    <a:cubicBezTo>
                      <a:pt x="392696" y="659222"/>
                      <a:pt x="387257" y="651063"/>
                      <a:pt x="381817" y="642904"/>
                    </a:cubicBezTo>
                    <a:cubicBezTo>
                      <a:pt x="376378" y="632025"/>
                      <a:pt x="370939" y="623867"/>
                      <a:pt x="368219" y="610268"/>
                    </a:cubicBezTo>
                    <a:cubicBezTo>
                      <a:pt x="360060" y="588511"/>
                      <a:pt x="357341" y="574913"/>
                      <a:pt x="349182" y="550436"/>
                    </a:cubicBezTo>
                    <a:cubicBezTo>
                      <a:pt x="343742" y="534118"/>
                      <a:pt x="341023" y="520520"/>
                      <a:pt x="338303" y="504202"/>
                    </a:cubicBezTo>
                    <a:cubicBezTo>
                      <a:pt x="335583" y="493323"/>
                      <a:pt x="332864" y="485164"/>
                      <a:pt x="330144" y="477005"/>
                    </a:cubicBezTo>
                    <a:cubicBezTo>
                      <a:pt x="327424" y="471566"/>
                      <a:pt x="324705" y="463407"/>
                      <a:pt x="321985" y="455248"/>
                    </a:cubicBezTo>
                    <a:cubicBezTo>
                      <a:pt x="316546" y="444369"/>
                      <a:pt x="311106" y="436210"/>
                      <a:pt x="305667" y="436210"/>
                    </a:cubicBezTo>
                    <a:cubicBezTo>
                      <a:pt x="302948" y="436210"/>
                      <a:pt x="300228" y="438930"/>
                      <a:pt x="294788" y="441650"/>
                    </a:cubicBezTo>
                    <a:cubicBezTo>
                      <a:pt x="289349" y="447089"/>
                      <a:pt x="283910" y="455248"/>
                      <a:pt x="278471" y="463407"/>
                    </a:cubicBezTo>
                    <a:cubicBezTo>
                      <a:pt x="270312" y="474286"/>
                      <a:pt x="267592" y="485164"/>
                      <a:pt x="264872" y="496043"/>
                    </a:cubicBezTo>
                    <a:cubicBezTo>
                      <a:pt x="264872" y="504202"/>
                      <a:pt x="262153" y="512361"/>
                      <a:pt x="262153" y="517800"/>
                    </a:cubicBezTo>
                    <a:cubicBezTo>
                      <a:pt x="262153" y="520520"/>
                      <a:pt x="262153" y="520520"/>
                      <a:pt x="262153" y="523239"/>
                    </a:cubicBezTo>
                    <a:cubicBezTo>
                      <a:pt x="262153" y="528679"/>
                      <a:pt x="262153" y="544997"/>
                      <a:pt x="262153" y="553155"/>
                    </a:cubicBezTo>
                    <a:cubicBezTo>
                      <a:pt x="262153" y="583072"/>
                      <a:pt x="264872" y="599390"/>
                      <a:pt x="262153" y="629306"/>
                    </a:cubicBezTo>
                    <a:cubicBezTo>
                      <a:pt x="262153" y="640184"/>
                      <a:pt x="262153" y="648343"/>
                      <a:pt x="259433" y="659222"/>
                    </a:cubicBezTo>
                    <a:cubicBezTo>
                      <a:pt x="270312" y="659222"/>
                      <a:pt x="278471" y="659222"/>
                      <a:pt x="283910" y="659222"/>
                    </a:cubicBezTo>
                    <a:cubicBezTo>
                      <a:pt x="297508" y="659222"/>
                      <a:pt x="321985" y="659222"/>
                      <a:pt x="321985" y="675540"/>
                    </a:cubicBezTo>
                    <a:cubicBezTo>
                      <a:pt x="321985" y="683699"/>
                      <a:pt x="319265" y="686418"/>
                      <a:pt x="316546" y="691858"/>
                    </a:cubicBezTo>
                    <a:cubicBezTo>
                      <a:pt x="311106" y="697297"/>
                      <a:pt x="305667" y="700017"/>
                      <a:pt x="300228" y="700017"/>
                    </a:cubicBezTo>
                    <a:cubicBezTo>
                      <a:pt x="292069" y="702736"/>
                      <a:pt x="283910" y="702736"/>
                      <a:pt x="278471" y="702736"/>
                    </a:cubicBezTo>
                    <a:cubicBezTo>
                      <a:pt x="275751" y="702736"/>
                      <a:pt x="259433" y="702736"/>
                      <a:pt x="243115" y="702736"/>
                    </a:cubicBezTo>
                    <a:cubicBezTo>
                      <a:pt x="237676" y="708176"/>
                      <a:pt x="229517" y="710895"/>
                      <a:pt x="221358" y="710895"/>
                    </a:cubicBezTo>
                    <a:cubicBezTo>
                      <a:pt x="213199" y="710895"/>
                      <a:pt x="202320" y="708176"/>
                      <a:pt x="194161" y="702736"/>
                    </a:cubicBezTo>
                    <a:cubicBezTo>
                      <a:pt x="186002" y="702736"/>
                      <a:pt x="180563" y="702736"/>
                      <a:pt x="177843" y="702736"/>
                    </a:cubicBezTo>
                    <a:cubicBezTo>
                      <a:pt x="164245" y="702736"/>
                      <a:pt x="139768" y="702736"/>
                      <a:pt x="126170" y="702736"/>
                    </a:cubicBezTo>
                    <a:cubicBezTo>
                      <a:pt x="118011" y="702736"/>
                      <a:pt x="109852" y="702736"/>
                      <a:pt x="101693" y="702736"/>
                    </a:cubicBezTo>
                    <a:cubicBezTo>
                      <a:pt x="93534" y="702736"/>
                      <a:pt x="82655" y="702736"/>
                      <a:pt x="74496" y="697297"/>
                    </a:cubicBezTo>
                    <a:cubicBezTo>
                      <a:pt x="66337" y="694578"/>
                      <a:pt x="58178" y="686418"/>
                      <a:pt x="58178" y="680979"/>
                    </a:cubicBezTo>
                    <a:cubicBezTo>
                      <a:pt x="58178" y="678260"/>
                      <a:pt x="58178" y="675540"/>
                      <a:pt x="63617" y="672820"/>
                    </a:cubicBezTo>
                    <a:cubicBezTo>
                      <a:pt x="69057" y="670101"/>
                      <a:pt x="79935" y="667381"/>
                      <a:pt x="85375" y="664661"/>
                    </a:cubicBezTo>
                    <a:cubicBezTo>
                      <a:pt x="104412" y="661942"/>
                      <a:pt x="123450" y="659222"/>
                      <a:pt x="128889" y="659222"/>
                    </a:cubicBezTo>
                    <a:cubicBezTo>
                      <a:pt x="134329" y="659222"/>
                      <a:pt x="139768" y="659222"/>
                      <a:pt x="147927" y="659222"/>
                    </a:cubicBezTo>
                    <a:cubicBezTo>
                      <a:pt x="147927" y="656502"/>
                      <a:pt x="145207" y="653783"/>
                      <a:pt x="145207" y="653783"/>
                    </a:cubicBezTo>
                    <a:cubicBezTo>
                      <a:pt x="131609" y="632025"/>
                      <a:pt x="131609" y="610268"/>
                      <a:pt x="131609" y="585791"/>
                    </a:cubicBezTo>
                    <a:cubicBezTo>
                      <a:pt x="131609" y="555875"/>
                      <a:pt x="131609" y="528679"/>
                      <a:pt x="134329" y="498762"/>
                    </a:cubicBezTo>
                    <a:cubicBezTo>
                      <a:pt x="134329" y="468846"/>
                      <a:pt x="137048" y="436210"/>
                      <a:pt x="137048" y="406294"/>
                    </a:cubicBezTo>
                    <a:cubicBezTo>
                      <a:pt x="137048" y="379098"/>
                      <a:pt x="134329" y="354621"/>
                      <a:pt x="134329" y="327424"/>
                    </a:cubicBezTo>
                    <a:cubicBezTo>
                      <a:pt x="134329" y="302947"/>
                      <a:pt x="137048" y="278470"/>
                      <a:pt x="137048" y="253993"/>
                    </a:cubicBezTo>
                    <a:cubicBezTo>
                      <a:pt x="137048" y="237675"/>
                      <a:pt x="139768" y="224077"/>
                      <a:pt x="139768" y="207759"/>
                    </a:cubicBezTo>
                    <a:cubicBezTo>
                      <a:pt x="139768" y="196881"/>
                      <a:pt x="137048" y="183282"/>
                      <a:pt x="137048" y="172404"/>
                    </a:cubicBezTo>
                    <a:cubicBezTo>
                      <a:pt x="137048" y="150647"/>
                      <a:pt x="137048" y="131609"/>
                      <a:pt x="137048" y="112571"/>
                    </a:cubicBezTo>
                    <a:cubicBezTo>
                      <a:pt x="134329" y="112571"/>
                      <a:pt x="137048" y="112571"/>
                      <a:pt x="126170" y="112571"/>
                    </a:cubicBezTo>
                    <a:cubicBezTo>
                      <a:pt x="118011" y="112571"/>
                      <a:pt x="109852" y="112571"/>
                      <a:pt x="101693" y="112571"/>
                    </a:cubicBezTo>
                    <a:cubicBezTo>
                      <a:pt x="93534" y="112571"/>
                      <a:pt x="82655" y="109852"/>
                      <a:pt x="74496" y="107132"/>
                    </a:cubicBezTo>
                    <a:cubicBezTo>
                      <a:pt x="66337" y="104412"/>
                      <a:pt x="58178" y="96253"/>
                      <a:pt x="58178" y="90814"/>
                    </a:cubicBezTo>
                    <a:cubicBezTo>
                      <a:pt x="58178" y="88094"/>
                      <a:pt x="58178" y="85375"/>
                      <a:pt x="63617" y="82655"/>
                    </a:cubicBezTo>
                    <a:cubicBezTo>
                      <a:pt x="69057" y="79936"/>
                      <a:pt x="79935" y="77216"/>
                      <a:pt x="85375" y="74496"/>
                    </a:cubicBezTo>
                    <a:cubicBezTo>
                      <a:pt x="104412" y="71776"/>
                      <a:pt x="128889" y="69057"/>
                      <a:pt x="137048" y="69057"/>
                    </a:cubicBezTo>
                    <a:cubicBezTo>
                      <a:pt x="137048" y="69057"/>
                      <a:pt x="139768" y="69057"/>
                      <a:pt x="145207" y="69057"/>
                    </a:cubicBezTo>
                    <a:cubicBezTo>
                      <a:pt x="150646" y="60898"/>
                      <a:pt x="158806" y="58178"/>
                      <a:pt x="169684" y="58178"/>
                    </a:cubicBezTo>
                    <a:cubicBezTo>
                      <a:pt x="172404" y="58178"/>
                      <a:pt x="175123" y="58178"/>
                      <a:pt x="177843" y="58178"/>
                    </a:cubicBezTo>
                    <a:cubicBezTo>
                      <a:pt x="186002" y="58178"/>
                      <a:pt x="196881" y="63617"/>
                      <a:pt x="205040" y="66337"/>
                    </a:cubicBezTo>
                    <a:cubicBezTo>
                      <a:pt x="237676" y="66337"/>
                      <a:pt x="273031" y="63617"/>
                      <a:pt x="286629" y="63617"/>
                    </a:cubicBezTo>
                    <a:cubicBezTo>
                      <a:pt x="300228" y="63617"/>
                      <a:pt x="324705" y="63617"/>
                      <a:pt x="324705" y="79936"/>
                    </a:cubicBezTo>
                    <a:cubicBezTo>
                      <a:pt x="324705" y="88094"/>
                      <a:pt x="321985" y="90814"/>
                      <a:pt x="319265" y="96253"/>
                    </a:cubicBezTo>
                    <a:cubicBezTo>
                      <a:pt x="313826" y="101693"/>
                      <a:pt x="308387" y="104412"/>
                      <a:pt x="302948" y="104412"/>
                    </a:cubicBezTo>
                    <a:cubicBezTo>
                      <a:pt x="289349" y="112571"/>
                      <a:pt x="283910" y="112571"/>
                      <a:pt x="278471" y="112571"/>
                    </a:cubicBezTo>
                    <a:cubicBezTo>
                      <a:pt x="273031" y="112571"/>
                      <a:pt x="253994" y="112571"/>
                      <a:pt x="232236" y="112571"/>
                    </a:cubicBezTo>
                    <a:cubicBezTo>
                      <a:pt x="237676" y="120730"/>
                      <a:pt x="240395" y="128889"/>
                      <a:pt x="240395" y="137048"/>
                    </a:cubicBezTo>
                    <a:cubicBezTo>
                      <a:pt x="240395" y="142487"/>
                      <a:pt x="240395" y="145207"/>
                      <a:pt x="240395" y="150647"/>
                    </a:cubicBezTo>
                    <a:cubicBezTo>
                      <a:pt x="240395" y="153366"/>
                      <a:pt x="240395" y="156086"/>
                      <a:pt x="243115" y="158805"/>
                    </a:cubicBezTo>
                    <a:cubicBezTo>
                      <a:pt x="245835" y="169684"/>
                      <a:pt x="245835" y="180563"/>
                      <a:pt x="248554" y="188722"/>
                    </a:cubicBezTo>
                    <a:cubicBezTo>
                      <a:pt x="248554" y="191441"/>
                      <a:pt x="248554" y="194161"/>
                      <a:pt x="248554" y="199600"/>
                    </a:cubicBezTo>
                    <a:cubicBezTo>
                      <a:pt x="248554" y="207759"/>
                      <a:pt x="248554" y="213198"/>
                      <a:pt x="248554" y="221357"/>
                    </a:cubicBezTo>
                    <a:cubicBezTo>
                      <a:pt x="248554" y="234956"/>
                      <a:pt x="251274" y="248554"/>
                      <a:pt x="253994" y="264872"/>
                    </a:cubicBezTo>
                    <a:cubicBezTo>
                      <a:pt x="256713" y="275751"/>
                      <a:pt x="259433" y="286629"/>
                      <a:pt x="262153" y="297508"/>
                    </a:cubicBezTo>
                    <a:cubicBezTo>
                      <a:pt x="264872" y="305667"/>
                      <a:pt x="264872" y="313826"/>
                      <a:pt x="264872" y="324704"/>
                    </a:cubicBezTo>
                    <a:cubicBezTo>
                      <a:pt x="264872" y="327424"/>
                      <a:pt x="264872" y="330144"/>
                      <a:pt x="264872" y="332863"/>
                    </a:cubicBezTo>
                    <a:cubicBezTo>
                      <a:pt x="264872" y="338303"/>
                      <a:pt x="264872" y="346462"/>
                      <a:pt x="264872" y="351901"/>
                    </a:cubicBezTo>
                    <a:cubicBezTo>
                      <a:pt x="264872" y="357340"/>
                      <a:pt x="262153" y="365499"/>
                      <a:pt x="262153" y="370939"/>
                    </a:cubicBezTo>
                    <a:cubicBezTo>
                      <a:pt x="262153" y="376378"/>
                      <a:pt x="264872" y="384537"/>
                      <a:pt x="267592" y="384537"/>
                    </a:cubicBezTo>
                    <a:cubicBezTo>
                      <a:pt x="273031" y="384537"/>
                      <a:pt x="275751" y="376378"/>
                      <a:pt x="278471" y="370939"/>
                    </a:cubicBezTo>
                    <a:cubicBezTo>
                      <a:pt x="283910" y="360060"/>
                      <a:pt x="289349" y="346462"/>
                      <a:pt x="297508" y="332863"/>
                    </a:cubicBezTo>
                    <a:cubicBezTo>
                      <a:pt x="302948" y="324704"/>
                      <a:pt x="305667" y="313826"/>
                      <a:pt x="311106" y="305667"/>
                    </a:cubicBezTo>
                    <a:cubicBezTo>
                      <a:pt x="319265" y="289349"/>
                      <a:pt x="327424" y="275751"/>
                      <a:pt x="335583" y="259433"/>
                    </a:cubicBezTo>
                    <a:cubicBezTo>
                      <a:pt x="341023" y="248554"/>
                      <a:pt x="349182" y="234956"/>
                      <a:pt x="354621" y="224077"/>
                    </a:cubicBezTo>
                    <a:cubicBezTo>
                      <a:pt x="362780" y="207759"/>
                      <a:pt x="370939" y="191441"/>
                      <a:pt x="381817" y="172404"/>
                    </a:cubicBezTo>
                    <a:cubicBezTo>
                      <a:pt x="389977" y="153366"/>
                      <a:pt x="400855" y="134329"/>
                      <a:pt x="409014" y="118011"/>
                    </a:cubicBezTo>
                    <a:cubicBezTo>
                      <a:pt x="409014" y="115291"/>
                      <a:pt x="409014" y="115291"/>
                      <a:pt x="411734" y="115291"/>
                    </a:cubicBezTo>
                    <a:cubicBezTo>
                      <a:pt x="406294" y="115291"/>
                      <a:pt x="400855" y="115291"/>
                      <a:pt x="398136" y="115291"/>
                    </a:cubicBezTo>
                    <a:cubicBezTo>
                      <a:pt x="392696" y="115291"/>
                      <a:pt x="384537" y="115291"/>
                      <a:pt x="379098" y="109852"/>
                    </a:cubicBezTo>
                    <a:cubicBezTo>
                      <a:pt x="373659" y="107132"/>
                      <a:pt x="368219" y="98973"/>
                      <a:pt x="368219" y="93534"/>
                    </a:cubicBezTo>
                    <a:cubicBezTo>
                      <a:pt x="368219" y="90814"/>
                      <a:pt x="368219" y="88094"/>
                      <a:pt x="370939" y="85375"/>
                    </a:cubicBezTo>
                    <a:cubicBezTo>
                      <a:pt x="373659" y="82655"/>
                      <a:pt x="381817" y="79936"/>
                      <a:pt x="387257" y="77216"/>
                    </a:cubicBezTo>
                    <a:cubicBezTo>
                      <a:pt x="400855" y="74496"/>
                      <a:pt x="414453" y="71776"/>
                      <a:pt x="422612" y="71776"/>
                    </a:cubicBezTo>
                    <a:cubicBezTo>
                      <a:pt x="425332" y="71776"/>
                      <a:pt x="430771" y="71776"/>
                      <a:pt x="436211" y="71776"/>
                    </a:cubicBezTo>
                    <a:cubicBezTo>
                      <a:pt x="436211" y="71776"/>
                      <a:pt x="438930" y="69057"/>
                      <a:pt x="438930" y="69057"/>
                    </a:cubicBezTo>
                    <a:cubicBezTo>
                      <a:pt x="444370" y="66337"/>
                      <a:pt x="447089" y="66337"/>
                      <a:pt x="452529" y="66337"/>
                    </a:cubicBezTo>
                    <a:cubicBezTo>
                      <a:pt x="457968" y="66337"/>
                      <a:pt x="460688" y="66337"/>
                      <a:pt x="466127" y="69057"/>
                    </a:cubicBezTo>
                    <a:cubicBezTo>
                      <a:pt x="468847" y="69057"/>
                      <a:pt x="471566" y="71776"/>
                      <a:pt x="471566" y="71776"/>
                    </a:cubicBezTo>
                    <a:cubicBezTo>
                      <a:pt x="490604" y="71776"/>
                      <a:pt x="506922" y="71776"/>
                      <a:pt x="515081" y="71776"/>
                    </a:cubicBezTo>
                    <a:cubicBezTo>
                      <a:pt x="523240" y="71776"/>
                      <a:pt x="542277" y="71776"/>
                      <a:pt x="542277" y="88094"/>
                    </a:cubicBezTo>
                    <a:cubicBezTo>
                      <a:pt x="542277" y="96253"/>
                      <a:pt x="542277" y="98973"/>
                      <a:pt x="536838" y="104412"/>
                    </a:cubicBezTo>
                    <a:cubicBezTo>
                      <a:pt x="534119" y="109852"/>
                      <a:pt x="528679" y="112571"/>
                      <a:pt x="525959" y="112571"/>
                    </a:cubicBezTo>
                    <a:cubicBezTo>
                      <a:pt x="520520" y="115291"/>
                      <a:pt x="515081" y="115291"/>
                      <a:pt x="509642" y="115291"/>
                    </a:cubicBezTo>
                    <a:cubicBezTo>
                      <a:pt x="506922" y="115291"/>
                      <a:pt x="487884" y="115291"/>
                      <a:pt x="468847" y="115291"/>
                    </a:cubicBezTo>
                    <a:cubicBezTo>
                      <a:pt x="466127" y="123450"/>
                      <a:pt x="460688" y="128889"/>
                      <a:pt x="457968" y="137048"/>
                    </a:cubicBezTo>
                    <a:cubicBezTo>
                      <a:pt x="447089" y="156086"/>
                      <a:pt x="438930" y="175123"/>
                      <a:pt x="430771" y="194161"/>
                    </a:cubicBezTo>
                    <a:cubicBezTo>
                      <a:pt x="419893" y="215918"/>
                      <a:pt x="411734" y="240395"/>
                      <a:pt x="400855" y="262152"/>
                    </a:cubicBezTo>
                    <a:cubicBezTo>
                      <a:pt x="387257" y="289349"/>
                      <a:pt x="373659" y="311106"/>
                      <a:pt x="360060" y="3328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41">
                <a:extLst>
                  <a:ext uri="{FF2B5EF4-FFF2-40B4-BE49-F238E27FC236}">
                    <a16:creationId xmlns:a16="http://schemas.microsoft.com/office/drawing/2014/main" id="{1E9D683E-F5C2-F74C-BA7E-7D83F5A40868}"/>
                  </a:ext>
                </a:extLst>
              </p:cNvPr>
              <p:cNvSpPr/>
              <p:nvPr/>
            </p:nvSpPr>
            <p:spPr>
              <a:xfrm>
                <a:off x="4335316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7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89 w 353555"/>
                  <a:gd name="connsiteY16" fmla="*/ 640184 h 761503"/>
                  <a:gd name="connsiteX17" fmla="*/ 128889 w 353555"/>
                  <a:gd name="connsiteY17" fmla="*/ 629306 h 761503"/>
                  <a:gd name="connsiteX18" fmla="*/ 128889 w 353555"/>
                  <a:gd name="connsiteY18" fmla="*/ 621147 h 761503"/>
                  <a:gd name="connsiteX19" fmla="*/ 128889 w 353555"/>
                  <a:gd name="connsiteY19" fmla="*/ 593950 h 761503"/>
                  <a:gd name="connsiteX20" fmla="*/ 128889 w 353555"/>
                  <a:gd name="connsiteY20" fmla="*/ 583072 h 761503"/>
                  <a:gd name="connsiteX21" fmla="*/ 128889 w 353555"/>
                  <a:gd name="connsiteY21" fmla="*/ 436210 h 761503"/>
                  <a:gd name="connsiteX22" fmla="*/ 128889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6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6 w 353555"/>
                  <a:gd name="connsiteY44" fmla="*/ 120730 h 761503"/>
                  <a:gd name="connsiteX45" fmla="*/ 294788 w 353555"/>
                  <a:gd name="connsiteY45" fmla="*/ 128889 h 761503"/>
                  <a:gd name="connsiteX46" fmla="*/ 273031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5" y="697297"/>
                      <a:pt x="316546" y="705456"/>
                    </a:cubicBezTo>
                    <a:cubicBezTo>
                      <a:pt x="311106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2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7" y="689138"/>
                    </a:cubicBezTo>
                    <a:cubicBezTo>
                      <a:pt x="69057" y="686418"/>
                      <a:pt x="79935" y="683699"/>
                      <a:pt x="85375" y="680979"/>
                    </a:cubicBezTo>
                    <a:cubicBezTo>
                      <a:pt x="104412" y="678260"/>
                      <a:pt x="123450" y="675540"/>
                      <a:pt x="131609" y="675540"/>
                    </a:cubicBezTo>
                    <a:cubicBezTo>
                      <a:pt x="134329" y="675540"/>
                      <a:pt x="137048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89" y="640184"/>
                    </a:cubicBezTo>
                    <a:cubicBezTo>
                      <a:pt x="128889" y="637465"/>
                      <a:pt x="128889" y="634745"/>
                      <a:pt x="128889" y="629306"/>
                    </a:cubicBezTo>
                    <a:cubicBezTo>
                      <a:pt x="128889" y="626586"/>
                      <a:pt x="128889" y="623867"/>
                      <a:pt x="128889" y="621147"/>
                    </a:cubicBezTo>
                    <a:cubicBezTo>
                      <a:pt x="128889" y="612988"/>
                      <a:pt x="128889" y="604829"/>
                      <a:pt x="128889" y="593950"/>
                    </a:cubicBezTo>
                    <a:cubicBezTo>
                      <a:pt x="128889" y="591231"/>
                      <a:pt x="128889" y="585791"/>
                      <a:pt x="128889" y="583072"/>
                    </a:cubicBezTo>
                    <a:cubicBezTo>
                      <a:pt x="128889" y="534118"/>
                      <a:pt x="131609" y="485164"/>
                      <a:pt x="128889" y="436210"/>
                    </a:cubicBezTo>
                    <a:cubicBezTo>
                      <a:pt x="128889" y="409014"/>
                      <a:pt x="128889" y="384537"/>
                      <a:pt x="128889" y="357340"/>
                    </a:cubicBezTo>
                    <a:cubicBezTo>
                      <a:pt x="128889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89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7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8" y="69057"/>
                      <a:pt x="145207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3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7" y="74496"/>
                      <a:pt x="232236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6" y="120730"/>
                    </a:cubicBezTo>
                    <a:cubicBezTo>
                      <a:pt x="305667" y="126170"/>
                      <a:pt x="300228" y="128889"/>
                      <a:pt x="294788" y="128889"/>
                    </a:cubicBezTo>
                    <a:cubicBezTo>
                      <a:pt x="286630" y="131609"/>
                      <a:pt x="278471" y="131609"/>
                      <a:pt x="273031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1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42">
                <a:extLst>
                  <a:ext uri="{FF2B5EF4-FFF2-40B4-BE49-F238E27FC236}">
                    <a16:creationId xmlns:a16="http://schemas.microsoft.com/office/drawing/2014/main" id="{E9B99810-5173-EA49-A99E-14FD74B8BBC4}"/>
                  </a:ext>
                </a:extLst>
              </p:cNvPr>
              <p:cNvSpPr/>
              <p:nvPr/>
            </p:nvSpPr>
            <p:spPr>
              <a:xfrm>
                <a:off x="4620880" y="4194877"/>
                <a:ext cx="598325" cy="761503"/>
              </a:xfrm>
              <a:custGeom>
                <a:avLst/>
                <a:gdLst>
                  <a:gd name="connsiteX0" fmla="*/ 515081 w 598324"/>
                  <a:gd name="connsiteY0" fmla="*/ 79935 h 761503"/>
                  <a:gd name="connsiteX1" fmla="*/ 542277 w 598324"/>
                  <a:gd name="connsiteY1" fmla="*/ 96253 h 761503"/>
                  <a:gd name="connsiteX2" fmla="*/ 536838 w 598324"/>
                  <a:gd name="connsiteY2" fmla="*/ 112571 h 761503"/>
                  <a:gd name="connsiteX3" fmla="*/ 523240 w 598324"/>
                  <a:gd name="connsiteY3" fmla="*/ 120730 h 761503"/>
                  <a:gd name="connsiteX4" fmla="*/ 506922 w 598324"/>
                  <a:gd name="connsiteY4" fmla="*/ 123450 h 761503"/>
                  <a:gd name="connsiteX5" fmla="*/ 477006 w 598324"/>
                  <a:gd name="connsiteY5" fmla="*/ 123450 h 761503"/>
                  <a:gd name="connsiteX6" fmla="*/ 479725 w 598324"/>
                  <a:gd name="connsiteY6" fmla="*/ 145207 h 761503"/>
                  <a:gd name="connsiteX7" fmla="*/ 477006 w 598324"/>
                  <a:gd name="connsiteY7" fmla="*/ 180563 h 761503"/>
                  <a:gd name="connsiteX8" fmla="*/ 482445 w 598324"/>
                  <a:gd name="connsiteY8" fmla="*/ 232236 h 761503"/>
                  <a:gd name="connsiteX9" fmla="*/ 485165 w 598324"/>
                  <a:gd name="connsiteY9" fmla="*/ 283909 h 761503"/>
                  <a:gd name="connsiteX10" fmla="*/ 485165 w 598324"/>
                  <a:gd name="connsiteY10" fmla="*/ 327424 h 761503"/>
                  <a:gd name="connsiteX11" fmla="*/ 487884 w 598324"/>
                  <a:gd name="connsiteY11" fmla="*/ 373658 h 761503"/>
                  <a:gd name="connsiteX12" fmla="*/ 485165 w 598324"/>
                  <a:gd name="connsiteY12" fmla="*/ 419892 h 761503"/>
                  <a:gd name="connsiteX13" fmla="*/ 485165 w 598324"/>
                  <a:gd name="connsiteY13" fmla="*/ 463407 h 761503"/>
                  <a:gd name="connsiteX14" fmla="*/ 482445 w 598324"/>
                  <a:gd name="connsiteY14" fmla="*/ 515080 h 761503"/>
                  <a:gd name="connsiteX15" fmla="*/ 482445 w 598324"/>
                  <a:gd name="connsiteY15" fmla="*/ 558595 h 761503"/>
                  <a:gd name="connsiteX16" fmla="*/ 479725 w 598324"/>
                  <a:gd name="connsiteY16" fmla="*/ 602109 h 761503"/>
                  <a:gd name="connsiteX17" fmla="*/ 485165 w 598324"/>
                  <a:gd name="connsiteY17" fmla="*/ 648343 h 761503"/>
                  <a:gd name="connsiteX18" fmla="*/ 474286 w 598324"/>
                  <a:gd name="connsiteY18" fmla="*/ 675540 h 761503"/>
                  <a:gd name="connsiteX19" fmla="*/ 428052 w 598324"/>
                  <a:gd name="connsiteY19" fmla="*/ 691858 h 761503"/>
                  <a:gd name="connsiteX20" fmla="*/ 387257 w 598324"/>
                  <a:gd name="connsiteY20" fmla="*/ 683699 h 761503"/>
                  <a:gd name="connsiteX21" fmla="*/ 351901 w 598324"/>
                  <a:gd name="connsiteY21" fmla="*/ 664661 h 761503"/>
                  <a:gd name="connsiteX22" fmla="*/ 305667 w 598324"/>
                  <a:gd name="connsiteY22" fmla="*/ 596670 h 761503"/>
                  <a:gd name="connsiteX23" fmla="*/ 270312 w 598324"/>
                  <a:gd name="connsiteY23" fmla="*/ 509641 h 761503"/>
                  <a:gd name="connsiteX24" fmla="*/ 251274 w 598324"/>
                  <a:gd name="connsiteY24" fmla="*/ 460687 h 761503"/>
                  <a:gd name="connsiteX25" fmla="*/ 224077 w 598324"/>
                  <a:gd name="connsiteY25" fmla="*/ 381817 h 761503"/>
                  <a:gd name="connsiteX26" fmla="*/ 207759 w 598324"/>
                  <a:gd name="connsiteY26" fmla="*/ 330144 h 761503"/>
                  <a:gd name="connsiteX27" fmla="*/ 191442 w 598324"/>
                  <a:gd name="connsiteY27" fmla="*/ 286629 h 761503"/>
                  <a:gd name="connsiteX28" fmla="*/ 183283 w 598324"/>
                  <a:gd name="connsiteY28" fmla="*/ 278470 h 761503"/>
                  <a:gd name="connsiteX29" fmla="*/ 180563 w 598324"/>
                  <a:gd name="connsiteY29" fmla="*/ 292068 h 761503"/>
                  <a:gd name="connsiteX30" fmla="*/ 180563 w 598324"/>
                  <a:gd name="connsiteY30" fmla="*/ 305667 h 761503"/>
                  <a:gd name="connsiteX31" fmla="*/ 183283 w 598324"/>
                  <a:gd name="connsiteY31" fmla="*/ 354620 h 761503"/>
                  <a:gd name="connsiteX32" fmla="*/ 188722 w 598324"/>
                  <a:gd name="connsiteY32" fmla="*/ 449808 h 761503"/>
                  <a:gd name="connsiteX33" fmla="*/ 188722 w 598324"/>
                  <a:gd name="connsiteY33" fmla="*/ 479725 h 761503"/>
                  <a:gd name="connsiteX34" fmla="*/ 188722 w 598324"/>
                  <a:gd name="connsiteY34" fmla="*/ 542277 h 761503"/>
                  <a:gd name="connsiteX35" fmla="*/ 186002 w 598324"/>
                  <a:gd name="connsiteY35" fmla="*/ 615708 h 761503"/>
                  <a:gd name="connsiteX36" fmla="*/ 186002 w 598324"/>
                  <a:gd name="connsiteY36" fmla="*/ 637465 h 761503"/>
                  <a:gd name="connsiteX37" fmla="*/ 183283 w 598324"/>
                  <a:gd name="connsiteY37" fmla="*/ 664661 h 761503"/>
                  <a:gd name="connsiteX38" fmla="*/ 226797 w 598324"/>
                  <a:gd name="connsiteY38" fmla="*/ 664661 h 761503"/>
                  <a:gd name="connsiteX39" fmla="*/ 253994 w 598324"/>
                  <a:gd name="connsiteY39" fmla="*/ 680979 h 761503"/>
                  <a:gd name="connsiteX40" fmla="*/ 248554 w 598324"/>
                  <a:gd name="connsiteY40" fmla="*/ 697297 h 761503"/>
                  <a:gd name="connsiteX41" fmla="*/ 234956 w 598324"/>
                  <a:gd name="connsiteY41" fmla="*/ 705456 h 761503"/>
                  <a:gd name="connsiteX42" fmla="*/ 218638 w 598324"/>
                  <a:gd name="connsiteY42" fmla="*/ 708176 h 761503"/>
                  <a:gd name="connsiteX43" fmla="*/ 183283 w 598324"/>
                  <a:gd name="connsiteY43" fmla="*/ 708176 h 761503"/>
                  <a:gd name="connsiteX44" fmla="*/ 150647 w 598324"/>
                  <a:gd name="connsiteY44" fmla="*/ 708176 h 761503"/>
                  <a:gd name="connsiteX45" fmla="*/ 107132 w 598324"/>
                  <a:gd name="connsiteY45" fmla="*/ 708176 h 761503"/>
                  <a:gd name="connsiteX46" fmla="*/ 88094 w 598324"/>
                  <a:gd name="connsiteY46" fmla="*/ 708176 h 761503"/>
                  <a:gd name="connsiteX47" fmla="*/ 69057 w 598324"/>
                  <a:gd name="connsiteY47" fmla="*/ 702736 h 761503"/>
                  <a:gd name="connsiteX48" fmla="*/ 58178 w 598324"/>
                  <a:gd name="connsiteY48" fmla="*/ 686418 h 761503"/>
                  <a:gd name="connsiteX49" fmla="*/ 60898 w 598324"/>
                  <a:gd name="connsiteY49" fmla="*/ 678259 h 761503"/>
                  <a:gd name="connsiteX50" fmla="*/ 77216 w 598324"/>
                  <a:gd name="connsiteY50" fmla="*/ 670101 h 761503"/>
                  <a:gd name="connsiteX51" fmla="*/ 120730 w 598324"/>
                  <a:gd name="connsiteY51" fmla="*/ 664661 h 761503"/>
                  <a:gd name="connsiteX52" fmla="*/ 131609 w 598324"/>
                  <a:gd name="connsiteY52" fmla="*/ 664661 h 761503"/>
                  <a:gd name="connsiteX53" fmla="*/ 134329 w 598324"/>
                  <a:gd name="connsiteY53" fmla="*/ 539557 h 761503"/>
                  <a:gd name="connsiteX54" fmla="*/ 134329 w 598324"/>
                  <a:gd name="connsiteY54" fmla="*/ 504201 h 761503"/>
                  <a:gd name="connsiteX55" fmla="*/ 131609 w 598324"/>
                  <a:gd name="connsiteY55" fmla="*/ 376378 h 761503"/>
                  <a:gd name="connsiteX56" fmla="*/ 131609 w 598324"/>
                  <a:gd name="connsiteY56" fmla="*/ 302947 h 761503"/>
                  <a:gd name="connsiteX57" fmla="*/ 134329 w 598324"/>
                  <a:gd name="connsiteY57" fmla="*/ 221357 h 761503"/>
                  <a:gd name="connsiteX58" fmla="*/ 137048 w 598324"/>
                  <a:gd name="connsiteY58" fmla="*/ 123450 h 761503"/>
                  <a:gd name="connsiteX59" fmla="*/ 107132 w 598324"/>
                  <a:gd name="connsiteY59" fmla="*/ 123450 h 761503"/>
                  <a:gd name="connsiteX60" fmla="*/ 88094 w 598324"/>
                  <a:gd name="connsiteY60" fmla="*/ 123450 h 761503"/>
                  <a:gd name="connsiteX61" fmla="*/ 69057 w 598324"/>
                  <a:gd name="connsiteY61" fmla="*/ 118011 h 761503"/>
                  <a:gd name="connsiteX62" fmla="*/ 58178 w 598324"/>
                  <a:gd name="connsiteY62" fmla="*/ 101693 h 761503"/>
                  <a:gd name="connsiteX63" fmla="*/ 60898 w 598324"/>
                  <a:gd name="connsiteY63" fmla="*/ 93534 h 761503"/>
                  <a:gd name="connsiteX64" fmla="*/ 77216 w 598324"/>
                  <a:gd name="connsiteY64" fmla="*/ 85375 h 761503"/>
                  <a:gd name="connsiteX65" fmla="*/ 131609 w 598324"/>
                  <a:gd name="connsiteY65" fmla="*/ 79935 h 761503"/>
                  <a:gd name="connsiteX66" fmla="*/ 161525 w 598324"/>
                  <a:gd name="connsiteY66" fmla="*/ 79935 h 761503"/>
                  <a:gd name="connsiteX67" fmla="*/ 177843 w 598324"/>
                  <a:gd name="connsiteY67" fmla="*/ 66337 h 761503"/>
                  <a:gd name="connsiteX68" fmla="*/ 202320 w 598324"/>
                  <a:gd name="connsiteY68" fmla="*/ 58178 h 761503"/>
                  <a:gd name="connsiteX69" fmla="*/ 234956 w 598324"/>
                  <a:gd name="connsiteY69" fmla="*/ 77216 h 761503"/>
                  <a:gd name="connsiteX70" fmla="*/ 251274 w 598324"/>
                  <a:gd name="connsiteY70" fmla="*/ 107132 h 761503"/>
                  <a:gd name="connsiteX71" fmla="*/ 267592 w 598324"/>
                  <a:gd name="connsiteY71" fmla="*/ 147927 h 761503"/>
                  <a:gd name="connsiteX72" fmla="*/ 281190 w 598324"/>
                  <a:gd name="connsiteY72" fmla="*/ 183282 h 761503"/>
                  <a:gd name="connsiteX73" fmla="*/ 297508 w 598324"/>
                  <a:gd name="connsiteY73" fmla="*/ 224077 h 761503"/>
                  <a:gd name="connsiteX74" fmla="*/ 308387 w 598324"/>
                  <a:gd name="connsiteY74" fmla="*/ 264872 h 761503"/>
                  <a:gd name="connsiteX75" fmla="*/ 319265 w 598324"/>
                  <a:gd name="connsiteY75" fmla="*/ 300227 h 761503"/>
                  <a:gd name="connsiteX76" fmla="*/ 351901 w 598324"/>
                  <a:gd name="connsiteY76" fmla="*/ 379097 h 761503"/>
                  <a:gd name="connsiteX77" fmla="*/ 365500 w 598324"/>
                  <a:gd name="connsiteY77" fmla="*/ 417173 h 761503"/>
                  <a:gd name="connsiteX78" fmla="*/ 379098 w 598324"/>
                  <a:gd name="connsiteY78" fmla="*/ 457967 h 761503"/>
                  <a:gd name="connsiteX79" fmla="*/ 395416 w 598324"/>
                  <a:gd name="connsiteY79" fmla="*/ 496043 h 761503"/>
                  <a:gd name="connsiteX80" fmla="*/ 406294 w 598324"/>
                  <a:gd name="connsiteY80" fmla="*/ 512361 h 761503"/>
                  <a:gd name="connsiteX81" fmla="*/ 411734 w 598324"/>
                  <a:gd name="connsiteY81" fmla="*/ 531398 h 761503"/>
                  <a:gd name="connsiteX82" fmla="*/ 419893 w 598324"/>
                  <a:gd name="connsiteY82" fmla="*/ 558595 h 761503"/>
                  <a:gd name="connsiteX83" fmla="*/ 425332 w 598324"/>
                  <a:gd name="connsiteY83" fmla="*/ 564034 h 761503"/>
                  <a:gd name="connsiteX84" fmla="*/ 430771 w 598324"/>
                  <a:gd name="connsiteY84" fmla="*/ 558595 h 761503"/>
                  <a:gd name="connsiteX85" fmla="*/ 430771 w 598324"/>
                  <a:gd name="connsiteY85" fmla="*/ 550436 h 761503"/>
                  <a:gd name="connsiteX86" fmla="*/ 430771 w 598324"/>
                  <a:gd name="connsiteY86" fmla="*/ 501482 h 761503"/>
                  <a:gd name="connsiteX87" fmla="*/ 430771 w 598324"/>
                  <a:gd name="connsiteY87" fmla="*/ 403574 h 761503"/>
                  <a:gd name="connsiteX88" fmla="*/ 425332 w 598324"/>
                  <a:gd name="connsiteY88" fmla="*/ 313826 h 761503"/>
                  <a:gd name="connsiteX89" fmla="*/ 425332 w 598324"/>
                  <a:gd name="connsiteY89" fmla="*/ 248554 h 761503"/>
                  <a:gd name="connsiteX90" fmla="*/ 425332 w 598324"/>
                  <a:gd name="connsiteY90" fmla="*/ 210479 h 761503"/>
                  <a:gd name="connsiteX91" fmla="*/ 422613 w 598324"/>
                  <a:gd name="connsiteY91" fmla="*/ 153366 h 761503"/>
                  <a:gd name="connsiteX92" fmla="*/ 425332 w 598324"/>
                  <a:gd name="connsiteY92" fmla="*/ 123450 h 761503"/>
                  <a:gd name="connsiteX93" fmla="*/ 398136 w 598324"/>
                  <a:gd name="connsiteY93" fmla="*/ 123450 h 761503"/>
                  <a:gd name="connsiteX94" fmla="*/ 379098 w 598324"/>
                  <a:gd name="connsiteY94" fmla="*/ 123450 h 761503"/>
                  <a:gd name="connsiteX95" fmla="*/ 360060 w 598324"/>
                  <a:gd name="connsiteY95" fmla="*/ 118011 h 761503"/>
                  <a:gd name="connsiteX96" fmla="*/ 349182 w 598324"/>
                  <a:gd name="connsiteY96" fmla="*/ 101693 h 761503"/>
                  <a:gd name="connsiteX97" fmla="*/ 351901 w 598324"/>
                  <a:gd name="connsiteY97" fmla="*/ 93534 h 761503"/>
                  <a:gd name="connsiteX98" fmla="*/ 368219 w 598324"/>
                  <a:gd name="connsiteY98" fmla="*/ 85375 h 761503"/>
                  <a:gd name="connsiteX99" fmla="*/ 422613 w 598324"/>
                  <a:gd name="connsiteY99" fmla="*/ 79935 h 761503"/>
                  <a:gd name="connsiteX100" fmla="*/ 444370 w 598324"/>
                  <a:gd name="connsiteY100" fmla="*/ 79935 h 761503"/>
                  <a:gd name="connsiteX101" fmla="*/ 463407 w 598324"/>
                  <a:gd name="connsiteY101" fmla="*/ 71776 h 761503"/>
                  <a:gd name="connsiteX102" fmla="*/ 477006 w 598324"/>
                  <a:gd name="connsiteY102" fmla="*/ 79935 h 761503"/>
                  <a:gd name="connsiteX103" fmla="*/ 515081 w 598324"/>
                  <a:gd name="connsiteY103" fmla="*/ 79935 h 761503"/>
                  <a:gd name="connsiteX104" fmla="*/ 515081 w 598324"/>
                  <a:gd name="connsiteY104" fmla="*/ 79935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98324" h="761503">
                    <a:moveTo>
                      <a:pt x="515081" y="79935"/>
                    </a:moveTo>
                    <a:cubicBezTo>
                      <a:pt x="523240" y="79935"/>
                      <a:pt x="542277" y="79935"/>
                      <a:pt x="542277" y="96253"/>
                    </a:cubicBezTo>
                    <a:cubicBezTo>
                      <a:pt x="542277" y="104412"/>
                      <a:pt x="542277" y="107132"/>
                      <a:pt x="536838" y="112571"/>
                    </a:cubicBezTo>
                    <a:cubicBezTo>
                      <a:pt x="534119" y="118011"/>
                      <a:pt x="528679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09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4"/>
                      <a:pt x="485165" y="419892"/>
                    </a:cubicBezTo>
                    <a:cubicBezTo>
                      <a:pt x="485165" y="436210"/>
                      <a:pt x="485165" y="449808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8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5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8"/>
                      <a:pt x="444370" y="691858"/>
                      <a:pt x="428052" y="691858"/>
                    </a:cubicBezTo>
                    <a:cubicBezTo>
                      <a:pt x="414453" y="691858"/>
                      <a:pt x="400855" y="689138"/>
                      <a:pt x="387257" y="683699"/>
                    </a:cubicBezTo>
                    <a:cubicBezTo>
                      <a:pt x="373659" y="678259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0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7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8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0"/>
                    </a:cubicBezTo>
                    <a:cubicBezTo>
                      <a:pt x="183283" y="387256"/>
                      <a:pt x="186002" y="417173"/>
                      <a:pt x="188722" y="449808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6"/>
                      <a:pt x="186002" y="632025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6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4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6"/>
                      <a:pt x="134329" y="583072"/>
                      <a:pt x="134329" y="539557"/>
                    </a:cubicBezTo>
                    <a:cubicBezTo>
                      <a:pt x="134329" y="528678"/>
                      <a:pt x="134329" y="515080"/>
                      <a:pt x="134329" y="504201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4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7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7" y="90814"/>
                      <a:pt x="71777" y="88094"/>
                      <a:pt x="77216" y="85375"/>
                    </a:cubicBezTo>
                    <a:cubicBezTo>
                      <a:pt x="90814" y="82655"/>
                      <a:pt x="126170" y="79935"/>
                      <a:pt x="131609" y="79935"/>
                    </a:cubicBezTo>
                    <a:cubicBezTo>
                      <a:pt x="137048" y="79935"/>
                      <a:pt x="147927" y="79935"/>
                      <a:pt x="161525" y="79935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7"/>
                      <a:pt x="234956" y="77216"/>
                    </a:cubicBezTo>
                    <a:cubicBezTo>
                      <a:pt x="240395" y="88094"/>
                      <a:pt x="248554" y="96253"/>
                      <a:pt x="251274" y="107132"/>
                    </a:cubicBezTo>
                    <a:cubicBezTo>
                      <a:pt x="256713" y="120730"/>
                      <a:pt x="259433" y="134328"/>
                      <a:pt x="267592" y="147927"/>
                    </a:cubicBezTo>
                    <a:cubicBezTo>
                      <a:pt x="273031" y="158805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5"/>
                      <a:pt x="305667" y="251274"/>
                      <a:pt x="308387" y="264872"/>
                    </a:cubicBezTo>
                    <a:cubicBezTo>
                      <a:pt x="311106" y="278470"/>
                      <a:pt x="311106" y="289349"/>
                      <a:pt x="319265" y="300227"/>
                    </a:cubicBezTo>
                    <a:cubicBezTo>
                      <a:pt x="332864" y="324704"/>
                      <a:pt x="346462" y="351901"/>
                      <a:pt x="351901" y="379097"/>
                    </a:cubicBezTo>
                    <a:cubicBezTo>
                      <a:pt x="354621" y="392696"/>
                      <a:pt x="360060" y="403574"/>
                      <a:pt x="365500" y="417173"/>
                    </a:cubicBezTo>
                    <a:cubicBezTo>
                      <a:pt x="373659" y="430771"/>
                      <a:pt x="373659" y="444369"/>
                      <a:pt x="379098" y="457967"/>
                    </a:cubicBezTo>
                    <a:cubicBezTo>
                      <a:pt x="381818" y="471566"/>
                      <a:pt x="387257" y="482444"/>
                      <a:pt x="395416" y="496043"/>
                    </a:cubicBezTo>
                    <a:cubicBezTo>
                      <a:pt x="398136" y="501482"/>
                      <a:pt x="403575" y="506921"/>
                      <a:pt x="406294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3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5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4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8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7"/>
                      <a:pt x="422613" y="134328"/>
                      <a:pt x="425332" y="123450"/>
                    </a:cubicBezTo>
                    <a:cubicBezTo>
                      <a:pt x="417173" y="123450"/>
                      <a:pt x="406294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4"/>
                      <a:pt x="368219" y="85375"/>
                    </a:cubicBezTo>
                    <a:cubicBezTo>
                      <a:pt x="381818" y="82655"/>
                      <a:pt x="417173" y="79935"/>
                      <a:pt x="422613" y="79935"/>
                    </a:cubicBezTo>
                    <a:cubicBezTo>
                      <a:pt x="428052" y="79935"/>
                      <a:pt x="433491" y="79935"/>
                      <a:pt x="444370" y="79935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5"/>
                    </a:cubicBezTo>
                    <a:cubicBezTo>
                      <a:pt x="493324" y="79935"/>
                      <a:pt x="506922" y="79935"/>
                      <a:pt x="515081" y="79935"/>
                    </a:cubicBezTo>
                    <a:lnTo>
                      <a:pt x="515081" y="79935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43">
                <a:extLst>
                  <a:ext uri="{FF2B5EF4-FFF2-40B4-BE49-F238E27FC236}">
                    <a16:creationId xmlns:a16="http://schemas.microsoft.com/office/drawing/2014/main" id="{0C7A623E-E5BC-2F4C-8C12-4B1571446356}"/>
                  </a:ext>
                </a:extLst>
              </p:cNvPr>
              <p:cNvSpPr/>
              <p:nvPr/>
            </p:nvSpPr>
            <p:spPr>
              <a:xfrm>
                <a:off x="5139126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4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5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8 w 516735"/>
                  <a:gd name="connsiteY18" fmla="*/ 694578 h 788699"/>
                  <a:gd name="connsiteX19" fmla="*/ 86584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4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6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3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7" y="452528"/>
                      <a:pt x="445578" y="455248"/>
                    </a:cubicBezTo>
                    <a:cubicBezTo>
                      <a:pt x="434700" y="460687"/>
                      <a:pt x="415662" y="463407"/>
                      <a:pt x="404784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2" y="694578"/>
                      <a:pt x="317755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8" y="694578"/>
                    </a:cubicBezTo>
                    <a:cubicBezTo>
                      <a:pt x="113780" y="672820"/>
                      <a:pt x="100182" y="648343"/>
                      <a:pt x="86584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4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6" y="82655"/>
                    </a:cubicBezTo>
                    <a:cubicBezTo>
                      <a:pt x="383026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5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3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6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2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3" y="468846"/>
                      <a:pt x="247043" y="466126"/>
                    </a:cubicBezTo>
                    <a:cubicBezTo>
                      <a:pt x="247043" y="463407"/>
                      <a:pt x="247043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1989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44">
                <a:extLst>
                  <a:ext uri="{FF2B5EF4-FFF2-40B4-BE49-F238E27FC236}">
                    <a16:creationId xmlns:a16="http://schemas.microsoft.com/office/drawing/2014/main" id="{4A1D28D5-C9D1-224D-AFB0-72BD1ECB9B64}"/>
                  </a:ext>
                </a:extLst>
              </p:cNvPr>
              <p:cNvSpPr/>
              <p:nvPr/>
            </p:nvSpPr>
            <p:spPr>
              <a:xfrm>
                <a:off x="5651630" y="4181279"/>
                <a:ext cx="734308" cy="788700"/>
              </a:xfrm>
              <a:custGeom>
                <a:avLst/>
                <a:gdLst>
                  <a:gd name="connsiteX0" fmla="*/ 653783 w 734307"/>
                  <a:gd name="connsiteY0" fmla="*/ 678259 h 788699"/>
                  <a:gd name="connsiteX1" fmla="*/ 691859 w 734307"/>
                  <a:gd name="connsiteY1" fmla="*/ 694577 h 788699"/>
                  <a:gd name="connsiteX2" fmla="*/ 686419 w 734307"/>
                  <a:gd name="connsiteY2" fmla="*/ 710895 h 788699"/>
                  <a:gd name="connsiteX3" fmla="*/ 670101 w 734307"/>
                  <a:gd name="connsiteY3" fmla="*/ 719054 h 788699"/>
                  <a:gd name="connsiteX4" fmla="*/ 648344 w 734307"/>
                  <a:gd name="connsiteY4" fmla="*/ 721774 h 788699"/>
                  <a:gd name="connsiteX5" fmla="*/ 618428 w 734307"/>
                  <a:gd name="connsiteY5" fmla="*/ 721774 h 788699"/>
                  <a:gd name="connsiteX6" fmla="*/ 572194 w 734307"/>
                  <a:gd name="connsiteY6" fmla="*/ 735372 h 788699"/>
                  <a:gd name="connsiteX7" fmla="*/ 544997 w 734307"/>
                  <a:gd name="connsiteY7" fmla="*/ 729933 h 788699"/>
                  <a:gd name="connsiteX8" fmla="*/ 534119 w 734307"/>
                  <a:gd name="connsiteY8" fmla="*/ 721774 h 788699"/>
                  <a:gd name="connsiteX9" fmla="*/ 496043 w 734307"/>
                  <a:gd name="connsiteY9" fmla="*/ 721774 h 788699"/>
                  <a:gd name="connsiteX10" fmla="*/ 471566 w 734307"/>
                  <a:gd name="connsiteY10" fmla="*/ 721774 h 788699"/>
                  <a:gd name="connsiteX11" fmla="*/ 444370 w 734307"/>
                  <a:gd name="connsiteY11" fmla="*/ 716335 h 788699"/>
                  <a:gd name="connsiteX12" fmla="*/ 428052 w 734307"/>
                  <a:gd name="connsiteY12" fmla="*/ 700017 h 788699"/>
                  <a:gd name="connsiteX13" fmla="*/ 433491 w 734307"/>
                  <a:gd name="connsiteY13" fmla="*/ 691858 h 788699"/>
                  <a:gd name="connsiteX14" fmla="*/ 455248 w 734307"/>
                  <a:gd name="connsiteY14" fmla="*/ 683699 h 788699"/>
                  <a:gd name="connsiteX15" fmla="*/ 506922 w 734307"/>
                  <a:gd name="connsiteY15" fmla="*/ 678259 h 788699"/>
                  <a:gd name="connsiteX16" fmla="*/ 509641 w 734307"/>
                  <a:gd name="connsiteY16" fmla="*/ 678259 h 788699"/>
                  <a:gd name="connsiteX17" fmla="*/ 506922 w 734307"/>
                  <a:gd name="connsiteY17" fmla="*/ 664661 h 788699"/>
                  <a:gd name="connsiteX18" fmla="*/ 498763 w 734307"/>
                  <a:gd name="connsiteY18" fmla="*/ 580352 h 788699"/>
                  <a:gd name="connsiteX19" fmla="*/ 496043 w 734307"/>
                  <a:gd name="connsiteY19" fmla="*/ 479725 h 788699"/>
                  <a:gd name="connsiteX20" fmla="*/ 493324 w 734307"/>
                  <a:gd name="connsiteY20" fmla="*/ 389976 h 788699"/>
                  <a:gd name="connsiteX21" fmla="*/ 490604 w 734307"/>
                  <a:gd name="connsiteY21" fmla="*/ 302947 h 788699"/>
                  <a:gd name="connsiteX22" fmla="*/ 487884 w 734307"/>
                  <a:gd name="connsiteY22" fmla="*/ 229516 h 788699"/>
                  <a:gd name="connsiteX23" fmla="*/ 485165 w 734307"/>
                  <a:gd name="connsiteY23" fmla="*/ 221357 h 788699"/>
                  <a:gd name="connsiteX24" fmla="*/ 482445 w 734307"/>
                  <a:gd name="connsiteY24" fmla="*/ 226797 h 788699"/>
                  <a:gd name="connsiteX25" fmla="*/ 477006 w 734307"/>
                  <a:gd name="connsiteY25" fmla="*/ 262152 h 788699"/>
                  <a:gd name="connsiteX26" fmla="*/ 460688 w 734307"/>
                  <a:gd name="connsiteY26" fmla="*/ 341022 h 788699"/>
                  <a:gd name="connsiteX27" fmla="*/ 444370 w 734307"/>
                  <a:gd name="connsiteY27" fmla="*/ 417173 h 788699"/>
                  <a:gd name="connsiteX28" fmla="*/ 436211 w 734307"/>
                  <a:gd name="connsiteY28" fmla="*/ 455248 h 788699"/>
                  <a:gd name="connsiteX29" fmla="*/ 425332 w 734307"/>
                  <a:gd name="connsiteY29" fmla="*/ 493323 h 788699"/>
                  <a:gd name="connsiteX30" fmla="*/ 411734 w 734307"/>
                  <a:gd name="connsiteY30" fmla="*/ 531398 h 788699"/>
                  <a:gd name="connsiteX31" fmla="*/ 376378 w 734307"/>
                  <a:gd name="connsiteY31" fmla="*/ 547716 h 788699"/>
                  <a:gd name="connsiteX32" fmla="*/ 319265 w 734307"/>
                  <a:gd name="connsiteY32" fmla="*/ 525959 h 788699"/>
                  <a:gd name="connsiteX33" fmla="*/ 289349 w 734307"/>
                  <a:gd name="connsiteY33" fmla="*/ 455248 h 788699"/>
                  <a:gd name="connsiteX34" fmla="*/ 273031 w 734307"/>
                  <a:gd name="connsiteY34" fmla="*/ 373658 h 788699"/>
                  <a:gd name="connsiteX35" fmla="*/ 262153 w 734307"/>
                  <a:gd name="connsiteY35" fmla="*/ 316545 h 788699"/>
                  <a:gd name="connsiteX36" fmla="*/ 245835 w 734307"/>
                  <a:gd name="connsiteY36" fmla="*/ 237675 h 788699"/>
                  <a:gd name="connsiteX37" fmla="*/ 234956 w 734307"/>
                  <a:gd name="connsiteY37" fmla="*/ 196881 h 788699"/>
                  <a:gd name="connsiteX38" fmla="*/ 232236 w 734307"/>
                  <a:gd name="connsiteY38" fmla="*/ 191441 h 788699"/>
                  <a:gd name="connsiteX39" fmla="*/ 226797 w 734307"/>
                  <a:gd name="connsiteY39" fmla="*/ 207759 h 788699"/>
                  <a:gd name="connsiteX40" fmla="*/ 226797 w 734307"/>
                  <a:gd name="connsiteY40" fmla="*/ 232236 h 788699"/>
                  <a:gd name="connsiteX41" fmla="*/ 224077 w 734307"/>
                  <a:gd name="connsiteY41" fmla="*/ 267592 h 788699"/>
                  <a:gd name="connsiteX42" fmla="*/ 221358 w 734307"/>
                  <a:gd name="connsiteY42" fmla="*/ 311106 h 788699"/>
                  <a:gd name="connsiteX43" fmla="*/ 218638 w 734307"/>
                  <a:gd name="connsiteY43" fmla="*/ 360060 h 788699"/>
                  <a:gd name="connsiteX44" fmla="*/ 215919 w 734307"/>
                  <a:gd name="connsiteY44" fmla="*/ 398135 h 788699"/>
                  <a:gd name="connsiteX45" fmla="*/ 213199 w 734307"/>
                  <a:gd name="connsiteY45" fmla="*/ 430771 h 788699"/>
                  <a:gd name="connsiteX46" fmla="*/ 213199 w 734307"/>
                  <a:gd name="connsiteY46" fmla="*/ 455248 h 788699"/>
                  <a:gd name="connsiteX47" fmla="*/ 213199 w 734307"/>
                  <a:gd name="connsiteY47" fmla="*/ 477005 h 788699"/>
                  <a:gd name="connsiteX48" fmla="*/ 207759 w 734307"/>
                  <a:gd name="connsiteY48" fmla="*/ 520520 h 788699"/>
                  <a:gd name="connsiteX49" fmla="*/ 196881 w 734307"/>
                  <a:gd name="connsiteY49" fmla="*/ 610268 h 788699"/>
                  <a:gd name="connsiteX50" fmla="*/ 194161 w 734307"/>
                  <a:gd name="connsiteY50" fmla="*/ 653783 h 788699"/>
                  <a:gd name="connsiteX51" fmla="*/ 191441 w 734307"/>
                  <a:gd name="connsiteY51" fmla="*/ 667381 h 788699"/>
                  <a:gd name="connsiteX52" fmla="*/ 243115 w 734307"/>
                  <a:gd name="connsiteY52" fmla="*/ 667381 h 788699"/>
                  <a:gd name="connsiteX53" fmla="*/ 273031 w 734307"/>
                  <a:gd name="connsiteY53" fmla="*/ 683699 h 788699"/>
                  <a:gd name="connsiteX54" fmla="*/ 262153 w 734307"/>
                  <a:gd name="connsiteY54" fmla="*/ 697297 h 788699"/>
                  <a:gd name="connsiteX55" fmla="*/ 248554 w 734307"/>
                  <a:gd name="connsiteY55" fmla="*/ 705456 h 788699"/>
                  <a:gd name="connsiteX56" fmla="*/ 232236 w 734307"/>
                  <a:gd name="connsiteY56" fmla="*/ 708176 h 788699"/>
                  <a:gd name="connsiteX57" fmla="*/ 166965 w 734307"/>
                  <a:gd name="connsiteY57" fmla="*/ 708176 h 788699"/>
                  <a:gd name="connsiteX58" fmla="*/ 109852 w 734307"/>
                  <a:gd name="connsiteY58" fmla="*/ 708176 h 788699"/>
                  <a:gd name="connsiteX59" fmla="*/ 90814 w 734307"/>
                  <a:gd name="connsiteY59" fmla="*/ 708176 h 788699"/>
                  <a:gd name="connsiteX60" fmla="*/ 69057 w 734307"/>
                  <a:gd name="connsiteY60" fmla="*/ 702736 h 788699"/>
                  <a:gd name="connsiteX61" fmla="*/ 58178 w 734307"/>
                  <a:gd name="connsiteY61" fmla="*/ 686418 h 788699"/>
                  <a:gd name="connsiteX62" fmla="*/ 60898 w 734307"/>
                  <a:gd name="connsiteY62" fmla="*/ 678259 h 788699"/>
                  <a:gd name="connsiteX63" fmla="*/ 77216 w 734307"/>
                  <a:gd name="connsiteY63" fmla="*/ 670101 h 788699"/>
                  <a:gd name="connsiteX64" fmla="*/ 126170 w 734307"/>
                  <a:gd name="connsiteY64" fmla="*/ 664661 h 788699"/>
                  <a:gd name="connsiteX65" fmla="*/ 142487 w 734307"/>
                  <a:gd name="connsiteY65" fmla="*/ 664661 h 788699"/>
                  <a:gd name="connsiteX66" fmla="*/ 147927 w 734307"/>
                  <a:gd name="connsiteY66" fmla="*/ 588511 h 788699"/>
                  <a:gd name="connsiteX67" fmla="*/ 153366 w 734307"/>
                  <a:gd name="connsiteY67" fmla="*/ 493323 h 788699"/>
                  <a:gd name="connsiteX68" fmla="*/ 156086 w 734307"/>
                  <a:gd name="connsiteY68" fmla="*/ 411733 h 788699"/>
                  <a:gd name="connsiteX69" fmla="*/ 161525 w 734307"/>
                  <a:gd name="connsiteY69" fmla="*/ 297508 h 788699"/>
                  <a:gd name="connsiteX70" fmla="*/ 166965 w 734307"/>
                  <a:gd name="connsiteY70" fmla="*/ 240395 h 788699"/>
                  <a:gd name="connsiteX71" fmla="*/ 177843 w 734307"/>
                  <a:gd name="connsiteY71" fmla="*/ 161525 h 788699"/>
                  <a:gd name="connsiteX72" fmla="*/ 183282 w 734307"/>
                  <a:gd name="connsiteY72" fmla="*/ 118011 h 788699"/>
                  <a:gd name="connsiteX73" fmla="*/ 183282 w 734307"/>
                  <a:gd name="connsiteY73" fmla="*/ 115291 h 788699"/>
                  <a:gd name="connsiteX74" fmla="*/ 161525 w 734307"/>
                  <a:gd name="connsiteY74" fmla="*/ 115291 h 788699"/>
                  <a:gd name="connsiteX75" fmla="*/ 137048 w 734307"/>
                  <a:gd name="connsiteY75" fmla="*/ 115291 h 788699"/>
                  <a:gd name="connsiteX76" fmla="*/ 109852 w 734307"/>
                  <a:gd name="connsiteY76" fmla="*/ 109851 h 788699"/>
                  <a:gd name="connsiteX77" fmla="*/ 93534 w 734307"/>
                  <a:gd name="connsiteY77" fmla="*/ 93534 h 788699"/>
                  <a:gd name="connsiteX78" fmla="*/ 98973 w 734307"/>
                  <a:gd name="connsiteY78" fmla="*/ 85375 h 788699"/>
                  <a:gd name="connsiteX79" fmla="*/ 120730 w 734307"/>
                  <a:gd name="connsiteY79" fmla="*/ 77216 h 788699"/>
                  <a:gd name="connsiteX80" fmla="*/ 172404 w 734307"/>
                  <a:gd name="connsiteY80" fmla="*/ 71776 h 788699"/>
                  <a:gd name="connsiteX81" fmla="*/ 234956 w 734307"/>
                  <a:gd name="connsiteY81" fmla="*/ 69057 h 788699"/>
                  <a:gd name="connsiteX82" fmla="*/ 243115 w 734307"/>
                  <a:gd name="connsiteY82" fmla="*/ 69057 h 788699"/>
                  <a:gd name="connsiteX83" fmla="*/ 270312 w 734307"/>
                  <a:gd name="connsiteY83" fmla="*/ 74496 h 788699"/>
                  <a:gd name="connsiteX84" fmla="*/ 308387 w 734307"/>
                  <a:gd name="connsiteY84" fmla="*/ 123450 h 788699"/>
                  <a:gd name="connsiteX85" fmla="*/ 332864 w 734307"/>
                  <a:gd name="connsiteY85" fmla="*/ 202320 h 788699"/>
                  <a:gd name="connsiteX86" fmla="*/ 338303 w 734307"/>
                  <a:gd name="connsiteY86" fmla="*/ 237675 h 788699"/>
                  <a:gd name="connsiteX87" fmla="*/ 349182 w 734307"/>
                  <a:gd name="connsiteY87" fmla="*/ 281190 h 788699"/>
                  <a:gd name="connsiteX88" fmla="*/ 357341 w 734307"/>
                  <a:gd name="connsiteY88" fmla="*/ 316545 h 788699"/>
                  <a:gd name="connsiteX89" fmla="*/ 365500 w 734307"/>
                  <a:gd name="connsiteY89" fmla="*/ 351901 h 788699"/>
                  <a:gd name="connsiteX90" fmla="*/ 376378 w 734307"/>
                  <a:gd name="connsiteY90" fmla="*/ 389976 h 788699"/>
                  <a:gd name="connsiteX91" fmla="*/ 387257 w 734307"/>
                  <a:gd name="connsiteY91" fmla="*/ 414453 h 788699"/>
                  <a:gd name="connsiteX92" fmla="*/ 398136 w 734307"/>
                  <a:gd name="connsiteY92" fmla="*/ 376378 h 788699"/>
                  <a:gd name="connsiteX93" fmla="*/ 406295 w 734307"/>
                  <a:gd name="connsiteY93" fmla="*/ 332863 h 788699"/>
                  <a:gd name="connsiteX94" fmla="*/ 425332 w 734307"/>
                  <a:gd name="connsiteY94" fmla="*/ 243115 h 788699"/>
                  <a:gd name="connsiteX95" fmla="*/ 444370 w 734307"/>
                  <a:gd name="connsiteY95" fmla="*/ 150646 h 788699"/>
                  <a:gd name="connsiteX96" fmla="*/ 477006 w 734307"/>
                  <a:gd name="connsiteY96" fmla="*/ 79935 h 788699"/>
                  <a:gd name="connsiteX97" fmla="*/ 523240 w 734307"/>
                  <a:gd name="connsiteY97" fmla="*/ 58178 h 788699"/>
                  <a:gd name="connsiteX98" fmla="*/ 544997 w 734307"/>
                  <a:gd name="connsiteY98" fmla="*/ 63617 h 788699"/>
                  <a:gd name="connsiteX99" fmla="*/ 612988 w 734307"/>
                  <a:gd name="connsiteY99" fmla="*/ 63617 h 788699"/>
                  <a:gd name="connsiteX100" fmla="*/ 651064 w 734307"/>
                  <a:gd name="connsiteY100" fmla="*/ 79935 h 788699"/>
                  <a:gd name="connsiteX101" fmla="*/ 645624 w 734307"/>
                  <a:gd name="connsiteY101" fmla="*/ 96253 h 788699"/>
                  <a:gd name="connsiteX102" fmla="*/ 629307 w 734307"/>
                  <a:gd name="connsiteY102" fmla="*/ 104412 h 788699"/>
                  <a:gd name="connsiteX103" fmla="*/ 607549 w 734307"/>
                  <a:gd name="connsiteY103" fmla="*/ 107132 h 788699"/>
                  <a:gd name="connsiteX104" fmla="*/ 580353 w 734307"/>
                  <a:gd name="connsiteY104" fmla="*/ 107132 h 788699"/>
                  <a:gd name="connsiteX105" fmla="*/ 583072 w 734307"/>
                  <a:gd name="connsiteY105" fmla="*/ 115291 h 788699"/>
                  <a:gd name="connsiteX106" fmla="*/ 588512 w 734307"/>
                  <a:gd name="connsiteY106" fmla="*/ 156086 h 788699"/>
                  <a:gd name="connsiteX107" fmla="*/ 593951 w 734307"/>
                  <a:gd name="connsiteY107" fmla="*/ 196881 h 788699"/>
                  <a:gd name="connsiteX108" fmla="*/ 599390 w 734307"/>
                  <a:gd name="connsiteY108" fmla="*/ 226797 h 788699"/>
                  <a:gd name="connsiteX109" fmla="*/ 599390 w 734307"/>
                  <a:gd name="connsiteY109" fmla="*/ 232236 h 788699"/>
                  <a:gd name="connsiteX110" fmla="*/ 599390 w 734307"/>
                  <a:gd name="connsiteY110" fmla="*/ 240395 h 788699"/>
                  <a:gd name="connsiteX111" fmla="*/ 602110 w 734307"/>
                  <a:gd name="connsiteY111" fmla="*/ 270311 h 788699"/>
                  <a:gd name="connsiteX112" fmla="*/ 607549 w 734307"/>
                  <a:gd name="connsiteY112" fmla="*/ 308386 h 788699"/>
                  <a:gd name="connsiteX113" fmla="*/ 607549 w 734307"/>
                  <a:gd name="connsiteY113" fmla="*/ 319265 h 788699"/>
                  <a:gd name="connsiteX114" fmla="*/ 612988 w 734307"/>
                  <a:gd name="connsiteY114" fmla="*/ 335583 h 788699"/>
                  <a:gd name="connsiteX115" fmla="*/ 612988 w 734307"/>
                  <a:gd name="connsiteY115" fmla="*/ 346462 h 788699"/>
                  <a:gd name="connsiteX116" fmla="*/ 612988 w 734307"/>
                  <a:gd name="connsiteY116" fmla="*/ 370939 h 788699"/>
                  <a:gd name="connsiteX117" fmla="*/ 612988 w 734307"/>
                  <a:gd name="connsiteY117" fmla="*/ 395415 h 788699"/>
                  <a:gd name="connsiteX118" fmla="*/ 615708 w 734307"/>
                  <a:gd name="connsiteY118" fmla="*/ 422612 h 788699"/>
                  <a:gd name="connsiteX119" fmla="*/ 618428 w 734307"/>
                  <a:gd name="connsiteY119" fmla="*/ 441650 h 788699"/>
                  <a:gd name="connsiteX120" fmla="*/ 618428 w 734307"/>
                  <a:gd name="connsiteY120" fmla="*/ 455248 h 788699"/>
                  <a:gd name="connsiteX121" fmla="*/ 621147 w 734307"/>
                  <a:gd name="connsiteY121" fmla="*/ 463407 h 788699"/>
                  <a:gd name="connsiteX122" fmla="*/ 626587 w 734307"/>
                  <a:gd name="connsiteY122" fmla="*/ 482444 h 788699"/>
                  <a:gd name="connsiteX123" fmla="*/ 629307 w 734307"/>
                  <a:gd name="connsiteY123" fmla="*/ 517800 h 788699"/>
                  <a:gd name="connsiteX124" fmla="*/ 634746 w 734307"/>
                  <a:gd name="connsiteY124" fmla="*/ 561314 h 788699"/>
                  <a:gd name="connsiteX125" fmla="*/ 634746 w 734307"/>
                  <a:gd name="connsiteY125" fmla="*/ 566754 h 788699"/>
                  <a:gd name="connsiteX126" fmla="*/ 634746 w 734307"/>
                  <a:gd name="connsiteY126" fmla="*/ 583072 h 788699"/>
                  <a:gd name="connsiteX127" fmla="*/ 637466 w 734307"/>
                  <a:gd name="connsiteY127" fmla="*/ 607548 h 788699"/>
                  <a:gd name="connsiteX128" fmla="*/ 640185 w 734307"/>
                  <a:gd name="connsiteY128" fmla="*/ 618427 h 788699"/>
                  <a:gd name="connsiteX129" fmla="*/ 640185 w 734307"/>
                  <a:gd name="connsiteY129" fmla="*/ 632025 h 788699"/>
                  <a:gd name="connsiteX130" fmla="*/ 640185 w 734307"/>
                  <a:gd name="connsiteY130" fmla="*/ 640184 h 788699"/>
                  <a:gd name="connsiteX131" fmla="*/ 642905 w 734307"/>
                  <a:gd name="connsiteY131" fmla="*/ 659222 h 788699"/>
                  <a:gd name="connsiteX132" fmla="*/ 642905 w 734307"/>
                  <a:gd name="connsiteY132" fmla="*/ 664661 h 788699"/>
                  <a:gd name="connsiteX133" fmla="*/ 653783 w 734307"/>
                  <a:gd name="connsiteY133" fmla="*/ 678259 h 788699"/>
                  <a:gd name="connsiteX134" fmla="*/ 653783 w 734307"/>
                  <a:gd name="connsiteY134" fmla="*/ 67825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34307" h="788699">
                    <a:moveTo>
                      <a:pt x="653783" y="678259"/>
                    </a:moveTo>
                    <a:cubicBezTo>
                      <a:pt x="667382" y="678259"/>
                      <a:pt x="691859" y="678259"/>
                      <a:pt x="691859" y="694577"/>
                    </a:cubicBezTo>
                    <a:cubicBezTo>
                      <a:pt x="691859" y="702736"/>
                      <a:pt x="689139" y="705456"/>
                      <a:pt x="686419" y="710895"/>
                    </a:cubicBezTo>
                    <a:cubicBezTo>
                      <a:pt x="683700" y="716335"/>
                      <a:pt x="675541" y="719054"/>
                      <a:pt x="670101" y="719054"/>
                    </a:cubicBezTo>
                    <a:cubicBezTo>
                      <a:pt x="661942" y="721774"/>
                      <a:pt x="653783" y="721774"/>
                      <a:pt x="648344" y="721774"/>
                    </a:cubicBezTo>
                    <a:cubicBezTo>
                      <a:pt x="645624" y="721774"/>
                      <a:pt x="634746" y="721774"/>
                      <a:pt x="618428" y="721774"/>
                    </a:cubicBezTo>
                    <a:cubicBezTo>
                      <a:pt x="604829" y="729933"/>
                      <a:pt x="588512" y="735372"/>
                      <a:pt x="572194" y="735372"/>
                    </a:cubicBezTo>
                    <a:cubicBezTo>
                      <a:pt x="564035" y="735372"/>
                      <a:pt x="553156" y="732653"/>
                      <a:pt x="544997" y="729933"/>
                    </a:cubicBezTo>
                    <a:cubicBezTo>
                      <a:pt x="539558" y="727213"/>
                      <a:pt x="536838" y="724494"/>
                      <a:pt x="534119" y="721774"/>
                    </a:cubicBezTo>
                    <a:cubicBezTo>
                      <a:pt x="520520" y="721774"/>
                      <a:pt x="509641" y="721774"/>
                      <a:pt x="496043" y="721774"/>
                    </a:cubicBezTo>
                    <a:cubicBezTo>
                      <a:pt x="487884" y="721774"/>
                      <a:pt x="479725" y="721774"/>
                      <a:pt x="471566" y="721774"/>
                    </a:cubicBezTo>
                    <a:cubicBezTo>
                      <a:pt x="463407" y="721774"/>
                      <a:pt x="452529" y="721774"/>
                      <a:pt x="444370" y="716335"/>
                    </a:cubicBezTo>
                    <a:cubicBezTo>
                      <a:pt x="436211" y="713615"/>
                      <a:pt x="428052" y="705456"/>
                      <a:pt x="428052" y="700017"/>
                    </a:cubicBezTo>
                    <a:cubicBezTo>
                      <a:pt x="428052" y="697297"/>
                      <a:pt x="428052" y="694577"/>
                      <a:pt x="433491" y="691858"/>
                    </a:cubicBezTo>
                    <a:cubicBezTo>
                      <a:pt x="438930" y="689138"/>
                      <a:pt x="449809" y="686418"/>
                      <a:pt x="455248" y="683699"/>
                    </a:cubicBezTo>
                    <a:cubicBezTo>
                      <a:pt x="474286" y="680979"/>
                      <a:pt x="498763" y="678259"/>
                      <a:pt x="506922" y="678259"/>
                    </a:cubicBezTo>
                    <a:cubicBezTo>
                      <a:pt x="506922" y="678259"/>
                      <a:pt x="509641" y="678259"/>
                      <a:pt x="509641" y="678259"/>
                    </a:cubicBezTo>
                    <a:cubicBezTo>
                      <a:pt x="509641" y="672820"/>
                      <a:pt x="506922" y="670101"/>
                      <a:pt x="506922" y="664661"/>
                    </a:cubicBezTo>
                    <a:cubicBezTo>
                      <a:pt x="501483" y="640184"/>
                      <a:pt x="501483" y="612988"/>
                      <a:pt x="498763" y="580352"/>
                    </a:cubicBezTo>
                    <a:cubicBezTo>
                      <a:pt x="496043" y="547716"/>
                      <a:pt x="498763" y="512361"/>
                      <a:pt x="496043" y="479725"/>
                    </a:cubicBezTo>
                    <a:cubicBezTo>
                      <a:pt x="493324" y="449808"/>
                      <a:pt x="493324" y="419892"/>
                      <a:pt x="493324" y="389976"/>
                    </a:cubicBezTo>
                    <a:cubicBezTo>
                      <a:pt x="493324" y="360060"/>
                      <a:pt x="490604" y="332863"/>
                      <a:pt x="490604" y="302947"/>
                    </a:cubicBezTo>
                    <a:cubicBezTo>
                      <a:pt x="487884" y="275751"/>
                      <a:pt x="487884" y="240395"/>
                      <a:pt x="487884" y="229516"/>
                    </a:cubicBezTo>
                    <a:cubicBezTo>
                      <a:pt x="487884" y="224077"/>
                      <a:pt x="487884" y="221357"/>
                      <a:pt x="485165" y="221357"/>
                    </a:cubicBezTo>
                    <a:cubicBezTo>
                      <a:pt x="485165" y="221357"/>
                      <a:pt x="482445" y="224077"/>
                      <a:pt x="482445" y="226797"/>
                    </a:cubicBezTo>
                    <a:cubicBezTo>
                      <a:pt x="479725" y="237675"/>
                      <a:pt x="479725" y="251274"/>
                      <a:pt x="477006" y="262152"/>
                    </a:cubicBezTo>
                    <a:cubicBezTo>
                      <a:pt x="471566" y="289349"/>
                      <a:pt x="466127" y="316545"/>
                      <a:pt x="460688" y="341022"/>
                    </a:cubicBezTo>
                    <a:cubicBezTo>
                      <a:pt x="455248" y="365499"/>
                      <a:pt x="447090" y="392696"/>
                      <a:pt x="444370" y="417173"/>
                    </a:cubicBezTo>
                    <a:cubicBezTo>
                      <a:pt x="441650" y="430771"/>
                      <a:pt x="438930" y="441650"/>
                      <a:pt x="436211" y="455248"/>
                    </a:cubicBezTo>
                    <a:cubicBezTo>
                      <a:pt x="433491" y="468846"/>
                      <a:pt x="428052" y="479725"/>
                      <a:pt x="425332" y="493323"/>
                    </a:cubicBezTo>
                    <a:cubicBezTo>
                      <a:pt x="422612" y="506921"/>
                      <a:pt x="419893" y="520520"/>
                      <a:pt x="411734" y="531398"/>
                    </a:cubicBezTo>
                    <a:cubicBezTo>
                      <a:pt x="406295" y="539557"/>
                      <a:pt x="395416" y="547716"/>
                      <a:pt x="376378" y="547716"/>
                    </a:cubicBezTo>
                    <a:cubicBezTo>
                      <a:pt x="357341" y="547716"/>
                      <a:pt x="335583" y="539557"/>
                      <a:pt x="319265" y="525959"/>
                    </a:cubicBezTo>
                    <a:cubicBezTo>
                      <a:pt x="300228" y="506921"/>
                      <a:pt x="294788" y="479725"/>
                      <a:pt x="289349" y="455248"/>
                    </a:cubicBezTo>
                    <a:cubicBezTo>
                      <a:pt x="283910" y="428051"/>
                      <a:pt x="278470" y="400855"/>
                      <a:pt x="273031" y="373658"/>
                    </a:cubicBezTo>
                    <a:cubicBezTo>
                      <a:pt x="273031" y="368219"/>
                      <a:pt x="267592" y="346462"/>
                      <a:pt x="262153" y="316545"/>
                    </a:cubicBezTo>
                    <a:cubicBezTo>
                      <a:pt x="256713" y="292068"/>
                      <a:pt x="251274" y="262152"/>
                      <a:pt x="245835" y="237675"/>
                    </a:cubicBezTo>
                    <a:cubicBezTo>
                      <a:pt x="240395" y="218638"/>
                      <a:pt x="237675" y="205039"/>
                      <a:pt x="234956" y="196881"/>
                    </a:cubicBezTo>
                    <a:cubicBezTo>
                      <a:pt x="232236" y="191441"/>
                      <a:pt x="232236" y="191441"/>
                      <a:pt x="232236" y="191441"/>
                    </a:cubicBezTo>
                    <a:cubicBezTo>
                      <a:pt x="229517" y="191441"/>
                      <a:pt x="229517" y="196881"/>
                      <a:pt x="226797" y="207759"/>
                    </a:cubicBezTo>
                    <a:cubicBezTo>
                      <a:pt x="226797" y="215918"/>
                      <a:pt x="226797" y="229516"/>
                      <a:pt x="226797" y="232236"/>
                    </a:cubicBezTo>
                    <a:cubicBezTo>
                      <a:pt x="226797" y="243115"/>
                      <a:pt x="224077" y="256713"/>
                      <a:pt x="224077" y="267592"/>
                    </a:cubicBezTo>
                    <a:cubicBezTo>
                      <a:pt x="224077" y="278470"/>
                      <a:pt x="224077" y="294788"/>
                      <a:pt x="221358" y="311106"/>
                    </a:cubicBezTo>
                    <a:cubicBezTo>
                      <a:pt x="221358" y="327424"/>
                      <a:pt x="218638" y="343742"/>
                      <a:pt x="218638" y="360060"/>
                    </a:cubicBezTo>
                    <a:cubicBezTo>
                      <a:pt x="218638" y="373658"/>
                      <a:pt x="215919" y="384537"/>
                      <a:pt x="215919" y="398135"/>
                    </a:cubicBezTo>
                    <a:cubicBezTo>
                      <a:pt x="215919" y="409014"/>
                      <a:pt x="213199" y="419892"/>
                      <a:pt x="213199" y="430771"/>
                    </a:cubicBezTo>
                    <a:cubicBezTo>
                      <a:pt x="213199" y="438930"/>
                      <a:pt x="213199" y="447089"/>
                      <a:pt x="213199" y="455248"/>
                    </a:cubicBezTo>
                    <a:cubicBezTo>
                      <a:pt x="213199" y="463407"/>
                      <a:pt x="213199" y="471566"/>
                      <a:pt x="213199" y="477005"/>
                    </a:cubicBezTo>
                    <a:cubicBezTo>
                      <a:pt x="210479" y="490603"/>
                      <a:pt x="207759" y="506921"/>
                      <a:pt x="207759" y="520520"/>
                    </a:cubicBezTo>
                    <a:cubicBezTo>
                      <a:pt x="202320" y="550436"/>
                      <a:pt x="199600" y="580352"/>
                      <a:pt x="196881" y="610268"/>
                    </a:cubicBezTo>
                    <a:cubicBezTo>
                      <a:pt x="196881" y="623866"/>
                      <a:pt x="196881" y="640184"/>
                      <a:pt x="194161" y="653783"/>
                    </a:cubicBezTo>
                    <a:cubicBezTo>
                      <a:pt x="194161" y="659222"/>
                      <a:pt x="194161" y="661942"/>
                      <a:pt x="191441" y="667381"/>
                    </a:cubicBezTo>
                    <a:cubicBezTo>
                      <a:pt x="213199" y="667381"/>
                      <a:pt x="232236" y="667381"/>
                      <a:pt x="243115" y="667381"/>
                    </a:cubicBezTo>
                    <a:cubicBezTo>
                      <a:pt x="253994" y="667381"/>
                      <a:pt x="273031" y="670101"/>
                      <a:pt x="273031" y="683699"/>
                    </a:cubicBezTo>
                    <a:cubicBezTo>
                      <a:pt x="273031" y="691858"/>
                      <a:pt x="267592" y="691858"/>
                      <a:pt x="262153" y="697297"/>
                    </a:cubicBezTo>
                    <a:cubicBezTo>
                      <a:pt x="259433" y="702736"/>
                      <a:pt x="253994" y="705456"/>
                      <a:pt x="248554" y="705456"/>
                    </a:cubicBezTo>
                    <a:cubicBezTo>
                      <a:pt x="240395" y="708176"/>
                      <a:pt x="234956" y="708176"/>
                      <a:pt x="232236" y="708176"/>
                    </a:cubicBezTo>
                    <a:cubicBezTo>
                      <a:pt x="226797" y="708176"/>
                      <a:pt x="175124" y="708176"/>
                      <a:pt x="166965" y="708176"/>
                    </a:cubicBezTo>
                    <a:cubicBezTo>
                      <a:pt x="156086" y="708176"/>
                      <a:pt x="120730" y="708176"/>
                      <a:pt x="109852" y="708176"/>
                    </a:cubicBezTo>
                    <a:cubicBezTo>
                      <a:pt x="104412" y="708176"/>
                      <a:pt x="96253" y="708176"/>
                      <a:pt x="90814" y="708176"/>
                    </a:cubicBezTo>
                    <a:cubicBezTo>
                      <a:pt x="85375" y="708176"/>
                      <a:pt x="77216" y="70545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20730" y="664661"/>
                      <a:pt x="126170" y="664661"/>
                    </a:cubicBezTo>
                    <a:cubicBezTo>
                      <a:pt x="128889" y="664661"/>
                      <a:pt x="134329" y="664661"/>
                      <a:pt x="142487" y="664661"/>
                    </a:cubicBezTo>
                    <a:cubicBezTo>
                      <a:pt x="142487" y="640184"/>
                      <a:pt x="147927" y="612988"/>
                      <a:pt x="147927" y="588511"/>
                    </a:cubicBezTo>
                    <a:cubicBezTo>
                      <a:pt x="150646" y="555875"/>
                      <a:pt x="153366" y="523239"/>
                      <a:pt x="153366" y="493323"/>
                    </a:cubicBezTo>
                    <a:cubicBezTo>
                      <a:pt x="153366" y="466126"/>
                      <a:pt x="156086" y="438930"/>
                      <a:pt x="156086" y="411733"/>
                    </a:cubicBezTo>
                    <a:cubicBezTo>
                      <a:pt x="158806" y="373658"/>
                      <a:pt x="158806" y="335583"/>
                      <a:pt x="161525" y="297508"/>
                    </a:cubicBezTo>
                    <a:cubicBezTo>
                      <a:pt x="161525" y="278470"/>
                      <a:pt x="164245" y="259433"/>
                      <a:pt x="166965" y="240395"/>
                    </a:cubicBezTo>
                    <a:cubicBezTo>
                      <a:pt x="169684" y="210479"/>
                      <a:pt x="172404" y="191441"/>
                      <a:pt x="177843" y="161525"/>
                    </a:cubicBezTo>
                    <a:cubicBezTo>
                      <a:pt x="180563" y="147927"/>
                      <a:pt x="180563" y="131609"/>
                      <a:pt x="183282" y="118011"/>
                    </a:cubicBezTo>
                    <a:cubicBezTo>
                      <a:pt x="183282" y="118011"/>
                      <a:pt x="183282" y="115291"/>
                      <a:pt x="183282" y="115291"/>
                    </a:cubicBezTo>
                    <a:cubicBezTo>
                      <a:pt x="177843" y="115291"/>
                      <a:pt x="172404" y="115291"/>
                      <a:pt x="161525" y="115291"/>
                    </a:cubicBezTo>
                    <a:cubicBezTo>
                      <a:pt x="153366" y="115291"/>
                      <a:pt x="145207" y="115291"/>
                      <a:pt x="137048" y="115291"/>
                    </a:cubicBezTo>
                    <a:cubicBezTo>
                      <a:pt x="128889" y="115291"/>
                      <a:pt x="118011" y="115291"/>
                      <a:pt x="109852" y="109851"/>
                    </a:cubicBezTo>
                    <a:cubicBezTo>
                      <a:pt x="101693" y="107132"/>
                      <a:pt x="93534" y="98973"/>
                      <a:pt x="93534" y="93534"/>
                    </a:cubicBezTo>
                    <a:cubicBezTo>
                      <a:pt x="93534" y="90814"/>
                      <a:pt x="93534" y="88094"/>
                      <a:pt x="98973" y="85375"/>
                    </a:cubicBezTo>
                    <a:cubicBezTo>
                      <a:pt x="104412" y="82655"/>
                      <a:pt x="115291" y="79935"/>
                      <a:pt x="120730" y="77216"/>
                    </a:cubicBezTo>
                    <a:cubicBezTo>
                      <a:pt x="139768" y="74496"/>
                      <a:pt x="164245" y="71776"/>
                      <a:pt x="172404" y="71776"/>
                    </a:cubicBezTo>
                    <a:cubicBezTo>
                      <a:pt x="194161" y="71776"/>
                      <a:pt x="210479" y="69057"/>
                      <a:pt x="234956" y="69057"/>
                    </a:cubicBezTo>
                    <a:cubicBezTo>
                      <a:pt x="237675" y="69057"/>
                      <a:pt x="240395" y="69057"/>
                      <a:pt x="243115" y="69057"/>
                    </a:cubicBezTo>
                    <a:cubicBezTo>
                      <a:pt x="251274" y="69057"/>
                      <a:pt x="262153" y="69057"/>
                      <a:pt x="270312" y="74496"/>
                    </a:cubicBezTo>
                    <a:cubicBezTo>
                      <a:pt x="283910" y="82655"/>
                      <a:pt x="300228" y="96253"/>
                      <a:pt x="308387" y="123450"/>
                    </a:cubicBezTo>
                    <a:cubicBezTo>
                      <a:pt x="316546" y="147927"/>
                      <a:pt x="327424" y="175123"/>
                      <a:pt x="332864" y="202320"/>
                    </a:cubicBezTo>
                    <a:cubicBezTo>
                      <a:pt x="335583" y="213198"/>
                      <a:pt x="335583" y="226797"/>
                      <a:pt x="338303" y="237675"/>
                    </a:cubicBezTo>
                    <a:cubicBezTo>
                      <a:pt x="343742" y="251274"/>
                      <a:pt x="346462" y="264872"/>
                      <a:pt x="349182" y="281190"/>
                    </a:cubicBezTo>
                    <a:cubicBezTo>
                      <a:pt x="351901" y="292068"/>
                      <a:pt x="351901" y="305667"/>
                      <a:pt x="357341" y="316545"/>
                    </a:cubicBezTo>
                    <a:cubicBezTo>
                      <a:pt x="362780" y="327424"/>
                      <a:pt x="362780" y="338303"/>
                      <a:pt x="365500" y="351901"/>
                    </a:cubicBezTo>
                    <a:cubicBezTo>
                      <a:pt x="365500" y="357340"/>
                      <a:pt x="373658" y="373658"/>
                      <a:pt x="376378" y="389976"/>
                    </a:cubicBezTo>
                    <a:cubicBezTo>
                      <a:pt x="381817" y="403574"/>
                      <a:pt x="384537" y="414453"/>
                      <a:pt x="387257" y="414453"/>
                    </a:cubicBezTo>
                    <a:cubicBezTo>
                      <a:pt x="392696" y="414453"/>
                      <a:pt x="395416" y="381817"/>
                      <a:pt x="398136" y="376378"/>
                    </a:cubicBezTo>
                    <a:cubicBezTo>
                      <a:pt x="400855" y="362779"/>
                      <a:pt x="403575" y="346462"/>
                      <a:pt x="406295" y="332863"/>
                    </a:cubicBezTo>
                    <a:cubicBezTo>
                      <a:pt x="411734" y="302947"/>
                      <a:pt x="417173" y="273031"/>
                      <a:pt x="425332" y="243115"/>
                    </a:cubicBezTo>
                    <a:cubicBezTo>
                      <a:pt x="430771" y="213198"/>
                      <a:pt x="436211" y="180563"/>
                      <a:pt x="444370" y="150646"/>
                    </a:cubicBezTo>
                    <a:cubicBezTo>
                      <a:pt x="449809" y="126170"/>
                      <a:pt x="460688" y="98973"/>
                      <a:pt x="477006" y="79935"/>
                    </a:cubicBezTo>
                    <a:cubicBezTo>
                      <a:pt x="487884" y="66337"/>
                      <a:pt x="506922" y="58178"/>
                      <a:pt x="523240" y="58178"/>
                    </a:cubicBezTo>
                    <a:cubicBezTo>
                      <a:pt x="528679" y="58178"/>
                      <a:pt x="539558" y="58178"/>
                      <a:pt x="544997" y="63617"/>
                    </a:cubicBezTo>
                    <a:lnTo>
                      <a:pt x="612988" y="63617"/>
                    </a:lnTo>
                    <a:cubicBezTo>
                      <a:pt x="626587" y="63617"/>
                      <a:pt x="651064" y="63617"/>
                      <a:pt x="651064" y="79935"/>
                    </a:cubicBezTo>
                    <a:cubicBezTo>
                      <a:pt x="651064" y="88094"/>
                      <a:pt x="648344" y="88094"/>
                      <a:pt x="645624" y="96253"/>
                    </a:cubicBezTo>
                    <a:cubicBezTo>
                      <a:pt x="640185" y="101693"/>
                      <a:pt x="634746" y="104412"/>
                      <a:pt x="629307" y="104412"/>
                    </a:cubicBezTo>
                    <a:cubicBezTo>
                      <a:pt x="621147" y="107132"/>
                      <a:pt x="612988" y="107132"/>
                      <a:pt x="607549" y="107132"/>
                    </a:cubicBezTo>
                    <a:cubicBezTo>
                      <a:pt x="604829" y="107132"/>
                      <a:pt x="591231" y="107132"/>
                      <a:pt x="580353" y="107132"/>
                    </a:cubicBezTo>
                    <a:cubicBezTo>
                      <a:pt x="580353" y="109851"/>
                      <a:pt x="583072" y="112571"/>
                      <a:pt x="583072" y="115291"/>
                    </a:cubicBezTo>
                    <a:cubicBezTo>
                      <a:pt x="585792" y="128889"/>
                      <a:pt x="585792" y="142487"/>
                      <a:pt x="588512" y="156086"/>
                    </a:cubicBezTo>
                    <a:cubicBezTo>
                      <a:pt x="591231" y="169684"/>
                      <a:pt x="591231" y="183282"/>
                      <a:pt x="593951" y="196881"/>
                    </a:cubicBezTo>
                    <a:cubicBezTo>
                      <a:pt x="593951" y="207759"/>
                      <a:pt x="599390" y="215918"/>
                      <a:pt x="599390" y="226797"/>
                    </a:cubicBezTo>
                    <a:cubicBezTo>
                      <a:pt x="599390" y="229516"/>
                      <a:pt x="599390" y="229516"/>
                      <a:pt x="599390" y="232236"/>
                    </a:cubicBezTo>
                    <a:cubicBezTo>
                      <a:pt x="599390" y="234956"/>
                      <a:pt x="599390" y="237675"/>
                      <a:pt x="599390" y="240395"/>
                    </a:cubicBezTo>
                    <a:cubicBezTo>
                      <a:pt x="599390" y="251274"/>
                      <a:pt x="599390" y="259433"/>
                      <a:pt x="602110" y="270311"/>
                    </a:cubicBezTo>
                    <a:cubicBezTo>
                      <a:pt x="604829" y="283909"/>
                      <a:pt x="607549" y="294788"/>
                      <a:pt x="607549" y="308386"/>
                    </a:cubicBezTo>
                    <a:cubicBezTo>
                      <a:pt x="607549" y="311106"/>
                      <a:pt x="607549" y="316545"/>
                      <a:pt x="607549" y="319265"/>
                    </a:cubicBezTo>
                    <a:cubicBezTo>
                      <a:pt x="607549" y="324704"/>
                      <a:pt x="610269" y="330144"/>
                      <a:pt x="612988" y="335583"/>
                    </a:cubicBezTo>
                    <a:cubicBezTo>
                      <a:pt x="612988" y="338303"/>
                      <a:pt x="612988" y="343742"/>
                      <a:pt x="612988" y="346462"/>
                    </a:cubicBezTo>
                    <a:cubicBezTo>
                      <a:pt x="612988" y="354620"/>
                      <a:pt x="612988" y="362779"/>
                      <a:pt x="612988" y="370939"/>
                    </a:cubicBezTo>
                    <a:cubicBezTo>
                      <a:pt x="612988" y="379097"/>
                      <a:pt x="612988" y="387256"/>
                      <a:pt x="612988" y="395415"/>
                    </a:cubicBezTo>
                    <a:cubicBezTo>
                      <a:pt x="612988" y="403574"/>
                      <a:pt x="615708" y="414453"/>
                      <a:pt x="615708" y="422612"/>
                    </a:cubicBezTo>
                    <a:cubicBezTo>
                      <a:pt x="618428" y="430771"/>
                      <a:pt x="618428" y="436210"/>
                      <a:pt x="618428" y="441650"/>
                    </a:cubicBezTo>
                    <a:cubicBezTo>
                      <a:pt x="618428" y="444369"/>
                      <a:pt x="618428" y="449808"/>
                      <a:pt x="618428" y="455248"/>
                    </a:cubicBezTo>
                    <a:cubicBezTo>
                      <a:pt x="618428" y="460687"/>
                      <a:pt x="618428" y="460687"/>
                      <a:pt x="621147" y="463407"/>
                    </a:cubicBezTo>
                    <a:cubicBezTo>
                      <a:pt x="623867" y="471566"/>
                      <a:pt x="623867" y="477005"/>
                      <a:pt x="626587" y="482444"/>
                    </a:cubicBezTo>
                    <a:cubicBezTo>
                      <a:pt x="629307" y="493323"/>
                      <a:pt x="629307" y="506921"/>
                      <a:pt x="629307" y="517800"/>
                    </a:cubicBezTo>
                    <a:cubicBezTo>
                      <a:pt x="632026" y="534118"/>
                      <a:pt x="632026" y="547716"/>
                      <a:pt x="634746" y="561314"/>
                    </a:cubicBezTo>
                    <a:cubicBezTo>
                      <a:pt x="634746" y="564034"/>
                      <a:pt x="634746" y="564034"/>
                      <a:pt x="634746" y="566754"/>
                    </a:cubicBezTo>
                    <a:cubicBezTo>
                      <a:pt x="634746" y="572193"/>
                      <a:pt x="634746" y="577632"/>
                      <a:pt x="634746" y="583072"/>
                    </a:cubicBezTo>
                    <a:cubicBezTo>
                      <a:pt x="634746" y="596670"/>
                      <a:pt x="637466" y="602109"/>
                      <a:pt x="637466" y="607548"/>
                    </a:cubicBezTo>
                    <a:cubicBezTo>
                      <a:pt x="637466" y="610268"/>
                      <a:pt x="640185" y="615708"/>
                      <a:pt x="640185" y="618427"/>
                    </a:cubicBezTo>
                    <a:cubicBezTo>
                      <a:pt x="640185" y="623866"/>
                      <a:pt x="640185" y="629306"/>
                      <a:pt x="640185" y="632025"/>
                    </a:cubicBezTo>
                    <a:cubicBezTo>
                      <a:pt x="640185" y="634745"/>
                      <a:pt x="640185" y="637465"/>
                      <a:pt x="640185" y="640184"/>
                    </a:cubicBezTo>
                    <a:cubicBezTo>
                      <a:pt x="640185" y="645624"/>
                      <a:pt x="642905" y="653783"/>
                      <a:pt x="642905" y="659222"/>
                    </a:cubicBezTo>
                    <a:cubicBezTo>
                      <a:pt x="642905" y="661942"/>
                      <a:pt x="642905" y="661942"/>
                      <a:pt x="642905" y="664661"/>
                    </a:cubicBezTo>
                    <a:cubicBezTo>
                      <a:pt x="645624" y="678259"/>
                      <a:pt x="651064" y="678259"/>
                      <a:pt x="653783" y="678259"/>
                    </a:cubicBezTo>
                    <a:lnTo>
                      <a:pt x="653783" y="67825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45">
                <a:extLst>
                  <a:ext uri="{FF2B5EF4-FFF2-40B4-BE49-F238E27FC236}">
                    <a16:creationId xmlns:a16="http://schemas.microsoft.com/office/drawing/2014/main" id="{680A11E8-42C0-AC46-8BDC-938DB604E287}"/>
                  </a:ext>
                </a:extLst>
              </p:cNvPr>
              <p:cNvSpPr/>
              <p:nvPr/>
            </p:nvSpPr>
            <p:spPr>
              <a:xfrm>
                <a:off x="6362526" y="4242177"/>
                <a:ext cx="492259" cy="674476"/>
              </a:xfrm>
              <a:custGeom>
                <a:avLst/>
                <a:gdLst>
                  <a:gd name="connsiteX0" fmla="*/ 225733 w 492259"/>
                  <a:gd name="connsiteY0" fmla="*/ 97907 h 674476"/>
                  <a:gd name="connsiteX1" fmla="*/ 209415 w 492259"/>
                  <a:gd name="connsiteY1" fmla="*/ 119665 h 674476"/>
                  <a:gd name="connsiteX2" fmla="*/ 201256 w 492259"/>
                  <a:gd name="connsiteY2" fmla="*/ 152300 h 674476"/>
                  <a:gd name="connsiteX3" fmla="*/ 198536 w 492259"/>
                  <a:gd name="connsiteY3" fmla="*/ 168618 h 674476"/>
                  <a:gd name="connsiteX4" fmla="*/ 195817 w 492259"/>
                  <a:gd name="connsiteY4" fmla="*/ 184936 h 674476"/>
                  <a:gd name="connsiteX5" fmla="*/ 187658 w 492259"/>
                  <a:gd name="connsiteY5" fmla="*/ 220292 h 674476"/>
                  <a:gd name="connsiteX6" fmla="*/ 168620 w 492259"/>
                  <a:gd name="connsiteY6" fmla="*/ 291003 h 674476"/>
                  <a:gd name="connsiteX7" fmla="*/ 160461 w 492259"/>
                  <a:gd name="connsiteY7" fmla="*/ 323639 h 674476"/>
                  <a:gd name="connsiteX8" fmla="*/ 149582 w 492259"/>
                  <a:gd name="connsiteY8" fmla="*/ 361714 h 674476"/>
                  <a:gd name="connsiteX9" fmla="*/ 144143 w 492259"/>
                  <a:gd name="connsiteY9" fmla="*/ 388910 h 674476"/>
                  <a:gd name="connsiteX10" fmla="*/ 149582 w 492259"/>
                  <a:gd name="connsiteY10" fmla="*/ 391630 h 674476"/>
                  <a:gd name="connsiteX11" fmla="*/ 171340 w 492259"/>
                  <a:gd name="connsiteY11" fmla="*/ 391630 h 674476"/>
                  <a:gd name="connsiteX12" fmla="*/ 193097 w 492259"/>
                  <a:gd name="connsiteY12" fmla="*/ 388910 h 674476"/>
                  <a:gd name="connsiteX13" fmla="*/ 212135 w 492259"/>
                  <a:gd name="connsiteY13" fmla="*/ 388910 h 674476"/>
                  <a:gd name="connsiteX14" fmla="*/ 236611 w 492259"/>
                  <a:gd name="connsiteY14" fmla="*/ 388910 h 674476"/>
                  <a:gd name="connsiteX15" fmla="*/ 250210 w 492259"/>
                  <a:gd name="connsiteY15" fmla="*/ 386191 h 674476"/>
                  <a:gd name="connsiteX16" fmla="*/ 258369 w 492259"/>
                  <a:gd name="connsiteY16" fmla="*/ 386191 h 674476"/>
                  <a:gd name="connsiteX17" fmla="*/ 255649 w 492259"/>
                  <a:gd name="connsiteY17" fmla="*/ 367153 h 674476"/>
                  <a:gd name="connsiteX18" fmla="*/ 250210 w 492259"/>
                  <a:gd name="connsiteY18" fmla="*/ 331797 h 674476"/>
                  <a:gd name="connsiteX19" fmla="*/ 247490 w 492259"/>
                  <a:gd name="connsiteY19" fmla="*/ 244769 h 674476"/>
                  <a:gd name="connsiteX20" fmla="*/ 242051 w 492259"/>
                  <a:gd name="connsiteY20" fmla="*/ 203974 h 674476"/>
                  <a:gd name="connsiteX21" fmla="*/ 236611 w 492259"/>
                  <a:gd name="connsiteY21" fmla="*/ 157740 h 674476"/>
                  <a:gd name="connsiteX22" fmla="*/ 233892 w 492259"/>
                  <a:gd name="connsiteY22" fmla="*/ 119665 h 674476"/>
                  <a:gd name="connsiteX23" fmla="*/ 225733 w 492259"/>
                  <a:gd name="connsiteY23" fmla="*/ 97907 h 674476"/>
                  <a:gd name="connsiteX24" fmla="*/ 274687 w 492259"/>
                  <a:gd name="connsiteY24" fmla="*/ 0 h 674476"/>
                  <a:gd name="connsiteX25" fmla="*/ 304603 w 492259"/>
                  <a:gd name="connsiteY25" fmla="*/ 5439 h 674476"/>
                  <a:gd name="connsiteX26" fmla="*/ 320921 w 492259"/>
                  <a:gd name="connsiteY26" fmla="*/ 24477 h 674476"/>
                  <a:gd name="connsiteX27" fmla="*/ 334519 w 492259"/>
                  <a:gd name="connsiteY27" fmla="*/ 43515 h 674476"/>
                  <a:gd name="connsiteX28" fmla="*/ 339959 w 492259"/>
                  <a:gd name="connsiteY28" fmla="*/ 65272 h 674476"/>
                  <a:gd name="connsiteX29" fmla="*/ 348118 w 492259"/>
                  <a:gd name="connsiteY29" fmla="*/ 114226 h 674476"/>
                  <a:gd name="connsiteX30" fmla="*/ 361716 w 492259"/>
                  <a:gd name="connsiteY30" fmla="*/ 163180 h 674476"/>
                  <a:gd name="connsiteX31" fmla="*/ 369875 w 492259"/>
                  <a:gd name="connsiteY31" fmla="*/ 220293 h 674476"/>
                  <a:gd name="connsiteX32" fmla="*/ 378034 w 492259"/>
                  <a:gd name="connsiteY32" fmla="*/ 274686 h 674476"/>
                  <a:gd name="connsiteX33" fmla="*/ 383473 w 492259"/>
                  <a:gd name="connsiteY33" fmla="*/ 301883 h 674476"/>
                  <a:gd name="connsiteX34" fmla="*/ 391632 w 492259"/>
                  <a:gd name="connsiteY34" fmla="*/ 337238 h 674476"/>
                  <a:gd name="connsiteX35" fmla="*/ 397071 w 492259"/>
                  <a:gd name="connsiteY35" fmla="*/ 364435 h 674476"/>
                  <a:gd name="connsiteX36" fmla="*/ 405230 w 492259"/>
                  <a:gd name="connsiteY36" fmla="*/ 383473 h 674476"/>
                  <a:gd name="connsiteX37" fmla="*/ 416109 w 492259"/>
                  <a:gd name="connsiteY37" fmla="*/ 386192 h 674476"/>
                  <a:gd name="connsiteX38" fmla="*/ 426988 w 492259"/>
                  <a:gd name="connsiteY38" fmla="*/ 386192 h 674476"/>
                  <a:gd name="connsiteX39" fmla="*/ 454184 w 492259"/>
                  <a:gd name="connsiteY39" fmla="*/ 397071 h 674476"/>
                  <a:gd name="connsiteX40" fmla="*/ 456904 w 492259"/>
                  <a:gd name="connsiteY40" fmla="*/ 405230 h 674476"/>
                  <a:gd name="connsiteX41" fmla="*/ 451464 w 492259"/>
                  <a:gd name="connsiteY41" fmla="*/ 416108 h 674476"/>
                  <a:gd name="connsiteX42" fmla="*/ 432427 w 492259"/>
                  <a:gd name="connsiteY42" fmla="*/ 429707 h 674476"/>
                  <a:gd name="connsiteX43" fmla="*/ 421548 w 492259"/>
                  <a:gd name="connsiteY43" fmla="*/ 432426 h 674476"/>
                  <a:gd name="connsiteX44" fmla="*/ 413389 w 492259"/>
                  <a:gd name="connsiteY44" fmla="*/ 435146 h 674476"/>
                  <a:gd name="connsiteX45" fmla="*/ 413389 w 492259"/>
                  <a:gd name="connsiteY45" fmla="*/ 440585 h 674476"/>
                  <a:gd name="connsiteX46" fmla="*/ 416109 w 492259"/>
                  <a:gd name="connsiteY46" fmla="*/ 451464 h 674476"/>
                  <a:gd name="connsiteX47" fmla="*/ 418829 w 492259"/>
                  <a:gd name="connsiteY47" fmla="*/ 465062 h 674476"/>
                  <a:gd name="connsiteX48" fmla="*/ 418829 w 492259"/>
                  <a:gd name="connsiteY48" fmla="*/ 475941 h 674476"/>
                  <a:gd name="connsiteX49" fmla="*/ 418829 w 492259"/>
                  <a:gd name="connsiteY49" fmla="*/ 486820 h 674476"/>
                  <a:gd name="connsiteX50" fmla="*/ 426988 w 492259"/>
                  <a:gd name="connsiteY50" fmla="*/ 516736 h 674476"/>
                  <a:gd name="connsiteX51" fmla="*/ 432427 w 492259"/>
                  <a:gd name="connsiteY51" fmla="*/ 543932 h 674476"/>
                  <a:gd name="connsiteX52" fmla="*/ 437866 w 492259"/>
                  <a:gd name="connsiteY52" fmla="*/ 573848 h 674476"/>
                  <a:gd name="connsiteX53" fmla="*/ 443306 w 492259"/>
                  <a:gd name="connsiteY53" fmla="*/ 606484 h 674476"/>
                  <a:gd name="connsiteX54" fmla="*/ 446025 w 492259"/>
                  <a:gd name="connsiteY54" fmla="*/ 617363 h 674476"/>
                  <a:gd name="connsiteX55" fmla="*/ 470502 w 492259"/>
                  <a:gd name="connsiteY55" fmla="*/ 617363 h 674476"/>
                  <a:gd name="connsiteX56" fmla="*/ 492259 w 492259"/>
                  <a:gd name="connsiteY56" fmla="*/ 641840 h 674476"/>
                  <a:gd name="connsiteX57" fmla="*/ 484101 w 492259"/>
                  <a:gd name="connsiteY57" fmla="*/ 655438 h 674476"/>
                  <a:gd name="connsiteX58" fmla="*/ 467782 w 492259"/>
                  <a:gd name="connsiteY58" fmla="*/ 663597 h 674476"/>
                  <a:gd name="connsiteX59" fmla="*/ 443306 w 492259"/>
                  <a:gd name="connsiteY59" fmla="*/ 666317 h 674476"/>
                  <a:gd name="connsiteX60" fmla="*/ 421548 w 492259"/>
                  <a:gd name="connsiteY60" fmla="*/ 666317 h 674476"/>
                  <a:gd name="connsiteX61" fmla="*/ 413389 w 492259"/>
                  <a:gd name="connsiteY61" fmla="*/ 666317 h 674476"/>
                  <a:gd name="connsiteX62" fmla="*/ 399791 w 492259"/>
                  <a:gd name="connsiteY62" fmla="*/ 671756 h 674476"/>
                  <a:gd name="connsiteX63" fmla="*/ 383473 w 492259"/>
                  <a:gd name="connsiteY63" fmla="*/ 674476 h 674476"/>
                  <a:gd name="connsiteX64" fmla="*/ 348118 w 492259"/>
                  <a:gd name="connsiteY64" fmla="*/ 669036 h 674476"/>
                  <a:gd name="connsiteX65" fmla="*/ 326360 w 492259"/>
                  <a:gd name="connsiteY65" fmla="*/ 669036 h 674476"/>
                  <a:gd name="connsiteX66" fmla="*/ 277406 w 492259"/>
                  <a:gd name="connsiteY66" fmla="*/ 669036 h 674476"/>
                  <a:gd name="connsiteX67" fmla="*/ 252930 w 492259"/>
                  <a:gd name="connsiteY67" fmla="*/ 663597 h 674476"/>
                  <a:gd name="connsiteX68" fmla="*/ 236611 w 492259"/>
                  <a:gd name="connsiteY68" fmla="*/ 647279 h 674476"/>
                  <a:gd name="connsiteX69" fmla="*/ 261088 w 492259"/>
                  <a:gd name="connsiteY69" fmla="*/ 630961 h 674476"/>
                  <a:gd name="connsiteX70" fmla="*/ 288285 w 492259"/>
                  <a:gd name="connsiteY70" fmla="*/ 628241 h 674476"/>
                  <a:gd name="connsiteX71" fmla="*/ 285565 w 492259"/>
                  <a:gd name="connsiteY71" fmla="*/ 609204 h 674476"/>
                  <a:gd name="connsiteX72" fmla="*/ 282846 w 492259"/>
                  <a:gd name="connsiteY72" fmla="*/ 582007 h 674476"/>
                  <a:gd name="connsiteX73" fmla="*/ 280126 w 492259"/>
                  <a:gd name="connsiteY73" fmla="*/ 568409 h 674476"/>
                  <a:gd name="connsiteX74" fmla="*/ 282846 w 492259"/>
                  <a:gd name="connsiteY74" fmla="*/ 554811 h 674476"/>
                  <a:gd name="connsiteX75" fmla="*/ 277406 w 492259"/>
                  <a:gd name="connsiteY75" fmla="*/ 538493 h 674476"/>
                  <a:gd name="connsiteX76" fmla="*/ 271967 w 492259"/>
                  <a:gd name="connsiteY76" fmla="*/ 505857 h 674476"/>
                  <a:gd name="connsiteX77" fmla="*/ 269247 w 492259"/>
                  <a:gd name="connsiteY77" fmla="*/ 478660 h 674476"/>
                  <a:gd name="connsiteX78" fmla="*/ 266528 w 492259"/>
                  <a:gd name="connsiteY78" fmla="*/ 446025 h 674476"/>
                  <a:gd name="connsiteX79" fmla="*/ 261088 w 492259"/>
                  <a:gd name="connsiteY79" fmla="*/ 437866 h 674476"/>
                  <a:gd name="connsiteX80" fmla="*/ 250210 w 492259"/>
                  <a:gd name="connsiteY80" fmla="*/ 437866 h 674476"/>
                  <a:gd name="connsiteX81" fmla="*/ 220293 w 492259"/>
                  <a:gd name="connsiteY81" fmla="*/ 440585 h 674476"/>
                  <a:gd name="connsiteX82" fmla="*/ 190377 w 492259"/>
                  <a:gd name="connsiteY82" fmla="*/ 443305 h 674476"/>
                  <a:gd name="connsiteX83" fmla="*/ 165900 w 492259"/>
                  <a:gd name="connsiteY83" fmla="*/ 443305 h 674476"/>
                  <a:gd name="connsiteX84" fmla="*/ 144143 w 492259"/>
                  <a:gd name="connsiteY84" fmla="*/ 440585 h 674476"/>
                  <a:gd name="connsiteX85" fmla="*/ 135984 w 492259"/>
                  <a:gd name="connsiteY85" fmla="*/ 454184 h 674476"/>
                  <a:gd name="connsiteX86" fmla="*/ 130545 w 492259"/>
                  <a:gd name="connsiteY86" fmla="*/ 486820 h 674476"/>
                  <a:gd name="connsiteX87" fmla="*/ 119666 w 492259"/>
                  <a:gd name="connsiteY87" fmla="*/ 541213 h 674476"/>
                  <a:gd name="connsiteX88" fmla="*/ 103348 w 492259"/>
                  <a:gd name="connsiteY88" fmla="*/ 614643 h 674476"/>
                  <a:gd name="connsiteX89" fmla="*/ 133264 w 492259"/>
                  <a:gd name="connsiteY89" fmla="*/ 614643 h 674476"/>
                  <a:gd name="connsiteX90" fmla="*/ 168620 w 492259"/>
                  <a:gd name="connsiteY90" fmla="*/ 630961 h 674476"/>
                  <a:gd name="connsiteX91" fmla="*/ 163181 w 492259"/>
                  <a:gd name="connsiteY91" fmla="*/ 647279 h 674476"/>
                  <a:gd name="connsiteX92" fmla="*/ 146863 w 492259"/>
                  <a:gd name="connsiteY92" fmla="*/ 655438 h 674476"/>
                  <a:gd name="connsiteX93" fmla="*/ 127825 w 492259"/>
                  <a:gd name="connsiteY93" fmla="*/ 658158 h 674476"/>
                  <a:gd name="connsiteX94" fmla="*/ 106068 w 492259"/>
                  <a:gd name="connsiteY94" fmla="*/ 658158 h 674476"/>
                  <a:gd name="connsiteX95" fmla="*/ 62552 w 492259"/>
                  <a:gd name="connsiteY95" fmla="*/ 658158 h 674476"/>
                  <a:gd name="connsiteX96" fmla="*/ 40795 w 492259"/>
                  <a:gd name="connsiteY96" fmla="*/ 658158 h 674476"/>
                  <a:gd name="connsiteX97" fmla="*/ 16318 w 492259"/>
                  <a:gd name="connsiteY97" fmla="*/ 652718 h 674476"/>
                  <a:gd name="connsiteX98" fmla="*/ 0 w 492259"/>
                  <a:gd name="connsiteY98" fmla="*/ 636401 h 674476"/>
                  <a:gd name="connsiteX99" fmla="*/ 2720 w 492259"/>
                  <a:gd name="connsiteY99" fmla="*/ 628241 h 674476"/>
                  <a:gd name="connsiteX100" fmla="*/ 24477 w 492259"/>
                  <a:gd name="connsiteY100" fmla="*/ 620082 h 674476"/>
                  <a:gd name="connsiteX101" fmla="*/ 62552 w 492259"/>
                  <a:gd name="connsiteY101" fmla="*/ 617363 h 674476"/>
                  <a:gd name="connsiteX102" fmla="*/ 62552 w 492259"/>
                  <a:gd name="connsiteY102" fmla="*/ 614643 h 674476"/>
                  <a:gd name="connsiteX103" fmla="*/ 65272 w 492259"/>
                  <a:gd name="connsiteY103" fmla="*/ 587447 h 674476"/>
                  <a:gd name="connsiteX104" fmla="*/ 76151 w 492259"/>
                  <a:gd name="connsiteY104" fmla="*/ 522175 h 674476"/>
                  <a:gd name="connsiteX105" fmla="*/ 87029 w 492259"/>
                  <a:gd name="connsiteY105" fmla="*/ 470501 h 674476"/>
                  <a:gd name="connsiteX106" fmla="*/ 92468 w 492259"/>
                  <a:gd name="connsiteY106" fmla="*/ 446025 h 674476"/>
                  <a:gd name="connsiteX107" fmla="*/ 65272 w 492259"/>
                  <a:gd name="connsiteY107" fmla="*/ 432426 h 674476"/>
                  <a:gd name="connsiteX108" fmla="*/ 54393 w 492259"/>
                  <a:gd name="connsiteY108" fmla="*/ 421548 h 674476"/>
                  <a:gd name="connsiteX109" fmla="*/ 73431 w 492259"/>
                  <a:gd name="connsiteY109" fmla="*/ 407949 h 674476"/>
                  <a:gd name="connsiteX110" fmla="*/ 100629 w 492259"/>
                  <a:gd name="connsiteY110" fmla="*/ 399790 h 674476"/>
                  <a:gd name="connsiteX111" fmla="*/ 108788 w 492259"/>
                  <a:gd name="connsiteY111" fmla="*/ 369874 h 674476"/>
                  <a:gd name="connsiteX112" fmla="*/ 125105 w 492259"/>
                  <a:gd name="connsiteY112" fmla="*/ 307322 h 674476"/>
                  <a:gd name="connsiteX113" fmla="*/ 141423 w 492259"/>
                  <a:gd name="connsiteY113" fmla="*/ 242051 h 674476"/>
                  <a:gd name="connsiteX114" fmla="*/ 155022 w 492259"/>
                  <a:gd name="connsiteY114" fmla="*/ 179498 h 674476"/>
                  <a:gd name="connsiteX115" fmla="*/ 168620 w 492259"/>
                  <a:gd name="connsiteY115" fmla="*/ 119665 h 674476"/>
                  <a:gd name="connsiteX116" fmla="*/ 193097 w 492259"/>
                  <a:gd name="connsiteY116" fmla="*/ 57113 h 674476"/>
                  <a:gd name="connsiteX117" fmla="*/ 201256 w 492259"/>
                  <a:gd name="connsiteY117" fmla="*/ 38075 h 674476"/>
                  <a:gd name="connsiteX118" fmla="*/ 217574 w 492259"/>
                  <a:gd name="connsiteY118" fmla="*/ 13598 h 674476"/>
                  <a:gd name="connsiteX119" fmla="*/ 274687 w 49225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2259" h="674476">
                    <a:moveTo>
                      <a:pt x="225733" y="97907"/>
                    </a:moveTo>
                    <a:cubicBezTo>
                      <a:pt x="217574" y="97907"/>
                      <a:pt x="209415" y="114225"/>
                      <a:pt x="209415" y="119665"/>
                    </a:cubicBezTo>
                    <a:cubicBezTo>
                      <a:pt x="206695" y="130543"/>
                      <a:pt x="203976" y="144141"/>
                      <a:pt x="201256" y="152300"/>
                    </a:cubicBezTo>
                    <a:cubicBezTo>
                      <a:pt x="198536" y="157740"/>
                      <a:pt x="198536" y="163179"/>
                      <a:pt x="198536" y="168618"/>
                    </a:cubicBezTo>
                    <a:cubicBezTo>
                      <a:pt x="198536" y="174058"/>
                      <a:pt x="195817" y="179497"/>
                      <a:pt x="195817" y="184936"/>
                    </a:cubicBezTo>
                    <a:cubicBezTo>
                      <a:pt x="193097" y="195815"/>
                      <a:pt x="190377" y="209413"/>
                      <a:pt x="187658" y="220292"/>
                    </a:cubicBezTo>
                    <a:cubicBezTo>
                      <a:pt x="184938" y="244769"/>
                      <a:pt x="176779" y="269246"/>
                      <a:pt x="168620" y="291003"/>
                    </a:cubicBezTo>
                    <a:cubicBezTo>
                      <a:pt x="165900" y="301881"/>
                      <a:pt x="163181" y="312760"/>
                      <a:pt x="160461" y="323639"/>
                    </a:cubicBezTo>
                    <a:cubicBezTo>
                      <a:pt x="157742" y="337237"/>
                      <a:pt x="155022" y="348115"/>
                      <a:pt x="149582" y="361714"/>
                    </a:cubicBezTo>
                    <a:cubicBezTo>
                      <a:pt x="146863" y="367153"/>
                      <a:pt x="144143" y="383471"/>
                      <a:pt x="144143" y="388910"/>
                    </a:cubicBezTo>
                    <a:cubicBezTo>
                      <a:pt x="144143" y="391630"/>
                      <a:pt x="146863" y="391630"/>
                      <a:pt x="149582" y="391630"/>
                    </a:cubicBezTo>
                    <a:cubicBezTo>
                      <a:pt x="155022" y="391630"/>
                      <a:pt x="168620" y="391630"/>
                      <a:pt x="171340" y="391630"/>
                    </a:cubicBezTo>
                    <a:cubicBezTo>
                      <a:pt x="179498" y="391630"/>
                      <a:pt x="187658" y="391630"/>
                      <a:pt x="193097" y="388910"/>
                    </a:cubicBezTo>
                    <a:cubicBezTo>
                      <a:pt x="198536" y="388910"/>
                      <a:pt x="203976" y="388910"/>
                      <a:pt x="212135" y="388910"/>
                    </a:cubicBezTo>
                    <a:cubicBezTo>
                      <a:pt x="217574" y="388910"/>
                      <a:pt x="225733" y="388910"/>
                      <a:pt x="236611" y="388910"/>
                    </a:cubicBezTo>
                    <a:cubicBezTo>
                      <a:pt x="242051" y="388910"/>
                      <a:pt x="247490" y="388910"/>
                      <a:pt x="250210" y="386191"/>
                    </a:cubicBezTo>
                    <a:cubicBezTo>
                      <a:pt x="255649" y="391630"/>
                      <a:pt x="258369" y="388910"/>
                      <a:pt x="258369" y="386191"/>
                    </a:cubicBezTo>
                    <a:cubicBezTo>
                      <a:pt x="258369" y="380751"/>
                      <a:pt x="255649" y="372592"/>
                      <a:pt x="255649" y="367153"/>
                    </a:cubicBezTo>
                    <a:cubicBezTo>
                      <a:pt x="252930" y="353555"/>
                      <a:pt x="250210" y="342676"/>
                      <a:pt x="250210" y="331797"/>
                    </a:cubicBezTo>
                    <a:cubicBezTo>
                      <a:pt x="250210" y="301881"/>
                      <a:pt x="250210" y="274685"/>
                      <a:pt x="247490" y="244769"/>
                    </a:cubicBezTo>
                    <a:cubicBezTo>
                      <a:pt x="247490" y="231170"/>
                      <a:pt x="244771" y="217572"/>
                      <a:pt x="242051" y="203974"/>
                    </a:cubicBezTo>
                    <a:cubicBezTo>
                      <a:pt x="239331" y="187656"/>
                      <a:pt x="236611" y="174058"/>
                      <a:pt x="236611" y="157740"/>
                    </a:cubicBezTo>
                    <a:cubicBezTo>
                      <a:pt x="236611" y="152300"/>
                      <a:pt x="236611" y="133263"/>
                      <a:pt x="233892" y="119665"/>
                    </a:cubicBezTo>
                    <a:cubicBezTo>
                      <a:pt x="233892" y="106066"/>
                      <a:pt x="231172" y="97907"/>
                      <a:pt x="22573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1" y="10879"/>
                      <a:pt x="315481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3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4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5942" y="625522"/>
                      <a:pt x="492259" y="630961"/>
                      <a:pt x="492259" y="641840"/>
                    </a:cubicBezTo>
                    <a:cubicBezTo>
                      <a:pt x="492259" y="647279"/>
                      <a:pt x="486820" y="649999"/>
                      <a:pt x="484101" y="655438"/>
                    </a:cubicBezTo>
                    <a:cubicBezTo>
                      <a:pt x="481381" y="660877"/>
                      <a:pt x="473222" y="663597"/>
                      <a:pt x="467782" y="663597"/>
                    </a:cubicBezTo>
                    <a:cubicBezTo>
                      <a:pt x="456904" y="666317"/>
                      <a:pt x="451464" y="666317"/>
                      <a:pt x="443306" y="666317"/>
                    </a:cubicBezTo>
                    <a:cubicBezTo>
                      <a:pt x="437866" y="666317"/>
                      <a:pt x="429707" y="666317"/>
                      <a:pt x="421548" y="666317"/>
                    </a:cubicBezTo>
                    <a:cubicBezTo>
                      <a:pt x="418829" y="666317"/>
                      <a:pt x="416109" y="666317"/>
                      <a:pt x="413389" y="666317"/>
                    </a:cubicBezTo>
                    <a:cubicBezTo>
                      <a:pt x="407950" y="669036"/>
                      <a:pt x="405230" y="669036"/>
                      <a:pt x="399791" y="671756"/>
                    </a:cubicBezTo>
                    <a:cubicBezTo>
                      <a:pt x="394352" y="671756"/>
                      <a:pt x="388913" y="674476"/>
                      <a:pt x="383473" y="674476"/>
                    </a:cubicBezTo>
                    <a:cubicBezTo>
                      <a:pt x="372594" y="674476"/>
                      <a:pt x="358996" y="671756"/>
                      <a:pt x="348118" y="669036"/>
                    </a:cubicBezTo>
                    <a:cubicBezTo>
                      <a:pt x="339959" y="669036"/>
                      <a:pt x="331800" y="669036"/>
                      <a:pt x="326360" y="669036"/>
                    </a:cubicBezTo>
                    <a:cubicBezTo>
                      <a:pt x="304603" y="669036"/>
                      <a:pt x="285565" y="669036"/>
                      <a:pt x="277406" y="669036"/>
                    </a:cubicBezTo>
                    <a:cubicBezTo>
                      <a:pt x="269247" y="669036"/>
                      <a:pt x="258369" y="669036"/>
                      <a:pt x="252930" y="663597"/>
                    </a:cubicBezTo>
                    <a:cubicBezTo>
                      <a:pt x="247490" y="660877"/>
                      <a:pt x="236611" y="655438"/>
                      <a:pt x="236611" y="647279"/>
                    </a:cubicBezTo>
                    <a:cubicBezTo>
                      <a:pt x="236611" y="636401"/>
                      <a:pt x="252930" y="633681"/>
                      <a:pt x="261088" y="630961"/>
                    </a:cubicBezTo>
                    <a:cubicBezTo>
                      <a:pt x="266528" y="630961"/>
                      <a:pt x="274687" y="630961"/>
                      <a:pt x="288285" y="628241"/>
                    </a:cubicBezTo>
                    <a:cubicBezTo>
                      <a:pt x="288285" y="620082"/>
                      <a:pt x="288285" y="614643"/>
                      <a:pt x="285565" y="609204"/>
                    </a:cubicBezTo>
                    <a:cubicBezTo>
                      <a:pt x="285565" y="601045"/>
                      <a:pt x="282846" y="590166"/>
                      <a:pt x="282846" y="582007"/>
                    </a:cubicBezTo>
                    <a:cubicBezTo>
                      <a:pt x="282846" y="576568"/>
                      <a:pt x="280126" y="573848"/>
                      <a:pt x="280126" y="568409"/>
                    </a:cubicBezTo>
                    <a:cubicBezTo>
                      <a:pt x="280126" y="562970"/>
                      <a:pt x="282846" y="557531"/>
                      <a:pt x="282846" y="554811"/>
                    </a:cubicBezTo>
                    <a:cubicBezTo>
                      <a:pt x="282846" y="549371"/>
                      <a:pt x="280126" y="546652"/>
                      <a:pt x="277406" y="538493"/>
                    </a:cubicBezTo>
                    <a:cubicBezTo>
                      <a:pt x="277406" y="527614"/>
                      <a:pt x="271967" y="516736"/>
                      <a:pt x="271967" y="505857"/>
                    </a:cubicBezTo>
                    <a:cubicBezTo>
                      <a:pt x="271967" y="494978"/>
                      <a:pt x="271967" y="486820"/>
                      <a:pt x="269247" y="478660"/>
                    </a:cubicBezTo>
                    <a:cubicBezTo>
                      <a:pt x="266528" y="467782"/>
                      <a:pt x="266528" y="456903"/>
                      <a:pt x="266528" y="446025"/>
                    </a:cubicBezTo>
                    <a:cubicBezTo>
                      <a:pt x="266528" y="440585"/>
                      <a:pt x="263808" y="437866"/>
                      <a:pt x="261088" y="437866"/>
                    </a:cubicBezTo>
                    <a:cubicBezTo>
                      <a:pt x="258369" y="437866"/>
                      <a:pt x="255649" y="437866"/>
                      <a:pt x="250210" y="437866"/>
                    </a:cubicBezTo>
                    <a:cubicBezTo>
                      <a:pt x="239331" y="437866"/>
                      <a:pt x="228452" y="437866"/>
                      <a:pt x="220293" y="440585"/>
                    </a:cubicBezTo>
                    <a:cubicBezTo>
                      <a:pt x="209415" y="440585"/>
                      <a:pt x="201256" y="443305"/>
                      <a:pt x="190377" y="443305"/>
                    </a:cubicBezTo>
                    <a:cubicBezTo>
                      <a:pt x="182218" y="443305"/>
                      <a:pt x="174059" y="443305"/>
                      <a:pt x="165900" y="443305"/>
                    </a:cubicBezTo>
                    <a:cubicBezTo>
                      <a:pt x="163181" y="443305"/>
                      <a:pt x="152302" y="440585"/>
                      <a:pt x="144143" y="440585"/>
                    </a:cubicBezTo>
                    <a:cubicBezTo>
                      <a:pt x="135984" y="440585"/>
                      <a:pt x="135984" y="448744"/>
                      <a:pt x="135984" y="454184"/>
                    </a:cubicBezTo>
                    <a:cubicBezTo>
                      <a:pt x="135984" y="465062"/>
                      <a:pt x="133264" y="475941"/>
                      <a:pt x="130545" y="486820"/>
                    </a:cubicBezTo>
                    <a:cubicBezTo>
                      <a:pt x="127825" y="505857"/>
                      <a:pt x="122386" y="522175"/>
                      <a:pt x="119666" y="541213"/>
                    </a:cubicBezTo>
                    <a:cubicBezTo>
                      <a:pt x="116947" y="560250"/>
                      <a:pt x="108788" y="595606"/>
                      <a:pt x="103348" y="614643"/>
                    </a:cubicBezTo>
                    <a:cubicBezTo>
                      <a:pt x="111507" y="614643"/>
                      <a:pt x="122386" y="614643"/>
                      <a:pt x="133264" y="614643"/>
                    </a:cubicBezTo>
                    <a:cubicBezTo>
                      <a:pt x="146863" y="614643"/>
                      <a:pt x="168620" y="614643"/>
                      <a:pt x="168620" y="630961"/>
                    </a:cubicBezTo>
                    <a:cubicBezTo>
                      <a:pt x="168620" y="639120"/>
                      <a:pt x="165900" y="639120"/>
                      <a:pt x="163181" y="647279"/>
                    </a:cubicBezTo>
                    <a:cubicBezTo>
                      <a:pt x="160461" y="652718"/>
                      <a:pt x="152302" y="655438"/>
                      <a:pt x="146863" y="655438"/>
                    </a:cubicBezTo>
                    <a:cubicBezTo>
                      <a:pt x="138704" y="658158"/>
                      <a:pt x="133264" y="658158"/>
                      <a:pt x="127825" y="658158"/>
                    </a:cubicBezTo>
                    <a:cubicBezTo>
                      <a:pt x="122386" y="658158"/>
                      <a:pt x="116947" y="658158"/>
                      <a:pt x="106068" y="658158"/>
                    </a:cubicBezTo>
                    <a:cubicBezTo>
                      <a:pt x="92468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8" y="451464"/>
                      <a:pt x="92468" y="446025"/>
                    </a:cubicBezTo>
                    <a:cubicBezTo>
                      <a:pt x="92468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8" y="405230"/>
                      <a:pt x="100629" y="399790"/>
                    </a:cubicBezTo>
                    <a:cubicBezTo>
                      <a:pt x="106068" y="394351"/>
                      <a:pt x="106068" y="378033"/>
                      <a:pt x="108788" y="369874"/>
                    </a:cubicBezTo>
                    <a:cubicBezTo>
                      <a:pt x="114227" y="348117"/>
                      <a:pt x="119666" y="326360"/>
                      <a:pt x="125105" y="307322"/>
                    </a:cubicBezTo>
                    <a:cubicBezTo>
                      <a:pt x="130545" y="285565"/>
                      <a:pt x="135984" y="263808"/>
                      <a:pt x="141423" y="242051"/>
                    </a:cubicBezTo>
                    <a:cubicBezTo>
                      <a:pt x="146863" y="220293"/>
                      <a:pt x="152302" y="198536"/>
                      <a:pt x="155022" y="179498"/>
                    </a:cubicBezTo>
                    <a:cubicBezTo>
                      <a:pt x="157742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46">
                <a:extLst>
                  <a:ext uri="{FF2B5EF4-FFF2-40B4-BE49-F238E27FC236}">
                    <a16:creationId xmlns:a16="http://schemas.microsoft.com/office/drawing/2014/main" id="{12B8217B-10F4-6848-9D27-1210B67B2FDA}"/>
                  </a:ext>
                </a:extLst>
              </p:cNvPr>
              <p:cNvSpPr/>
              <p:nvPr/>
            </p:nvSpPr>
            <p:spPr>
              <a:xfrm>
                <a:off x="6876542" y="4244897"/>
                <a:ext cx="462342" cy="677195"/>
              </a:xfrm>
              <a:custGeom>
                <a:avLst/>
                <a:gdLst>
                  <a:gd name="connsiteX0" fmla="*/ 214853 w 462342"/>
                  <a:gd name="connsiteY0" fmla="*/ 65272 h 677195"/>
                  <a:gd name="connsiteX1" fmla="*/ 195815 w 462342"/>
                  <a:gd name="connsiteY1" fmla="*/ 73431 h 677195"/>
                  <a:gd name="connsiteX2" fmla="*/ 193096 w 462342"/>
                  <a:gd name="connsiteY2" fmla="*/ 125105 h 677195"/>
                  <a:gd name="connsiteX3" fmla="*/ 190376 w 462342"/>
                  <a:gd name="connsiteY3" fmla="*/ 280125 h 677195"/>
                  <a:gd name="connsiteX4" fmla="*/ 190376 w 462342"/>
                  <a:gd name="connsiteY4" fmla="*/ 301882 h 677195"/>
                  <a:gd name="connsiteX5" fmla="*/ 193096 w 462342"/>
                  <a:gd name="connsiteY5" fmla="*/ 342677 h 677195"/>
                  <a:gd name="connsiteX6" fmla="*/ 195815 w 462342"/>
                  <a:gd name="connsiteY6" fmla="*/ 397070 h 677195"/>
                  <a:gd name="connsiteX7" fmla="*/ 195815 w 462342"/>
                  <a:gd name="connsiteY7" fmla="*/ 443304 h 677195"/>
                  <a:gd name="connsiteX8" fmla="*/ 195815 w 462342"/>
                  <a:gd name="connsiteY8" fmla="*/ 530333 h 677195"/>
                  <a:gd name="connsiteX9" fmla="*/ 193096 w 462342"/>
                  <a:gd name="connsiteY9" fmla="*/ 554810 h 677195"/>
                  <a:gd name="connsiteX10" fmla="*/ 190376 w 462342"/>
                  <a:gd name="connsiteY10" fmla="*/ 603764 h 677195"/>
                  <a:gd name="connsiteX11" fmla="*/ 198535 w 462342"/>
                  <a:gd name="connsiteY11" fmla="*/ 611923 h 677195"/>
                  <a:gd name="connsiteX12" fmla="*/ 214853 w 462342"/>
                  <a:gd name="connsiteY12" fmla="*/ 611923 h 677195"/>
                  <a:gd name="connsiteX13" fmla="*/ 236610 w 462342"/>
                  <a:gd name="connsiteY13" fmla="*/ 611923 h 677195"/>
                  <a:gd name="connsiteX14" fmla="*/ 263807 w 462342"/>
                  <a:gd name="connsiteY14" fmla="*/ 598325 h 677195"/>
                  <a:gd name="connsiteX15" fmla="*/ 277405 w 462342"/>
                  <a:gd name="connsiteY15" fmla="*/ 592885 h 677195"/>
                  <a:gd name="connsiteX16" fmla="*/ 291004 w 462342"/>
                  <a:gd name="connsiteY16" fmla="*/ 573848 h 677195"/>
                  <a:gd name="connsiteX17" fmla="*/ 307322 w 462342"/>
                  <a:gd name="connsiteY17" fmla="*/ 543931 h 677195"/>
                  <a:gd name="connsiteX18" fmla="*/ 326359 w 462342"/>
                  <a:gd name="connsiteY18" fmla="*/ 481379 h 677195"/>
                  <a:gd name="connsiteX19" fmla="*/ 337238 w 462342"/>
                  <a:gd name="connsiteY19" fmla="*/ 413388 h 677195"/>
                  <a:gd name="connsiteX20" fmla="*/ 337238 w 462342"/>
                  <a:gd name="connsiteY20" fmla="*/ 350836 h 677195"/>
                  <a:gd name="connsiteX21" fmla="*/ 334518 w 462342"/>
                  <a:gd name="connsiteY21" fmla="*/ 296443 h 677195"/>
                  <a:gd name="connsiteX22" fmla="*/ 329079 w 462342"/>
                  <a:gd name="connsiteY22" fmla="*/ 244769 h 677195"/>
                  <a:gd name="connsiteX23" fmla="*/ 307322 w 462342"/>
                  <a:gd name="connsiteY23" fmla="*/ 135983 h 677195"/>
                  <a:gd name="connsiteX24" fmla="*/ 271966 w 462342"/>
                  <a:gd name="connsiteY24" fmla="*/ 78870 h 677195"/>
                  <a:gd name="connsiteX25" fmla="*/ 214853 w 462342"/>
                  <a:gd name="connsiteY25" fmla="*/ 65272 h 677195"/>
                  <a:gd name="connsiteX26" fmla="*/ 114226 w 462342"/>
                  <a:gd name="connsiteY26" fmla="*/ 0 h 677195"/>
                  <a:gd name="connsiteX27" fmla="*/ 127824 w 462342"/>
                  <a:gd name="connsiteY27" fmla="*/ 0 h 677195"/>
                  <a:gd name="connsiteX28" fmla="*/ 146862 w 462342"/>
                  <a:gd name="connsiteY28" fmla="*/ 2720 h 677195"/>
                  <a:gd name="connsiteX29" fmla="*/ 174059 w 462342"/>
                  <a:gd name="connsiteY29" fmla="*/ 21758 h 677195"/>
                  <a:gd name="connsiteX30" fmla="*/ 193096 w 462342"/>
                  <a:gd name="connsiteY30" fmla="*/ 21758 h 677195"/>
                  <a:gd name="connsiteX31" fmla="*/ 261088 w 462342"/>
                  <a:gd name="connsiteY31" fmla="*/ 27197 h 677195"/>
                  <a:gd name="connsiteX32" fmla="*/ 310042 w 462342"/>
                  <a:gd name="connsiteY32" fmla="*/ 35356 h 677195"/>
                  <a:gd name="connsiteX33" fmla="*/ 334518 w 462342"/>
                  <a:gd name="connsiteY33" fmla="*/ 40795 h 677195"/>
                  <a:gd name="connsiteX34" fmla="*/ 356276 w 462342"/>
                  <a:gd name="connsiteY34" fmla="*/ 59833 h 677195"/>
                  <a:gd name="connsiteX35" fmla="*/ 372593 w 462342"/>
                  <a:gd name="connsiteY35" fmla="*/ 76151 h 677195"/>
                  <a:gd name="connsiteX36" fmla="*/ 380752 w 462342"/>
                  <a:gd name="connsiteY36" fmla="*/ 95188 h 677195"/>
                  <a:gd name="connsiteX37" fmla="*/ 405230 w 462342"/>
                  <a:gd name="connsiteY37" fmla="*/ 114226 h 677195"/>
                  <a:gd name="connsiteX38" fmla="*/ 416108 w 462342"/>
                  <a:gd name="connsiteY38" fmla="*/ 141422 h 677195"/>
                  <a:gd name="connsiteX39" fmla="*/ 451464 w 462342"/>
                  <a:gd name="connsiteY39" fmla="*/ 201256 h 677195"/>
                  <a:gd name="connsiteX40" fmla="*/ 456903 w 462342"/>
                  <a:gd name="connsiteY40" fmla="*/ 252929 h 677195"/>
                  <a:gd name="connsiteX41" fmla="*/ 456903 w 462342"/>
                  <a:gd name="connsiteY41" fmla="*/ 291004 h 677195"/>
                  <a:gd name="connsiteX42" fmla="*/ 459623 w 462342"/>
                  <a:gd name="connsiteY42" fmla="*/ 318201 h 677195"/>
                  <a:gd name="connsiteX43" fmla="*/ 459623 w 462342"/>
                  <a:gd name="connsiteY43" fmla="*/ 326360 h 677195"/>
                  <a:gd name="connsiteX44" fmla="*/ 459623 w 462342"/>
                  <a:gd name="connsiteY44" fmla="*/ 348117 h 677195"/>
                  <a:gd name="connsiteX45" fmla="*/ 462342 w 462342"/>
                  <a:gd name="connsiteY45" fmla="*/ 367155 h 677195"/>
                  <a:gd name="connsiteX46" fmla="*/ 456903 w 462342"/>
                  <a:gd name="connsiteY46" fmla="*/ 391632 h 677195"/>
                  <a:gd name="connsiteX47" fmla="*/ 456903 w 462342"/>
                  <a:gd name="connsiteY47" fmla="*/ 418828 h 677195"/>
                  <a:gd name="connsiteX48" fmla="*/ 451464 w 462342"/>
                  <a:gd name="connsiteY48" fmla="*/ 437866 h 677195"/>
                  <a:gd name="connsiteX49" fmla="*/ 446025 w 462342"/>
                  <a:gd name="connsiteY49" fmla="*/ 454184 h 677195"/>
                  <a:gd name="connsiteX50" fmla="*/ 440585 w 462342"/>
                  <a:gd name="connsiteY50" fmla="*/ 481380 h 677195"/>
                  <a:gd name="connsiteX51" fmla="*/ 432426 w 462342"/>
                  <a:gd name="connsiteY51" fmla="*/ 508577 h 677195"/>
                  <a:gd name="connsiteX52" fmla="*/ 418828 w 462342"/>
                  <a:gd name="connsiteY52" fmla="*/ 530334 h 677195"/>
                  <a:gd name="connsiteX53" fmla="*/ 410669 w 462342"/>
                  <a:gd name="connsiteY53" fmla="*/ 549371 h 677195"/>
                  <a:gd name="connsiteX54" fmla="*/ 391631 w 462342"/>
                  <a:gd name="connsiteY54" fmla="*/ 579288 h 677195"/>
                  <a:gd name="connsiteX55" fmla="*/ 337238 w 462342"/>
                  <a:gd name="connsiteY55" fmla="*/ 630961 h 677195"/>
                  <a:gd name="connsiteX56" fmla="*/ 301883 w 462342"/>
                  <a:gd name="connsiteY56" fmla="*/ 647279 h 677195"/>
                  <a:gd name="connsiteX57" fmla="*/ 263807 w 462342"/>
                  <a:gd name="connsiteY57" fmla="*/ 652718 h 677195"/>
                  <a:gd name="connsiteX58" fmla="*/ 233891 w 462342"/>
                  <a:gd name="connsiteY58" fmla="*/ 649999 h 677195"/>
                  <a:gd name="connsiteX59" fmla="*/ 187657 w 462342"/>
                  <a:gd name="connsiteY59" fmla="*/ 652718 h 677195"/>
                  <a:gd name="connsiteX60" fmla="*/ 171339 w 462342"/>
                  <a:gd name="connsiteY60" fmla="*/ 669036 h 677195"/>
                  <a:gd name="connsiteX61" fmla="*/ 155021 w 462342"/>
                  <a:gd name="connsiteY61" fmla="*/ 671756 h 677195"/>
                  <a:gd name="connsiteX62" fmla="*/ 138703 w 462342"/>
                  <a:gd name="connsiteY62" fmla="*/ 674476 h 677195"/>
                  <a:gd name="connsiteX63" fmla="*/ 125105 w 462342"/>
                  <a:gd name="connsiteY63" fmla="*/ 677195 h 677195"/>
                  <a:gd name="connsiteX64" fmla="*/ 106067 w 462342"/>
                  <a:gd name="connsiteY64" fmla="*/ 671756 h 677195"/>
                  <a:gd name="connsiteX65" fmla="*/ 87029 w 462342"/>
                  <a:gd name="connsiteY65" fmla="*/ 658158 h 677195"/>
                  <a:gd name="connsiteX66" fmla="*/ 81590 w 462342"/>
                  <a:gd name="connsiteY66" fmla="*/ 652718 h 677195"/>
                  <a:gd name="connsiteX67" fmla="*/ 67992 w 462342"/>
                  <a:gd name="connsiteY67" fmla="*/ 652718 h 677195"/>
                  <a:gd name="connsiteX68" fmla="*/ 43515 w 462342"/>
                  <a:gd name="connsiteY68" fmla="*/ 652718 h 677195"/>
                  <a:gd name="connsiteX69" fmla="*/ 16318 w 462342"/>
                  <a:gd name="connsiteY69" fmla="*/ 647279 h 677195"/>
                  <a:gd name="connsiteX70" fmla="*/ 0 w 462342"/>
                  <a:gd name="connsiteY70" fmla="*/ 630961 h 677195"/>
                  <a:gd name="connsiteX71" fmla="*/ 5439 w 462342"/>
                  <a:gd name="connsiteY71" fmla="*/ 620083 h 677195"/>
                  <a:gd name="connsiteX72" fmla="*/ 27197 w 462342"/>
                  <a:gd name="connsiteY72" fmla="*/ 611924 h 677195"/>
                  <a:gd name="connsiteX73" fmla="*/ 65272 w 462342"/>
                  <a:gd name="connsiteY73" fmla="*/ 609204 h 677195"/>
                  <a:gd name="connsiteX74" fmla="*/ 65272 w 462342"/>
                  <a:gd name="connsiteY74" fmla="*/ 584727 h 677195"/>
                  <a:gd name="connsiteX75" fmla="*/ 62552 w 462342"/>
                  <a:gd name="connsiteY75" fmla="*/ 456903 h 677195"/>
                  <a:gd name="connsiteX76" fmla="*/ 65272 w 462342"/>
                  <a:gd name="connsiteY76" fmla="*/ 337238 h 677195"/>
                  <a:gd name="connsiteX77" fmla="*/ 67992 w 462342"/>
                  <a:gd name="connsiteY77" fmla="*/ 203975 h 677195"/>
                  <a:gd name="connsiteX78" fmla="*/ 70712 w 462342"/>
                  <a:gd name="connsiteY78" fmla="*/ 119665 h 677195"/>
                  <a:gd name="connsiteX79" fmla="*/ 73431 w 462342"/>
                  <a:gd name="connsiteY79" fmla="*/ 67992 h 677195"/>
                  <a:gd name="connsiteX80" fmla="*/ 67992 w 462342"/>
                  <a:gd name="connsiteY80" fmla="*/ 67992 h 677195"/>
                  <a:gd name="connsiteX81" fmla="*/ 43515 w 462342"/>
                  <a:gd name="connsiteY81" fmla="*/ 67992 h 677195"/>
                  <a:gd name="connsiteX82" fmla="*/ 16318 w 462342"/>
                  <a:gd name="connsiteY82" fmla="*/ 62552 h 677195"/>
                  <a:gd name="connsiteX83" fmla="*/ 0 w 462342"/>
                  <a:gd name="connsiteY83" fmla="*/ 46234 h 677195"/>
                  <a:gd name="connsiteX84" fmla="*/ 5439 w 462342"/>
                  <a:gd name="connsiteY84" fmla="*/ 35356 h 677195"/>
                  <a:gd name="connsiteX85" fmla="*/ 27197 w 462342"/>
                  <a:gd name="connsiteY85" fmla="*/ 27197 h 677195"/>
                  <a:gd name="connsiteX86" fmla="*/ 76151 w 462342"/>
                  <a:gd name="connsiteY86" fmla="*/ 21758 h 677195"/>
                  <a:gd name="connsiteX87" fmla="*/ 81590 w 462342"/>
                  <a:gd name="connsiteY87" fmla="*/ 13598 h 677195"/>
                  <a:gd name="connsiteX88" fmla="*/ 97908 w 462342"/>
                  <a:gd name="connsiteY88" fmla="*/ 5439 h 677195"/>
                  <a:gd name="connsiteX89" fmla="*/ 114226 w 462342"/>
                  <a:gd name="connsiteY89" fmla="*/ 0 h 677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2" h="677195">
                    <a:moveTo>
                      <a:pt x="214853" y="65272"/>
                    </a:moveTo>
                    <a:cubicBezTo>
                      <a:pt x="203975" y="65272"/>
                      <a:pt x="195815" y="67992"/>
                      <a:pt x="195815" y="73431"/>
                    </a:cubicBezTo>
                    <a:cubicBezTo>
                      <a:pt x="193096" y="78870"/>
                      <a:pt x="193096" y="100628"/>
                      <a:pt x="193096" y="125105"/>
                    </a:cubicBezTo>
                    <a:cubicBezTo>
                      <a:pt x="193096" y="182217"/>
                      <a:pt x="193096" y="266527"/>
                      <a:pt x="190376" y="280125"/>
                    </a:cubicBezTo>
                    <a:cubicBezTo>
                      <a:pt x="190376" y="288284"/>
                      <a:pt x="190376" y="293723"/>
                      <a:pt x="190376" y="301882"/>
                    </a:cubicBezTo>
                    <a:cubicBezTo>
                      <a:pt x="190376" y="315480"/>
                      <a:pt x="190376" y="329079"/>
                      <a:pt x="193096" y="342677"/>
                    </a:cubicBezTo>
                    <a:cubicBezTo>
                      <a:pt x="193096" y="361715"/>
                      <a:pt x="193096" y="378033"/>
                      <a:pt x="195815" y="397070"/>
                    </a:cubicBezTo>
                    <a:cubicBezTo>
                      <a:pt x="195815" y="413388"/>
                      <a:pt x="195815" y="426986"/>
                      <a:pt x="195815" y="443304"/>
                    </a:cubicBezTo>
                    <a:cubicBezTo>
                      <a:pt x="195815" y="465061"/>
                      <a:pt x="198535" y="508576"/>
                      <a:pt x="195815" y="530333"/>
                    </a:cubicBezTo>
                    <a:cubicBezTo>
                      <a:pt x="195815" y="538492"/>
                      <a:pt x="193096" y="546651"/>
                      <a:pt x="193096" y="554810"/>
                    </a:cubicBezTo>
                    <a:cubicBezTo>
                      <a:pt x="193096" y="560249"/>
                      <a:pt x="190376" y="590166"/>
                      <a:pt x="190376" y="603764"/>
                    </a:cubicBezTo>
                    <a:cubicBezTo>
                      <a:pt x="190376" y="609203"/>
                      <a:pt x="190376" y="611923"/>
                      <a:pt x="198535" y="611923"/>
                    </a:cubicBezTo>
                    <a:cubicBezTo>
                      <a:pt x="206694" y="611923"/>
                      <a:pt x="209414" y="611923"/>
                      <a:pt x="214853" y="611923"/>
                    </a:cubicBezTo>
                    <a:cubicBezTo>
                      <a:pt x="223012" y="611923"/>
                      <a:pt x="220293" y="611923"/>
                      <a:pt x="236610" y="611923"/>
                    </a:cubicBezTo>
                    <a:cubicBezTo>
                      <a:pt x="242050" y="611923"/>
                      <a:pt x="258368" y="601044"/>
                      <a:pt x="263807" y="598325"/>
                    </a:cubicBezTo>
                    <a:cubicBezTo>
                      <a:pt x="266527" y="598325"/>
                      <a:pt x="274686" y="592885"/>
                      <a:pt x="277405" y="592885"/>
                    </a:cubicBezTo>
                    <a:cubicBezTo>
                      <a:pt x="285564" y="587446"/>
                      <a:pt x="288284" y="579287"/>
                      <a:pt x="291004" y="573848"/>
                    </a:cubicBezTo>
                    <a:cubicBezTo>
                      <a:pt x="296443" y="562969"/>
                      <a:pt x="301882" y="554810"/>
                      <a:pt x="307322" y="543931"/>
                    </a:cubicBezTo>
                    <a:cubicBezTo>
                      <a:pt x="315481" y="524894"/>
                      <a:pt x="320920" y="524894"/>
                      <a:pt x="326359" y="481379"/>
                    </a:cubicBezTo>
                    <a:cubicBezTo>
                      <a:pt x="329079" y="456903"/>
                      <a:pt x="334518" y="435145"/>
                      <a:pt x="337238" y="413388"/>
                    </a:cubicBezTo>
                    <a:cubicBezTo>
                      <a:pt x="337238" y="391631"/>
                      <a:pt x="337238" y="369873"/>
                      <a:pt x="337238" y="350836"/>
                    </a:cubicBezTo>
                    <a:cubicBezTo>
                      <a:pt x="337238" y="339957"/>
                      <a:pt x="337238" y="320920"/>
                      <a:pt x="334518" y="296443"/>
                    </a:cubicBezTo>
                    <a:cubicBezTo>
                      <a:pt x="331798" y="269246"/>
                      <a:pt x="329079" y="250209"/>
                      <a:pt x="329079" y="244769"/>
                    </a:cubicBezTo>
                    <a:cubicBezTo>
                      <a:pt x="323640" y="206694"/>
                      <a:pt x="318200" y="174058"/>
                      <a:pt x="307322" y="135983"/>
                    </a:cubicBezTo>
                    <a:cubicBezTo>
                      <a:pt x="304602" y="125105"/>
                      <a:pt x="304602" y="108787"/>
                      <a:pt x="271966" y="78870"/>
                    </a:cubicBezTo>
                    <a:cubicBezTo>
                      <a:pt x="263807" y="73431"/>
                      <a:pt x="233891" y="65272"/>
                      <a:pt x="214853" y="65272"/>
                    </a:cubicBezTo>
                    <a:close/>
                    <a:moveTo>
                      <a:pt x="114226" y="0"/>
                    </a:moveTo>
                    <a:cubicBezTo>
                      <a:pt x="119665" y="0"/>
                      <a:pt x="125105" y="0"/>
                      <a:pt x="127824" y="0"/>
                    </a:cubicBezTo>
                    <a:cubicBezTo>
                      <a:pt x="133264" y="0"/>
                      <a:pt x="141422" y="0"/>
                      <a:pt x="146862" y="2720"/>
                    </a:cubicBezTo>
                    <a:cubicBezTo>
                      <a:pt x="157741" y="5439"/>
                      <a:pt x="165900" y="13598"/>
                      <a:pt x="174059" y="21758"/>
                    </a:cubicBezTo>
                    <a:cubicBezTo>
                      <a:pt x="179498" y="21758"/>
                      <a:pt x="187657" y="21758"/>
                      <a:pt x="193096" y="21758"/>
                    </a:cubicBezTo>
                    <a:cubicBezTo>
                      <a:pt x="212134" y="21758"/>
                      <a:pt x="228452" y="27197"/>
                      <a:pt x="261088" y="27197"/>
                    </a:cubicBezTo>
                    <a:cubicBezTo>
                      <a:pt x="277405" y="27197"/>
                      <a:pt x="293723" y="35356"/>
                      <a:pt x="310042" y="35356"/>
                    </a:cubicBezTo>
                    <a:cubicBezTo>
                      <a:pt x="318200" y="35356"/>
                      <a:pt x="329079" y="35356"/>
                      <a:pt x="334518" y="40795"/>
                    </a:cubicBezTo>
                    <a:cubicBezTo>
                      <a:pt x="342677" y="46234"/>
                      <a:pt x="348117" y="54393"/>
                      <a:pt x="356276" y="59833"/>
                    </a:cubicBezTo>
                    <a:cubicBezTo>
                      <a:pt x="361715" y="65272"/>
                      <a:pt x="369874" y="67992"/>
                      <a:pt x="372593" y="76151"/>
                    </a:cubicBezTo>
                    <a:cubicBezTo>
                      <a:pt x="375313" y="81590"/>
                      <a:pt x="378033" y="89749"/>
                      <a:pt x="380752" y="95188"/>
                    </a:cubicBezTo>
                    <a:cubicBezTo>
                      <a:pt x="386192" y="103347"/>
                      <a:pt x="391631" y="106067"/>
                      <a:pt x="405230" y="114226"/>
                    </a:cubicBezTo>
                    <a:cubicBezTo>
                      <a:pt x="413388" y="119665"/>
                      <a:pt x="410669" y="133263"/>
                      <a:pt x="416108" y="141422"/>
                    </a:cubicBezTo>
                    <a:cubicBezTo>
                      <a:pt x="426987" y="160461"/>
                      <a:pt x="446025" y="182218"/>
                      <a:pt x="451464" y="201256"/>
                    </a:cubicBezTo>
                    <a:cubicBezTo>
                      <a:pt x="456903" y="220293"/>
                      <a:pt x="456903" y="236611"/>
                      <a:pt x="456903" y="252929"/>
                    </a:cubicBezTo>
                    <a:cubicBezTo>
                      <a:pt x="456903" y="266527"/>
                      <a:pt x="456903" y="277406"/>
                      <a:pt x="456903" y="291004"/>
                    </a:cubicBezTo>
                    <a:cubicBezTo>
                      <a:pt x="456903" y="299163"/>
                      <a:pt x="456903" y="307322"/>
                      <a:pt x="459623" y="318201"/>
                    </a:cubicBezTo>
                    <a:cubicBezTo>
                      <a:pt x="459623" y="320921"/>
                      <a:pt x="459623" y="323640"/>
                      <a:pt x="459623" y="326360"/>
                    </a:cubicBezTo>
                    <a:cubicBezTo>
                      <a:pt x="462342" y="331799"/>
                      <a:pt x="459623" y="337238"/>
                      <a:pt x="459623" y="348117"/>
                    </a:cubicBezTo>
                    <a:cubicBezTo>
                      <a:pt x="459623" y="350837"/>
                      <a:pt x="462342" y="361715"/>
                      <a:pt x="462342" y="367155"/>
                    </a:cubicBezTo>
                    <a:cubicBezTo>
                      <a:pt x="462342" y="375314"/>
                      <a:pt x="456903" y="383473"/>
                      <a:pt x="456903" y="391632"/>
                    </a:cubicBezTo>
                    <a:cubicBezTo>
                      <a:pt x="456903" y="399790"/>
                      <a:pt x="456903" y="410669"/>
                      <a:pt x="456903" y="418828"/>
                    </a:cubicBezTo>
                    <a:cubicBezTo>
                      <a:pt x="456903" y="421548"/>
                      <a:pt x="454183" y="429707"/>
                      <a:pt x="451464" y="437866"/>
                    </a:cubicBezTo>
                    <a:cubicBezTo>
                      <a:pt x="448744" y="443305"/>
                      <a:pt x="448744" y="451464"/>
                      <a:pt x="446025" y="454184"/>
                    </a:cubicBezTo>
                    <a:cubicBezTo>
                      <a:pt x="443305" y="462343"/>
                      <a:pt x="440585" y="473221"/>
                      <a:pt x="440585" y="481380"/>
                    </a:cubicBezTo>
                    <a:cubicBezTo>
                      <a:pt x="437865" y="489539"/>
                      <a:pt x="437865" y="500418"/>
                      <a:pt x="432426" y="508577"/>
                    </a:cubicBezTo>
                    <a:cubicBezTo>
                      <a:pt x="429706" y="516736"/>
                      <a:pt x="424267" y="522175"/>
                      <a:pt x="418828" y="530334"/>
                    </a:cubicBezTo>
                    <a:cubicBezTo>
                      <a:pt x="416108" y="535773"/>
                      <a:pt x="413388" y="543932"/>
                      <a:pt x="410669" y="549371"/>
                    </a:cubicBezTo>
                    <a:cubicBezTo>
                      <a:pt x="405230" y="557531"/>
                      <a:pt x="397071" y="573848"/>
                      <a:pt x="391631" y="579288"/>
                    </a:cubicBezTo>
                    <a:cubicBezTo>
                      <a:pt x="369874" y="609204"/>
                      <a:pt x="350836" y="620083"/>
                      <a:pt x="337238" y="630961"/>
                    </a:cubicBezTo>
                    <a:cubicBezTo>
                      <a:pt x="326359" y="639120"/>
                      <a:pt x="315481" y="641840"/>
                      <a:pt x="301883" y="647279"/>
                    </a:cubicBezTo>
                    <a:cubicBezTo>
                      <a:pt x="291004" y="649999"/>
                      <a:pt x="277405" y="652718"/>
                      <a:pt x="263807" y="652718"/>
                    </a:cubicBezTo>
                    <a:cubicBezTo>
                      <a:pt x="252929" y="652718"/>
                      <a:pt x="244770" y="649999"/>
                      <a:pt x="233891" y="649999"/>
                    </a:cubicBezTo>
                    <a:cubicBezTo>
                      <a:pt x="206694" y="649999"/>
                      <a:pt x="217573" y="652718"/>
                      <a:pt x="187657" y="652718"/>
                    </a:cubicBezTo>
                    <a:cubicBezTo>
                      <a:pt x="184937" y="660877"/>
                      <a:pt x="179498" y="666317"/>
                      <a:pt x="171339" y="669036"/>
                    </a:cubicBezTo>
                    <a:cubicBezTo>
                      <a:pt x="165900" y="671756"/>
                      <a:pt x="160460" y="671756"/>
                      <a:pt x="155021" y="671756"/>
                    </a:cubicBezTo>
                    <a:cubicBezTo>
                      <a:pt x="149581" y="671756"/>
                      <a:pt x="144142" y="674476"/>
                      <a:pt x="138703" y="674476"/>
                    </a:cubicBezTo>
                    <a:cubicBezTo>
                      <a:pt x="135983" y="674476"/>
                      <a:pt x="127824" y="677195"/>
                      <a:pt x="125105" y="677195"/>
                    </a:cubicBezTo>
                    <a:cubicBezTo>
                      <a:pt x="116946" y="677195"/>
                      <a:pt x="108787" y="671756"/>
                      <a:pt x="106067" y="671756"/>
                    </a:cubicBezTo>
                    <a:cubicBezTo>
                      <a:pt x="100628" y="669036"/>
                      <a:pt x="95188" y="663597"/>
                      <a:pt x="87029" y="658158"/>
                    </a:cubicBezTo>
                    <a:cubicBezTo>
                      <a:pt x="84310" y="655438"/>
                      <a:pt x="81590" y="655438"/>
                      <a:pt x="81590" y="652718"/>
                    </a:cubicBezTo>
                    <a:cubicBezTo>
                      <a:pt x="73431" y="652718"/>
                      <a:pt x="81590" y="652718"/>
                      <a:pt x="67992" y="652718"/>
                    </a:cubicBezTo>
                    <a:cubicBezTo>
                      <a:pt x="59833" y="652718"/>
                      <a:pt x="51674" y="652718"/>
                      <a:pt x="43515" y="652718"/>
                    </a:cubicBezTo>
                    <a:cubicBezTo>
                      <a:pt x="35356" y="652718"/>
                      <a:pt x="24477" y="652718"/>
                      <a:pt x="16318" y="647279"/>
                    </a:cubicBezTo>
                    <a:cubicBezTo>
                      <a:pt x="8159" y="644559"/>
                      <a:pt x="0" y="636401"/>
                      <a:pt x="0" y="630961"/>
                    </a:cubicBezTo>
                    <a:cubicBezTo>
                      <a:pt x="0" y="625522"/>
                      <a:pt x="0" y="622802"/>
                      <a:pt x="5439" y="620083"/>
                    </a:cubicBezTo>
                    <a:cubicBezTo>
                      <a:pt x="10879" y="617363"/>
                      <a:pt x="21758" y="614643"/>
                      <a:pt x="27197" y="611924"/>
                    </a:cubicBezTo>
                    <a:cubicBezTo>
                      <a:pt x="38076" y="609204"/>
                      <a:pt x="54393" y="609204"/>
                      <a:pt x="65272" y="609204"/>
                    </a:cubicBezTo>
                    <a:cubicBezTo>
                      <a:pt x="65272" y="601045"/>
                      <a:pt x="65272" y="592886"/>
                      <a:pt x="65272" y="584727"/>
                    </a:cubicBezTo>
                    <a:cubicBezTo>
                      <a:pt x="65272" y="541213"/>
                      <a:pt x="62552" y="500418"/>
                      <a:pt x="62552" y="456903"/>
                    </a:cubicBezTo>
                    <a:cubicBezTo>
                      <a:pt x="62552" y="440585"/>
                      <a:pt x="65272" y="397071"/>
                      <a:pt x="65272" y="337238"/>
                    </a:cubicBezTo>
                    <a:cubicBezTo>
                      <a:pt x="65272" y="293724"/>
                      <a:pt x="67992" y="247490"/>
                      <a:pt x="67992" y="203975"/>
                    </a:cubicBezTo>
                    <a:cubicBezTo>
                      <a:pt x="67992" y="179498"/>
                      <a:pt x="67992" y="149582"/>
                      <a:pt x="70712" y="119665"/>
                    </a:cubicBezTo>
                    <a:cubicBezTo>
                      <a:pt x="70712" y="103347"/>
                      <a:pt x="73431" y="84309"/>
                      <a:pt x="73431" y="67992"/>
                    </a:cubicBezTo>
                    <a:cubicBezTo>
                      <a:pt x="73431" y="67992"/>
                      <a:pt x="70712" y="67992"/>
                      <a:pt x="67992" y="67992"/>
                    </a:cubicBezTo>
                    <a:cubicBezTo>
                      <a:pt x="59833" y="67992"/>
                      <a:pt x="51674" y="67992"/>
                      <a:pt x="43515" y="67992"/>
                    </a:cubicBezTo>
                    <a:cubicBezTo>
                      <a:pt x="35356" y="67992"/>
                      <a:pt x="24477" y="67992"/>
                      <a:pt x="16318" y="62552"/>
                    </a:cubicBezTo>
                    <a:cubicBezTo>
                      <a:pt x="8159" y="59833"/>
                      <a:pt x="0" y="51674"/>
                      <a:pt x="0" y="46234"/>
                    </a:cubicBezTo>
                    <a:cubicBezTo>
                      <a:pt x="0" y="43515"/>
                      <a:pt x="0" y="38075"/>
                      <a:pt x="5439" y="35356"/>
                    </a:cubicBezTo>
                    <a:cubicBezTo>
                      <a:pt x="10879" y="32636"/>
                      <a:pt x="21758" y="29916"/>
                      <a:pt x="27197" y="27197"/>
                    </a:cubicBezTo>
                    <a:cubicBezTo>
                      <a:pt x="46234" y="24477"/>
                      <a:pt x="65272" y="21758"/>
                      <a:pt x="76151" y="21758"/>
                    </a:cubicBezTo>
                    <a:cubicBezTo>
                      <a:pt x="76151" y="19038"/>
                      <a:pt x="78871" y="16318"/>
                      <a:pt x="81590" y="13598"/>
                    </a:cubicBezTo>
                    <a:cubicBezTo>
                      <a:pt x="84310" y="10879"/>
                      <a:pt x="92469" y="5439"/>
                      <a:pt x="97908" y="5439"/>
                    </a:cubicBezTo>
                    <a:cubicBezTo>
                      <a:pt x="103347" y="2720"/>
                      <a:pt x="108787" y="0"/>
                      <a:pt x="11422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47">
                <a:extLst>
                  <a:ext uri="{FF2B5EF4-FFF2-40B4-BE49-F238E27FC236}">
                    <a16:creationId xmlns:a16="http://schemas.microsoft.com/office/drawing/2014/main" id="{385C219A-663D-2E4F-AC32-EA119AB20906}"/>
                  </a:ext>
                </a:extLst>
              </p:cNvPr>
              <p:cNvSpPr/>
              <p:nvPr/>
            </p:nvSpPr>
            <p:spPr>
              <a:xfrm>
                <a:off x="7310622" y="4197597"/>
                <a:ext cx="489539" cy="761503"/>
              </a:xfrm>
              <a:custGeom>
                <a:avLst/>
                <a:gdLst>
                  <a:gd name="connsiteX0" fmla="*/ 433491 w 489538"/>
                  <a:gd name="connsiteY0" fmla="*/ 651063 h 761503"/>
                  <a:gd name="connsiteX1" fmla="*/ 438930 w 489538"/>
                  <a:gd name="connsiteY1" fmla="*/ 661942 h 761503"/>
                  <a:gd name="connsiteX2" fmla="*/ 425332 w 489538"/>
                  <a:gd name="connsiteY2" fmla="*/ 683699 h 761503"/>
                  <a:gd name="connsiteX3" fmla="*/ 400855 w 489538"/>
                  <a:gd name="connsiteY3" fmla="*/ 691858 h 761503"/>
                  <a:gd name="connsiteX4" fmla="*/ 343742 w 489538"/>
                  <a:gd name="connsiteY4" fmla="*/ 700017 h 761503"/>
                  <a:gd name="connsiteX5" fmla="*/ 316546 w 489538"/>
                  <a:gd name="connsiteY5" fmla="*/ 705456 h 761503"/>
                  <a:gd name="connsiteX6" fmla="*/ 275751 w 489538"/>
                  <a:gd name="connsiteY6" fmla="*/ 705456 h 761503"/>
                  <a:gd name="connsiteX7" fmla="*/ 264872 w 489538"/>
                  <a:gd name="connsiteY7" fmla="*/ 708176 h 761503"/>
                  <a:gd name="connsiteX8" fmla="*/ 253994 w 489538"/>
                  <a:gd name="connsiteY8" fmla="*/ 708176 h 761503"/>
                  <a:gd name="connsiteX9" fmla="*/ 240395 w 489538"/>
                  <a:gd name="connsiteY9" fmla="*/ 719054 h 761503"/>
                  <a:gd name="connsiteX10" fmla="*/ 224077 w 489538"/>
                  <a:gd name="connsiteY10" fmla="*/ 721774 h 761503"/>
                  <a:gd name="connsiteX11" fmla="*/ 205040 w 489538"/>
                  <a:gd name="connsiteY11" fmla="*/ 724494 h 761503"/>
                  <a:gd name="connsiteX12" fmla="*/ 191441 w 489538"/>
                  <a:gd name="connsiteY12" fmla="*/ 727213 h 761503"/>
                  <a:gd name="connsiteX13" fmla="*/ 169684 w 489538"/>
                  <a:gd name="connsiteY13" fmla="*/ 721774 h 761503"/>
                  <a:gd name="connsiteX14" fmla="*/ 150646 w 489538"/>
                  <a:gd name="connsiteY14" fmla="*/ 708176 h 761503"/>
                  <a:gd name="connsiteX15" fmla="*/ 139768 w 489538"/>
                  <a:gd name="connsiteY15" fmla="*/ 708176 h 761503"/>
                  <a:gd name="connsiteX16" fmla="*/ 120730 w 489538"/>
                  <a:gd name="connsiteY16" fmla="*/ 708176 h 761503"/>
                  <a:gd name="connsiteX17" fmla="*/ 98973 w 489538"/>
                  <a:gd name="connsiteY17" fmla="*/ 708176 h 761503"/>
                  <a:gd name="connsiteX18" fmla="*/ 74496 w 489538"/>
                  <a:gd name="connsiteY18" fmla="*/ 702736 h 761503"/>
                  <a:gd name="connsiteX19" fmla="*/ 58178 w 489538"/>
                  <a:gd name="connsiteY19" fmla="*/ 683699 h 761503"/>
                  <a:gd name="connsiteX20" fmla="*/ 63617 w 489538"/>
                  <a:gd name="connsiteY20" fmla="*/ 675540 h 761503"/>
                  <a:gd name="connsiteX21" fmla="*/ 85375 w 489538"/>
                  <a:gd name="connsiteY21" fmla="*/ 667381 h 761503"/>
                  <a:gd name="connsiteX22" fmla="*/ 128889 w 489538"/>
                  <a:gd name="connsiteY22" fmla="*/ 661942 h 761503"/>
                  <a:gd name="connsiteX23" fmla="*/ 128889 w 489538"/>
                  <a:gd name="connsiteY23" fmla="*/ 602109 h 761503"/>
                  <a:gd name="connsiteX24" fmla="*/ 126170 w 489538"/>
                  <a:gd name="connsiteY24" fmla="*/ 523239 h 761503"/>
                  <a:gd name="connsiteX25" fmla="*/ 126170 w 489538"/>
                  <a:gd name="connsiteY25" fmla="*/ 468846 h 761503"/>
                  <a:gd name="connsiteX26" fmla="*/ 123450 w 489538"/>
                  <a:gd name="connsiteY26" fmla="*/ 409014 h 761503"/>
                  <a:gd name="connsiteX27" fmla="*/ 123450 w 489538"/>
                  <a:gd name="connsiteY27" fmla="*/ 384537 h 761503"/>
                  <a:gd name="connsiteX28" fmla="*/ 126170 w 489538"/>
                  <a:gd name="connsiteY28" fmla="*/ 349181 h 761503"/>
                  <a:gd name="connsiteX29" fmla="*/ 126170 w 489538"/>
                  <a:gd name="connsiteY29" fmla="*/ 324704 h 761503"/>
                  <a:gd name="connsiteX30" fmla="*/ 128889 w 489538"/>
                  <a:gd name="connsiteY30" fmla="*/ 292068 h 761503"/>
                  <a:gd name="connsiteX31" fmla="*/ 134329 w 489538"/>
                  <a:gd name="connsiteY31" fmla="*/ 234956 h 761503"/>
                  <a:gd name="connsiteX32" fmla="*/ 134329 w 489538"/>
                  <a:gd name="connsiteY32" fmla="*/ 172404 h 761503"/>
                  <a:gd name="connsiteX33" fmla="*/ 137048 w 489538"/>
                  <a:gd name="connsiteY33" fmla="*/ 123450 h 761503"/>
                  <a:gd name="connsiteX34" fmla="*/ 123450 w 489538"/>
                  <a:gd name="connsiteY34" fmla="*/ 123450 h 761503"/>
                  <a:gd name="connsiteX35" fmla="*/ 101693 w 489538"/>
                  <a:gd name="connsiteY35" fmla="*/ 123450 h 761503"/>
                  <a:gd name="connsiteX36" fmla="*/ 77216 w 489538"/>
                  <a:gd name="connsiteY36" fmla="*/ 118011 h 761503"/>
                  <a:gd name="connsiteX37" fmla="*/ 60898 w 489538"/>
                  <a:gd name="connsiteY37" fmla="*/ 98973 h 761503"/>
                  <a:gd name="connsiteX38" fmla="*/ 66337 w 489538"/>
                  <a:gd name="connsiteY38" fmla="*/ 90814 h 761503"/>
                  <a:gd name="connsiteX39" fmla="*/ 88094 w 489538"/>
                  <a:gd name="connsiteY39" fmla="*/ 82655 h 761503"/>
                  <a:gd name="connsiteX40" fmla="*/ 145207 w 489538"/>
                  <a:gd name="connsiteY40" fmla="*/ 77216 h 761503"/>
                  <a:gd name="connsiteX41" fmla="*/ 145207 w 489538"/>
                  <a:gd name="connsiteY41" fmla="*/ 77216 h 761503"/>
                  <a:gd name="connsiteX42" fmla="*/ 153366 w 489538"/>
                  <a:gd name="connsiteY42" fmla="*/ 69057 h 761503"/>
                  <a:gd name="connsiteX43" fmla="*/ 177843 w 489538"/>
                  <a:gd name="connsiteY43" fmla="*/ 60898 h 761503"/>
                  <a:gd name="connsiteX44" fmla="*/ 196881 w 489538"/>
                  <a:gd name="connsiteY44" fmla="*/ 58178 h 761503"/>
                  <a:gd name="connsiteX45" fmla="*/ 205040 w 489538"/>
                  <a:gd name="connsiteY45" fmla="*/ 58178 h 761503"/>
                  <a:gd name="connsiteX46" fmla="*/ 215919 w 489538"/>
                  <a:gd name="connsiteY46" fmla="*/ 63617 h 761503"/>
                  <a:gd name="connsiteX47" fmla="*/ 229517 w 489538"/>
                  <a:gd name="connsiteY47" fmla="*/ 69057 h 761503"/>
                  <a:gd name="connsiteX48" fmla="*/ 256713 w 489538"/>
                  <a:gd name="connsiteY48" fmla="*/ 77216 h 761503"/>
                  <a:gd name="connsiteX49" fmla="*/ 264872 w 489538"/>
                  <a:gd name="connsiteY49" fmla="*/ 77216 h 761503"/>
                  <a:gd name="connsiteX50" fmla="*/ 281190 w 489538"/>
                  <a:gd name="connsiteY50" fmla="*/ 77216 h 761503"/>
                  <a:gd name="connsiteX51" fmla="*/ 330144 w 489538"/>
                  <a:gd name="connsiteY51" fmla="*/ 77216 h 761503"/>
                  <a:gd name="connsiteX52" fmla="*/ 357341 w 489538"/>
                  <a:gd name="connsiteY52" fmla="*/ 79935 h 761503"/>
                  <a:gd name="connsiteX53" fmla="*/ 387257 w 489538"/>
                  <a:gd name="connsiteY53" fmla="*/ 82655 h 761503"/>
                  <a:gd name="connsiteX54" fmla="*/ 406295 w 489538"/>
                  <a:gd name="connsiteY54" fmla="*/ 85375 h 761503"/>
                  <a:gd name="connsiteX55" fmla="*/ 417173 w 489538"/>
                  <a:gd name="connsiteY55" fmla="*/ 79935 h 761503"/>
                  <a:gd name="connsiteX56" fmla="*/ 425332 w 489538"/>
                  <a:gd name="connsiteY56" fmla="*/ 85375 h 761503"/>
                  <a:gd name="connsiteX57" fmla="*/ 433491 w 489538"/>
                  <a:gd name="connsiteY57" fmla="*/ 104412 h 761503"/>
                  <a:gd name="connsiteX58" fmla="*/ 436211 w 489538"/>
                  <a:gd name="connsiteY58" fmla="*/ 137048 h 761503"/>
                  <a:gd name="connsiteX59" fmla="*/ 438930 w 489538"/>
                  <a:gd name="connsiteY59" fmla="*/ 183282 h 761503"/>
                  <a:gd name="connsiteX60" fmla="*/ 422612 w 489538"/>
                  <a:gd name="connsiteY60" fmla="*/ 218638 h 761503"/>
                  <a:gd name="connsiteX61" fmla="*/ 406295 w 489538"/>
                  <a:gd name="connsiteY61" fmla="*/ 213198 h 761503"/>
                  <a:gd name="connsiteX62" fmla="*/ 398136 w 489538"/>
                  <a:gd name="connsiteY62" fmla="*/ 196881 h 761503"/>
                  <a:gd name="connsiteX63" fmla="*/ 395416 w 489538"/>
                  <a:gd name="connsiteY63" fmla="*/ 175123 h 761503"/>
                  <a:gd name="connsiteX64" fmla="*/ 395416 w 489538"/>
                  <a:gd name="connsiteY64" fmla="*/ 153366 h 761503"/>
                  <a:gd name="connsiteX65" fmla="*/ 395416 w 489538"/>
                  <a:gd name="connsiteY65" fmla="*/ 126170 h 761503"/>
                  <a:gd name="connsiteX66" fmla="*/ 370939 w 489538"/>
                  <a:gd name="connsiteY66" fmla="*/ 128889 h 761503"/>
                  <a:gd name="connsiteX67" fmla="*/ 338303 w 489538"/>
                  <a:gd name="connsiteY67" fmla="*/ 131609 h 761503"/>
                  <a:gd name="connsiteX68" fmla="*/ 286629 w 489538"/>
                  <a:gd name="connsiteY68" fmla="*/ 134328 h 761503"/>
                  <a:gd name="connsiteX69" fmla="*/ 273031 w 489538"/>
                  <a:gd name="connsiteY69" fmla="*/ 137048 h 761503"/>
                  <a:gd name="connsiteX70" fmla="*/ 262153 w 489538"/>
                  <a:gd name="connsiteY70" fmla="*/ 142487 h 761503"/>
                  <a:gd name="connsiteX71" fmla="*/ 259433 w 489538"/>
                  <a:gd name="connsiteY71" fmla="*/ 153366 h 761503"/>
                  <a:gd name="connsiteX72" fmla="*/ 262153 w 489538"/>
                  <a:gd name="connsiteY72" fmla="*/ 166964 h 761503"/>
                  <a:gd name="connsiteX73" fmla="*/ 262153 w 489538"/>
                  <a:gd name="connsiteY73" fmla="*/ 196881 h 761503"/>
                  <a:gd name="connsiteX74" fmla="*/ 262153 w 489538"/>
                  <a:gd name="connsiteY74" fmla="*/ 215918 h 761503"/>
                  <a:gd name="connsiteX75" fmla="*/ 262153 w 489538"/>
                  <a:gd name="connsiteY75" fmla="*/ 251274 h 761503"/>
                  <a:gd name="connsiteX76" fmla="*/ 259433 w 489538"/>
                  <a:gd name="connsiteY76" fmla="*/ 278470 h 761503"/>
                  <a:gd name="connsiteX77" fmla="*/ 259433 w 489538"/>
                  <a:gd name="connsiteY77" fmla="*/ 308386 h 761503"/>
                  <a:gd name="connsiteX78" fmla="*/ 259433 w 489538"/>
                  <a:gd name="connsiteY78" fmla="*/ 321985 h 761503"/>
                  <a:gd name="connsiteX79" fmla="*/ 259433 w 489538"/>
                  <a:gd name="connsiteY79" fmla="*/ 332863 h 761503"/>
                  <a:gd name="connsiteX80" fmla="*/ 267592 w 489538"/>
                  <a:gd name="connsiteY80" fmla="*/ 335583 h 761503"/>
                  <a:gd name="connsiteX81" fmla="*/ 281190 w 489538"/>
                  <a:gd name="connsiteY81" fmla="*/ 335583 h 761503"/>
                  <a:gd name="connsiteX82" fmla="*/ 327424 w 489538"/>
                  <a:gd name="connsiteY82" fmla="*/ 338303 h 761503"/>
                  <a:gd name="connsiteX83" fmla="*/ 351901 w 489538"/>
                  <a:gd name="connsiteY83" fmla="*/ 341022 h 761503"/>
                  <a:gd name="connsiteX84" fmla="*/ 351901 w 489538"/>
                  <a:gd name="connsiteY84" fmla="*/ 335583 h 761503"/>
                  <a:gd name="connsiteX85" fmla="*/ 351901 w 489538"/>
                  <a:gd name="connsiteY85" fmla="*/ 313826 h 761503"/>
                  <a:gd name="connsiteX86" fmla="*/ 357341 w 489538"/>
                  <a:gd name="connsiteY86" fmla="*/ 289349 h 761503"/>
                  <a:gd name="connsiteX87" fmla="*/ 373658 w 489538"/>
                  <a:gd name="connsiteY87" fmla="*/ 273031 h 761503"/>
                  <a:gd name="connsiteX88" fmla="*/ 381817 w 489538"/>
                  <a:gd name="connsiteY88" fmla="*/ 278470 h 761503"/>
                  <a:gd name="connsiteX89" fmla="*/ 389977 w 489538"/>
                  <a:gd name="connsiteY89" fmla="*/ 300228 h 761503"/>
                  <a:gd name="connsiteX90" fmla="*/ 395416 w 489538"/>
                  <a:gd name="connsiteY90" fmla="*/ 351901 h 761503"/>
                  <a:gd name="connsiteX91" fmla="*/ 398136 w 489538"/>
                  <a:gd name="connsiteY91" fmla="*/ 409014 h 761503"/>
                  <a:gd name="connsiteX92" fmla="*/ 381817 w 489538"/>
                  <a:gd name="connsiteY92" fmla="*/ 444369 h 761503"/>
                  <a:gd name="connsiteX93" fmla="*/ 365500 w 489538"/>
                  <a:gd name="connsiteY93" fmla="*/ 438930 h 761503"/>
                  <a:gd name="connsiteX94" fmla="*/ 357341 w 489538"/>
                  <a:gd name="connsiteY94" fmla="*/ 422612 h 761503"/>
                  <a:gd name="connsiteX95" fmla="*/ 354621 w 489538"/>
                  <a:gd name="connsiteY95" fmla="*/ 400855 h 761503"/>
                  <a:gd name="connsiteX96" fmla="*/ 354621 w 489538"/>
                  <a:gd name="connsiteY96" fmla="*/ 381817 h 761503"/>
                  <a:gd name="connsiteX97" fmla="*/ 270312 w 489538"/>
                  <a:gd name="connsiteY97" fmla="*/ 381817 h 761503"/>
                  <a:gd name="connsiteX98" fmla="*/ 256713 w 489538"/>
                  <a:gd name="connsiteY98" fmla="*/ 395415 h 761503"/>
                  <a:gd name="connsiteX99" fmla="*/ 253994 w 489538"/>
                  <a:gd name="connsiteY99" fmla="*/ 422612 h 761503"/>
                  <a:gd name="connsiteX100" fmla="*/ 253994 w 489538"/>
                  <a:gd name="connsiteY100" fmla="*/ 433490 h 761503"/>
                  <a:gd name="connsiteX101" fmla="*/ 253994 w 489538"/>
                  <a:gd name="connsiteY101" fmla="*/ 449809 h 761503"/>
                  <a:gd name="connsiteX102" fmla="*/ 256713 w 489538"/>
                  <a:gd name="connsiteY102" fmla="*/ 474285 h 761503"/>
                  <a:gd name="connsiteX103" fmla="*/ 256713 w 489538"/>
                  <a:gd name="connsiteY103" fmla="*/ 496043 h 761503"/>
                  <a:gd name="connsiteX104" fmla="*/ 259433 w 489538"/>
                  <a:gd name="connsiteY104" fmla="*/ 534118 h 761503"/>
                  <a:gd name="connsiteX105" fmla="*/ 259433 w 489538"/>
                  <a:gd name="connsiteY105" fmla="*/ 591231 h 761503"/>
                  <a:gd name="connsiteX106" fmla="*/ 262153 w 489538"/>
                  <a:gd name="connsiteY106" fmla="*/ 618427 h 761503"/>
                  <a:gd name="connsiteX107" fmla="*/ 267592 w 489538"/>
                  <a:gd name="connsiteY107" fmla="*/ 648343 h 761503"/>
                  <a:gd name="connsiteX108" fmla="*/ 292069 w 489538"/>
                  <a:gd name="connsiteY108" fmla="*/ 651063 h 761503"/>
                  <a:gd name="connsiteX109" fmla="*/ 327424 w 489538"/>
                  <a:gd name="connsiteY109" fmla="*/ 651063 h 761503"/>
                  <a:gd name="connsiteX110" fmla="*/ 362780 w 489538"/>
                  <a:gd name="connsiteY110" fmla="*/ 653783 h 761503"/>
                  <a:gd name="connsiteX111" fmla="*/ 395416 w 489538"/>
                  <a:gd name="connsiteY111" fmla="*/ 648343 h 761503"/>
                  <a:gd name="connsiteX112" fmla="*/ 395416 w 489538"/>
                  <a:gd name="connsiteY112" fmla="*/ 618427 h 761503"/>
                  <a:gd name="connsiteX113" fmla="*/ 395416 w 489538"/>
                  <a:gd name="connsiteY113" fmla="*/ 596670 h 761503"/>
                  <a:gd name="connsiteX114" fmla="*/ 398136 w 489538"/>
                  <a:gd name="connsiteY114" fmla="*/ 574913 h 761503"/>
                  <a:gd name="connsiteX115" fmla="*/ 406295 w 489538"/>
                  <a:gd name="connsiteY115" fmla="*/ 558595 h 761503"/>
                  <a:gd name="connsiteX116" fmla="*/ 422612 w 489538"/>
                  <a:gd name="connsiteY116" fmla="*/ 553155 h 761503"/>
                  <a:gd name="connsiteX117" fmla="*/ 438930 w 489538"/>
                  <a:gd name="connsiteY117" fmla="*/ 588511 h 761503"/>
                  <a:gd name="connsiteX118" fmla="*/ 436211 w 489538"/>
                  <a:gd name="connsiteY118" fmla="*/ 645624 h 761503"/>
                  <a:gd name="connsiteX119" fmla="*/ 433491 w 489538"/>
                  <a:gd name="connsiteY119" fmla="*/ 651063 h 761503"/>
                  <a:gd name="connsiteX120" fmla="*/ 433491 w 489538"/>
                  <a:gd name="connsiteY120" fmla="*/ 6510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489538" h="761503">
                    <a:moveTo>
                      <a:pt x="433491" y="651063"/>
                    </a:moveTo>
                    <a:cubicBezTo>
                      <a:pt x="436211" y="653783"/>
                      <a:pt x="438930" y="656502"/>
                      <a:pt x="438930" y="661942"/>
                    </a:cubicBezTo>
                    <a:cubicBezTo>
                      <a:pt x="438930" y="670101"/>
                      <a:pt x="433491" y="678259"/>
                      <a:pt x="425332" y="683699"/>
                    </a:cubicBezTo>
                    <a:cubicBezTo>
                      <a:pt x="417173" y="689138"/>
                      <a:pt x="409014" y="689138"/>
                      <a:pt x="400855" y="691858"/>
                    </a:cubicBezTo>
                    <a:cubicBezTo>
                      <a:pt x="381817" y="694578"/>
                      <a:pt x="362780" y="694578"/>
                      <a:pt x="343742" y="700017"/>
                    </a:cubicBezTo>
                    <a:cubicBezTo>
                      <a:pt x="335583" y="702736"/>
                      <a:pt x="324705" y="702736"/>
                      <a:pt x="316546" y="705456"/>
                    </a:cubicBezTo>
                    <a:cubicBezTo>
                      <a:pt x="308387" y="705456"/>
                      <a:pt x="289349" y="705456"/>
                      <a:pt x="275751" y="705456"/>
                    </a:cubicBezTo>
                    <a:cubicBezTo>
                      <a:pt x="270312" y="705456"/>
                      <a:pt x="267592" y="708176"/>
                      <a:pt x="264872" y="708176"/>
                    </a:cubicBezTo>
                    <a:cubicBezTo>
                      <a:pt x="264872" y="708176"/>
                      <a:pt x="259433" y="708176"/>
                      <a:pt x="253994" y="708176"/>
                    </a:cubicBezTo>
                    <a:cubicBezTo>
                      <a:pt x="251274" y="713615"/>
                      <a:pt x="245835" y="716335"/>
                      <a:pt x="240395" y="719054"/>
                    </a:cubicBezTo>
                    <a:cubicBezTo>
                      <a:pt x="234956" y="721774"/>
                      <a:pt x="229517" y="721774"/>
                      <a:pt x="224077" y="721774"/>
                    </a:cubicBezTo>
                    <a:cubicBezTo>
                      <a:pt x="218638" y="721774"/>
                      <a:pt x="213199" y="724494"/>
                      <a:pt x="205040" y="724494"/>
                    </a:cubicBezTo>
                    <a:cubicBezTo>
                      <a:pt x="202320" y="724494"/>
                      <a:pt x="194161" y="727213"/>
                      <a:pt x="191441" y="727213"/>
                    </a:cubicBezTo>
                    <a:cubicBezTo>
                      <a:pt x="183282" y="727213"/>
                      <a:pt x="172404" y="721774"/>
                      <a:pt x="169684" y="721774"/>
                    </a:cubicBezTo>
                    <a:cubicBezTo>
                      <a:pt x="164245" y="719054"/>
                      <a:pt x="156086" y="713615"/>
                      <a:pt x="150646" y="708176"/>
                    </a:cubicBezTo>
                    <a:cubicBezTo>
                      <a:pt x="145207" y="708176"/>
                      <a:pt x="139768" y="708176"/>
                      <a:pt x="139768" y="708176"/>
                    </a:cubicBezTo>
                    <a:cubicBezTo>
                      <a:pt x="126170" y="708176"/>
                      <a:pt x="137048" y="708176"/>
                      <a:pt x="120730" y="708176"/>
                    </a:cubicBezTo>
                    <a:cubicBezTo>
                      <a:pt x="112571" y="708176"/>
                      <a:pt x="104412" y="708176"/>
                      <a:pt x="98973" y="708176"/>
                    </a:cubicBezTo>
                    <a:cubicBezTo>
                      <a:pt x="90814" y="708176"/>
                      <a:pt x="79936" y="708176"/>
                      <a:pt x="74496" y="702736"/>
                    </a:cubicBezTo>
                    <a:cubicBezTo>
                      <a:pt x="66337" y="700017"/>
                      <a:pt x="58178" y="689138"/>
                      <a:pt x="58178" y="683699"/>
                    </a:cubicBezTo>
                    <a:cubicBezTo>
                      <a:pt x="58178" y="680979"/>
                      <a:pt x="58178" y="678259"/>
                      <a:pt x="63617" y="675540"/>
                    </a:cubicBezTo>
                    <a:cubicBezTo>
                      <a:pt x="69057" y="672820"/>
                      <a:pt x="77216" y="670101"/>
                      <a:pt x="85375" y="667381"/>
                    </a:cubicBezTo>
                    <a:cubicBezTo>
                      <a:pt x="98973" y="664661"/>
                      <a:pt x="115291" y="664661"/>
                      <a:pt x="128889" y="661942"/>
                    </a:cubicBezTo>
                    <a:cubicBezTo>
                      <a:pt x="128889" y="645624"/>
                      <a:pt x="128889" y="623866"/>
                      <a:pt x="128889" y="602109"/>
                    </a:cubicBezTo>
                    <a:cubicBezTo>
                      <a:pt x="128889" y="566754"/>
                      <a:pt x="128889" y="531398"/>
                      <a:pt x="126170" y="523239"/>
                    </a:cubicBezTo>
                    <a:cubicBezTo>
                      <a:pt x="126170" y="517800"/>
                      <a:pt x="126170" y="487884"/>
                      <a:pt x="126170" y="468846"/>
                    </a:cubicBezTo>
                    <a:cubicBezTo>
                      <a:pt x="126170" y="449809"/>
                      <a:pt x="123450" y="430771"/>
                      <a:pt x="123450" y="409014"/>
                    </a:cubicBezTo>
                    <a:cubicBezTo>
                      <a:pt x="123450" y="400855"/>
                      <a:pt x="123450" y="392696"/>
                      <a:pt x="123450" y="384537"/>
                    </a:cubicBezTo>
                    <a:cubicBezTo>
                      <a:pt x="123450" y="373658"/>
                      <a:pt x="126170" y="360060"/>
                      <a:pt x="126170" y="349181"/>
                    </a:cubicBezTo>
                    <a:cubicBezTo>
                      <a:pt x="126170" y="341022"/>
                      <a:pt x="126170" y="332863"/>
                      <a:pt x="126170" y="324704"/>
                    </a:cubicBezTo>
                    <a:cubicBezTo>
                      <a:pt x="126170" y="313826"/>
                      <a:pt x="126170" y="302947"/>
                      <a:pt x="128889" y="292068"/>
                    </a:cubicBezTo>
                    <a:cubicBezTo>
                      <a:pt x="131609" y="273031"/>
                      <a:pt x="134329" y="253993"/>
                      <a:pt x="134329" y="234956"/>
                    </a:cubicBezTo>
                    <a:cubicBezTo>
                      <a:pt x="134329" y="213198"/>
                      <a:pt x="134329" y="191441"/>
                      <a:pt x="134329" y="172404"/>
                    </a:cubicBezTo>
                    <a:cubicBezTo>
                      <a:pt x="134329" y="156086"/>
                      <a:pt x="134329" y="139768"/>
                      <a:pt x="137048" y="123450"/>
                    </a:cubicBezTo>
                    <a:cubicBezTo>
                      <a:pt x="131609" y="123450"/>
                      <a:pt x="134329" y="123450"/>
                      <a:pt x="123450" y="123450"/>
                    </a:cubicBezTo>
                    <a:cubicBezTo>
                      <a:pt x="115291" y="123450"/>
                      <a:pt x="107132" y="123450"/>
                      <a:pt x="101693" y="123450"/>
                    </a:cubicBezTo>
                    <a:cubicBezTo>
                      <a:pt x="93534" y="123450"/>
                      <a:pt x="82655" y="123450"/>
                      <a:pt x="77216" y="118011"/>
                    </a:cubicBezTo>
                    <a:cubicBezTo>
                      <a:pt x="69057" y="115291"/>
                      <a:pt x="60898" y="101693"/>
                      <a:pt x="60898" y="98973"/>
                    </a:cubicBezTo>
                    <a:cubicBezTo>
                      <a:pt x="60898" y="96253"/>
                      <a:pt x="60898" y="93534"/>
                      <a:pt x="66337" y="90814"/>
                    </a:cubicBezTo>
                    <a:cubicBezTo>
                      <a:pt x="71777" y="88094"/>
                      <a:pt x="79936" y="85375"/>
                      <a:pt x="88094" y="82655"/>
                    </a:cubicBezTo>
                    <a:cubicBezTo>
                      <a:pt x="104412" y="79935"/>
                      <a:pt x="131609" y="77216"/>
                      <a:pt x="145207" y="77216"/>
                    </a:cubicBezTo>
                    <a:cubicBezTo>
                      <a:pt x="145207" y="77216"/>
                      <a:pt x="145207" y="77216"/>
                      <a:pt x="145207" y="77216"/>
                    </a:cubicBezTo>
                    <a:cubicBezTo>
                      <a:pt x="145207" y="74496"/>
                      <a:pt x="150646" y="71776"/>
                      <a:pt x="153366" y="69057"/>
                    </a:cubicBezTo>
                    <a:cubicBezTo>
                      <a:pt x="161525" y="63617"/>
                      <a:pt x="169684" y="63617"/>
                      <a:pt x="177843" y="60898"/>
                    </a:cubicBezTo>
                    <a:cubicBezTo>
                      <a:pt x="183282" y="58178"/>
                      <a:pt x="191441" y="58178"/>
                      <a:pt x="196881" y="58178"/>
                    </a:cubicBezTo>
                    <a:cubicBezTo>
                      <a:pt x="199600" y="58178"/>
                      <a:pt x="202320" y="58178"/>
                      <a:pt x="205040" y="58178"/>
                    </a:cubicBezTo>
                    <a:cubicBezTo>
                      <a:pt x="207759" y="58178"/>
                      <a:pt x="213199" y="60898"/>
                      <a:pt x="215919" y="63617"/>
                    </a:cubicBezTo>
                    <a:cubicBezTo>
                      <a:pt x="221358" y="66337"/>
                      <a:pt x="224077" y="66337"/>
                      <a:pt x="229517" y="69057"/>
                    </a:cubicBezTo>
                    <a:cubicBezTo>
                      <a:pt x="237675" y="71776"/>
                      <a:pt x="245835" y="77216"/>
                      <a:pt x="256713" y="77216"/>
                    </a:cubicBezTo>
                    <a:cubicBezTo>
                      <a:pt x="259433" y="77216"/>
                      <a:pt x="262153" y="77216"/>
                      <a:pt x="264872" y="77216"/>
                    </a:cubicBezTo>
                    <a:cubicBezTo>
                      <a:pt x="270312" y="77216"/>
                      <a:pt x="275751" y="77216"/>
                      <a:pt x="281190" y="77216"/>
                    </a:cubicBezTo>
                    <a:cubicBezTo>
                      <a:pt x="292069" y="77216"/>
                      <a:pt x="321985" y="77216"/>
                      <a:pt x="330144" y="77216"/>
                    </a:cubicBezTo>
                    <a:cubicBezTo>
                      <a:pt x="338303" y="77216"/>
                      <a:pt x="349182" y="77216"/>
                      <a:pt x="357341" y="79935"/>
                    </a:cubicBezTo>
                    <a:cubicBezTo>
                      <a:pt x="368219" y="79935"/>
                      <a:pt x="379098" y="82655"/>
                      <a:pt x="387257" y="82655"/>
                    </a:cubicBezTo>
                    <a:cubicBezTo>
                      <a:pt x="392696" y="82655"/>
                      <a:pt x="400855" y="85375"/>
                      <a:pt x="406295" y="85375"/>
                    </a:cubicBezTo>
                    <a:cubicBezTo>
                      <a:pt x="409014" y="82655"/>
                      <a:pt x="414453" y="79935"/>
                      <a:pt x="417173" y="79935"/>
                    </a:cubicBezTo>
                    <a:cubicBezTo>
                      <a:pt x="419893" y="79935"/>
                      <a:pt x="422612" y="79935"/>
                      <a:pt x="425332" y="85375"/>
                    </a:cubicBezTo>
                    <a:cubicBezTo>
                      <a:pt x="428052" y="90814"/>
                      <a:pt x="433491" y="98973"/>
                      <a:pt x="433491" y="104412"/>
                    </a:cubicBezTo>
                    <a:cubicBezTo>
                      <a:pt x="436211" y="131609"/>
                      <a:pt x="436211" y="120730"/>
                      <a:pt x="436211" y="137048"/>
                    </a:cubicBezTo>
                    <a:cubicBezTo>
                      <a:pt x="438930" y="158805"/>
                      <a:pt x="438930" y="158805"/>
                      <a:pt x="438930" y="183282"/>
                    </a:cubicBezTo>
                    <a:cubicBezTo>
                      <a:pt x="438930" y="194161"/>
                      <a:pt x="438930" y="218638"/>
                      <a:pt x="422612" y="218638"/>
                    </a:cubicBezTo>
                    <a:cubicBezTo>
                      <a:pt x="414453" y="218638"/>
                      <a:pt x="411734" y="215918"/>
                      <a:pt x="406295" y="213198"/>
                    </a:cubicBezTo>
                    <a:cubicBezTo>
                      <a:pt x="400855" y="210479"/>
                      <a:pt x="398136" y="202320"/>
                      <a:pt x="398136" y="196881"/>
                    </a:cubicBezTo>
                    <a:cubicBezTo>
                      <a:pt x="395416" y="188722"/>
                      <a:pt x="395416" y="183282"/>
                      <a:pt x="395416" y="175123"/>
                    </a:cubicBezTo>
                    <a:cubicBezTo>
                      <a:pt x="395416" y="169684"/>
                      <a:pt x="395416" y="164245"/>
                      <a:pt x="395416" y="153366"/>
                    </a:cubicBezTo>
                    <a:cubicBezTo>
                      <a:pt x="395416" y="145207"/>
                      <a:pt x="395416" y="134328"/>
                      <a:pt x="395416" y="126170"/>
                    </a:cubicBezTo>
                    <a:cubicBezTo>
                      <a:pt x="387257" y="128889"/>
                      <a:pt x="379098" y="128889"/>
                      <a:pt x="370939" y="128889"/>
                    </a:cubicBezTo>
                    <a:cubicBezTo>
                      <a:pt x="360060" y="128889"/>
                      <a:pt x="349182" y="128889"/>
                      <a:pt x="338303" y="131609"/>
                    </a:cubicBezTo>
                    <a:cubicBezTo>
                      <a:pt x="327424" y="131609"/>
                      <a:pt x="319265" y="134328"/>
                      <a:pt x="286629" y="134328"/>
                    </a:cubicBezTo>
                    <a:cubicBezTo>
                      <a:pt x="281190" y="134328"/>
                      <a:pt x="278470" y="134328"/>
                      <a:pt x="273031" y="137048"/>
                    </a:cubicBezTo>
                    <a:cubicBezTo>
                      <a:pt x="270312" y="137048"/>
                      <a:pt x="264872" y="137048"/>
                      <a:pt x="262153" y="142487"/>
                    </a:cubicBezTo>
                    <a:cubicBezTo>
                      <a:pt x="259433" y="145207"/>
                      <a:pt x="259433" y="150647"/>
                      <a:pt x="259433" y="153366"/>
                    </a:cubicBezTo>
                    <a:cubicBezTo>
                      <a:pt x="259433" y="158805"/>
                      <a:pt x="259433" y="164245"/>
                      <a:pt x="262153" y="166964"/>
                    </a:cubicBezTo>
                    <a:cubicBezTo>
                      <a:pt x="262153" y="177843"/>
                      <a:pt x="262153" y="186002"/>
                      <a:pt x="262153" y="196881"/>
                    </a:cubicBezTo>
                    <a:cubicBezTo>
                      <a:pt x="262153" y="202320"/>
                      <a:pt x="262153" y="210479"/>
                      <a:pt x="262153" y="215918"/>
                    </a:cubicBezTo>
                    <a:cubicBezTo>
                      <a:pt x="262153" y="229516"/>
                      <a:pt x="262153" y="240395"/>
                      <a:pt x="262153" y="251274"/>
                    </a:cubicBezTo>
                    <a:cubicBezTo>
                      <a:pt x="262153" y="259433"/>
                      <a:pt x="259433" y="270311"/>
                      <a:pt x="259433" y="278470"/>
                    </a:cubicBezTo>
                    <a:cubicBezTo>
                      <a:pt x="259433" y="289349"/>
                      <a:pt x="259433" y="297508"/>
                      <a:pt x="259433" y="308386"/>
                    </a:cubicBezTo>
                    <a:cubicBezTo>
                      <a:pt x="259433" y="313826"/>
                      <a:pt x="259433" y="319265"/>
                      <a:pt x="259433" y="321985"/>
                    </a:cubicBezTo>
                    <a:cubicBezTo>
                      <a:pt x="259433" y="324704"/>
                      <a:pt x="259433" y="330144"/>
                      <a:pt x="259433" y="332863"/>
                    </a:cubicBezTo>
                    <a:cubicBezTo>
                      <a:pt x="262153" y="335583"/>
                      <a:pt x="264872" y="335583"/>
                      <a:pt x="267592" y="335583"/>
                    </a:cubicBezTo>
                    <a:cubicBezTo>
                      <a:pt x="273031" y="335583"/>
                      <a:pt x="275751" y="335583"/>
                      <a:pt x="281190" y="335583"/>
                    </a:cubicBezTo>
                    <a:cubicBezTo>
                      <a:pt x="311107" y="335583"/>
                      <a:pt x="319265" y="335583"/>
                      <a:pt x="327424" y="338303"/>
                    </a:cubicBezTo>
                    <a:cubicBezTo>
                      <a:pt x="335583" y="341022"/>
                      <a:pt x="343742" y="341022"/>
                      <a:pt x="351901" y="341022"/>
                    </a:cubicBezTo>
                    <a:cubicBezTo>
                      <a:pt x="351901" y="338303"/>
                      <a:pt x="351901" y="338303"/>
                      <a:pt x="351901" y="335583"/>
                    </a:cubicBezTo>
                    <a:cubicBezTo>
                      <a:pt x="351901" y="327424"/>
                      <a:pt x="351901" y="319265"/>
                      <a:pt x="351901" y="313826"/>
                    </a:cubicBezTo>
                    <a:cubicBezTo>
                      <a:pt x="351901" y="305667"/>
                      <a:pt x="351901" y="294788"/>
                      <a:pt x="357341" y="289349"/>
                    </a:cubicBezTo>
                    <a:cubicBezTo>
                      <a:pt x="360060" y="281190"/>
                      <a:pt x="368219" y="273031"/>
                      <a:pt x="373658" y="273031"/>
                    </a:cubicBezTo>
                    <a:cubicBezTo>
                      <a:pt x="376378" y="273031"/>
                      <a:pt x="379098" y="273031"/>
                      <a:pt x="381817" y="278470"/>
                    </a:cubicBezTo>
                    <a:cubicBezTo>
                      <a:pt x="384537" y="283909"/>
                      <a:pt x="387257" y="292068"/>
                      <a:pt x="389977" y="300228"/>
                    </a:cubicBezTo>
                    <a:cubicBezTo>
                      <a:pt x="392696" y="316545"/>
                      <a:pt x="392696" y="335583"/>
                      <a:pt x="395416" y="351901"/>
                    </a:cubicBezTo>
                    <a:cubicBezTo>
                      <a:pt x="398136" y="373658"/>
                      <a:pt x="398136" y="384537"/>
                      <a:pt x="398136" y="409014"/>
                    </a:cubicBezTo>
                    <a:cubicBezTo>
                      <a:pt x="398136" y="422612"/>
                      <a:pt x="398136" y="444369"/>
                      <a:pt x="381817" y="444369"/>
                    </a:cubicBezTo>
                    <a:cubicBezTo>
                      <a:pt x="373658" y="444369"/>
                      <a:pt x="370939" y="441650"/>
                      <a:pt x="365500" y="438930"/>
                    </a:cubicBezTo>
                    <a:cubicBezTo>
                      <a:pt x="360060" y="436210"/>
                      <a:pt x="357341" y="428051"/>
                      <a:pt x="357341" y="422612"/>
                    </a:cubicBezTo>
                    <a:cubicBezTo>
                      <a:pt x="354621" y="414453"/>
                      <a:pt x="354621" y="409014"/>
                      <a:pt x="354621" y="400855"/>
                    </a:cubicBezTo>
                    <a:cubicBezTo>
                      <a:pt x="354621" y="395415"/>
                      <a:pt x="354621" y="389976"/>
                      <a:pt x="354621" y="381817"/>
                    </a:cubicBezTo>
                    <a:cubicBezTo>
                      <a:pt x="335583" y="381817"/>
                      <a:pt x="308387" y="384537"/>
                      <a:pt x="270312" y="381817"/>
                    </a:cubicBezTo>
                    <a:cubicBezTo>
                      <a:pt x="262153" y="381817"/>
                      <a:pt x="256713" y="387256"/>
                      <a:pt x="256713" y="395415"/>
                    </a:cubicBezTo>
                    <a:cubicBezTo>
                      <a:pt x="256713" y="403574"/>
                      <a:pt x="256713" y="414453"/>
                      <a:pt x="253994" y="422612"/>
                    </a:cubicBezTo>
                    <a:cubicBezTo>
                      <a:pt x="253994" y="425332"/>
                      <a:pt x="253994" y="430771"/>
                      <a:pt x="253994" y="433490"/>
                    </a:cubicBezTo>
                    <a:cubicBezTo>
                      <a:pt x="253994" y="438930"/>
                      <a:pt x="253994" y="444369"/>
                      <a:pt x="253994" y="449809"/>
                    </a:cubicBezTo>
                    <a:cubicBezTo>
                      <a:pt x="253994" y="457967"/>
                      <a:pt x="256713" y="466126"/>
                      <a:pt x="256713" y="474285"/>
                    </a:cubicBezTo>
                    <a:cubicBezTo>
                      <a:pt x="256713" y="482444"/>
                      <a:pt x="256713" y="490603"/>
                      <a:pt x="256713" y="496043"/>
                    </a:cubicBezTo>
                    <a:cubicBezTo>
                      <a:pt x="256713" y="509641"/>
                      <a:pt x="259433" y="520520"/>
                      <a:pt x="259433" y="534118"/>
                    </a:cubicBezTo>
                    <a:cubicBezTo>
                      <a:pt x="259433" y="553155"/>
                      <a:pt x="259433" y="572193"/>
                      <a:pt x="259433" y="591231"/>
                    </a:cubicBezTo>
                    <a:cubicBezTo>
                      <a:pt x="259433" y="602109"/>
                      <a:pt x="262153" y="610268"/>
                      <a:pt x="262153" y="618427"/>
                    </a:cubicBezTo>
                    <a:cubicBezTo>
                      <a:pt x="264872" y="626586"/>
                      <a:pt x="262153" y="642904"/>
                      <a:pt x="267592" y="648343"/>
                    </a:cubicBezTo>
                    <a:cubicBezTo>
                      <a:pt x="270312" y="651063"/>
                      <a:pt x="275751" y="651063"/>
                      <a:pt x="292069" y="651063"/>
                    </a:cubicBezTo>
                    <a:cubicBezTo>
                      <a:pt x="305667" y="651063"/>
                      <a:pt x="319265" y="651063"/>
                      <a:pt x="327424" y="651063"/>
                    </a:cubicBezTo>
                    <a:cubicBezTo>
                      <a:pt x="338303" y="651063"/>
                      <a:pt x="351901" y="653783"/>
                      <a:pt x="362780" y="653783"/>
                    </a:cubicBezTo>
                    <a:cubicBezTo>
                      <a:pt x="376378" y="653783"/>
                      <a:pt x="384537" y="651063"/>
                      <a:pt x="395416" y="648343"/>
                    </a:cubicBezTo>
                    <a:cubicBezTo>
                      <a:pt x="395416" y="637465"/>
                      <a:pt x="395416" y="629306"/>
                      <a:pt x="395416" y="618427"/>
                    </a:cubicBezTo>
                    <a:cubicBezTo>
                      <a:pt x="395416" y="610268"/>
                      <a:pt x="395416" y="602109"/>
                      <a:pt x="395416" y="596670"/>
                    </a:cubicBezTo>
                    <a:cubicBezTo>
                      <a:pt x="395416" y="591231"/>
                      <a:pt x="395416" y="585791"/>
                      <a:pt x="398136" y="574913"/>
                    </a:cubicBezTo>
                    <a:cubicBezTo>
                      <a:pt x="400855" y="569473"/>
                      <a:pt x="400855" y="564034"/>
                      <a:pt x="406295" y="558595"/>
                    </a:cubicBezTo>
                    <a:cubicBezTo>
                      <a:pt x="411734" y="553155"/>
                      <a:pt x="414453" y="553155"/>
                      <a:pt x="422612" y="553155"/>
                    </a:cubicBezTo>
                    <a:cubicBezTo>
                      <a:pt x="436211" y="553155"/>
                      <a:pt x="438930" y="577632"/>
                      <a:pt x="438930" y="588511"/>
                    </a:cubicBezTo>
                    <a:cubicBezTo>
                      <a:pt x="438930" y="612988"/>
                      <a:pt x="438930" y="623866"/>
                      <a:pt x="436211" y="645624"/>
                    </a:cubicBezTo>
                    <a:cubicBezTo>
                      <a:pt x="433491" y="648343"/>
                      <a:pt x="433491" y="648343"/>
                      <a:pt x="433491" y="651063"/>
                    </a:cubicBezTo>
                    <a:lnTo>
                      <a:pt x="433491" y="651063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48">
                <a:extLst>
                  <a:ext uri="{FF2B5EF4-FFF2-40B4-BE49-F238E27FC236}">
                    <a16:creationId xmlns:a16="http://schemas.microsoft.com/office/drawing/2014/main" id="{FF9CC2AF-879B-4348-8CBD-D62225B2750A}"/>
                  </a:ext>
                </a:extLst>
              </p:cNvPr>
              <p:cNvSpPr/>
              <p:nvPr/>
            </p:nvSpPr>
            <p:spPr>
              <a:xfrm>
                <a:off x="7912732" y="4250336"/>
                <a:ext cx="465062" cy="658157"/>
              </a:xfrm>
              <a:custGeom>
                <a:avLst/>
                <a:gdLst>
                  <a:gd name="connsiteX0" fmla="*/ 193096 w 465062"/>
                  <a:gd name="connsiteY0" fmla="*/ 59832 h 658157"/>
                  <a:gd name="connsiteX1" fmla="*/ 193096 w 465062"/>
                  <a:gd name="connsiteY1" fmla="*/ 114226 h 658157"/>
                  <a:gd name="connsiteX2" fmla="*/ 198536 w 465062"/>
                  <a:gd name="connsiteY2" fmla="*/ 209414 h 658157"/>
                  <a:gd name="connsiteX3" fmla="*/ 201255 w 465062"/>
                  <a:gd name="connsiteY3" fmla="*/ 282845 h 658157"/>
                  <a:gd name="connsiteX4" fmla="*/ 203975 w 465062"/>
                  <a:gd name="connsiteY4" fmla="*/ 315481 h 658157"/>
                  <a:gd name="connsiteX5" fmla="*/ 203975 w 465062"/>
                  <a:gd name="connsiteY5" fmla="*/ 320920 h 658157"/>
                  <a:gd name="connsiteX6" fmla="*/ 212134 w 465062"/>
                  <a:gd name="connsiteY6" fmla="*/ 329079 h 658157"/>
                  <a:gd name="connsiteX7" fmla="*/ 223013 w 465062"/>
                  <a:gd name="connsiteY7" fmla="*/ 329079 h 658157"/>
                  <a:gd name="connsiteX8" fmla="*/ 239331 w 465062"/>
                  <a:gd name="connsiteY8" fmla="*/ 329079 h 658157"/>
                  <a:gd name="connsiteX9" fmla="*/ 280126 w 465062"/>
                  <a:gd name="connsiteY9" fmla="*/ 312761 h 658157"/>
                  <a:gd name="connsiteX10" fmla="*/ 296443 w 465062"/>
                  <a:gd name="connsiteY10" fmla="*/ 288284 h 658157"/>
                  <a:gd name="connsiteX11" fmla="*/ 304602 w 465062"/>
                  <a:gd name="connsiteY11" fmla="*/ 258368 h 658157"/>
                  <a:gd name="connsiteX12" fmla="*/ 312761 w 465062"/>
                  <a:gd name="connsiteY12" fmla="*/ 225732 h 658157"/>
                  <a:gd name="connsiteX13" fmla="*/ 315481 w 465062"/>
                  <a:gd name="connsiteY13" fmla="*/ 195816 h 658157"/>
                  <a:gd name="connsiteX14" fmla="*/ 318201 w 465062"/>
                  <a:gd name="connsiteY14" fmla="*/ 168619 h 658157"/>
                  <a:gd name="connsiteX15" fmla="*/ 312761 w 465062"/>
                  <a:gd name="connsiteY15" fmla="*/ 135983 h 658157"/>
                  <a:gd name="connsiteX16" fmla="*/ 312761 w 465062"/>
                  <a:gd name="connsiteY16" fmla="*/ 122385 h 658157"/>
                  <a:gd name="connsiteX17" fmla="*/ 293724 w 465062"/>
                  <a:gd name="connsiteY17" fmla="*/ 84309 h 658157"/>
                  <a:gd name="connsiteX18" fmla="*/ 280126 w 465062"/>
                  <a:gd name="connsiteY18" fmla="*/ 73430 h 658157"/>
                  <a:gd name="connsiteX19" fmla="*/ 258368 w 465062"/>
                  <a:gd name="connsiteY19" fmla="*/ 62552 h 658157"/>
                  <a:gd name="connsiteX20" fmla="*/ 217573 w 465062"/>
                  <a:gd name="connsiteY20" fmla="*/ 59832 h 658157"/>
                  <a:gd name="connsiteX21" fmla="*/ 111506 w 465062"/>
                  <a:gd name="connsiteY21" fmla="*/ 0 h 658157"/>
                  <a:gd name="connsiteX22" fmla="*/ 127824 w 465062"/>
                  <a:gd name="connsiteY22" fmla="*/ 0 h 658157"/>
                  <a:gd name="connsiteX23" fmla="*/ 157741 w 465062"/>
                  <a:gd name="connsiteY23" fmla="*/ 5440 h 658157"/>
                  <a:gd name="connsiteX24" fmla="*/ 179497 w 465062"/>
                  <a:gd name="connsiteY24" fmla="*/ 16318 h 658157"/>
                  <a:gd name="connsiteX25" fmla="*/ 209414 w 465062"/>
                  <a:gd name="connsiteY25" fmla="*/ 16318 h 658157"/>
                  <a:gd name="connsiteX26" fmla="*/ 247489 w 465062"/>
                  <a:gd name="connsiteY26" fmla="*/ 16318 h 658157"/>
                  <a:gd name="connsiteX27" fmla="*/ 266527 w 465062"/>
                  <a:gd name="connsiteY27" fmla="*/ 16318 h 658157"/>
                  <a:gd name="connsiteX28" fmla="*/ 312761 w 465062"/>
                  <a:gd name="connsiteY28" fmla="*/ 27197 h 658157"/>
                  <a:gd name="connsiteX29" fmla="*/ 337238 w 465062"/>
                  <a:gd name="connsiteY29" fmla="*/ 38075 h 658157"/>
                  <a:gd name="connsiteX30" fmla="*/ 364434 w 465062"/>
                  <a:gd name="connsiteY30" fmla="*/ 54393 h 658157"/>
                  <a:gd name="connsiteX31" fmla="*/ 386192 w 465062"/>
                  <a:gd name="connsiteY31" fmla="*/ 73431 h 658157"/>
                  <a:gd name="connsiteX32" fmla="*/ 407949 w 465062"/>
                  <a:gd name="connsiteY32" fmla="*/ 103347 h 658157"/>
                  <a:gd name="connsiteX33" fmla="*/ 416108 w 465062"/>
                  <a:gd name="connsiteY33" fmla="*/ 141422 h 658157"/>
                  <a:gd name="connsiteX34" fmla="*/ 418828 w 465062"/>
                  <a:gd name="connsiteY34" fmla="*/ 163179 h 658157"/>
                  <a:gd name="connsiteX35" fmla="*/ 418828 w 465062"/>
                  <a:gd name="connsiteY35" fmla="*/ 171339 h 658157"/>
                  <a:gd name="connsiteX36" fmla="*/ 421547 w 465062"/>
                  <a:gd name="connsiteY36" fmla="*/ 187656 h 658157"/>
                  <a:gd name="connsiteX37" fmla="*/ 418828 w 465062"/>
                  <a:gd name="connsiteY37" fmla="*/ 206694 h 658157"/>
                  <a:gd name="connsiteX38" fmla="*/ 416108 w 465062"/>
                  <a:gd name="connsiteY38" fmla="*/ 233891 h 658157"/>
                  <a:gd name="connsiteX39" fmla="*/ 405229 w 465062"/>
                  <a:gd name="connsiteY39" fmla="*/ 263807 h 658157"/>
                  <a:gd name="connsiteX40" fmla="*/ 394351 w 465062"/>
                  <a:gd name="connsiteY40" fmla="*/ 274686 h 658157"/>
                  <a:gd name="connsiteX41" fmla="*/ 388912 w 465062"/>
                  <a:gd name="connsiteY41" fmla="*/ 285564 h 658157"/>
                  <a:gd name="connsiteX42" fmla="*/ 369874 w 465062"/>
                  <a:gd name="connsiteY42" fmla="*/ 304602 h 658157"/>
                  <a:gd name="connsiteX43" fmla="*/ 358995 w 465062"/>
                  <a:gd name="connsiteY43" fmla="*/ 310041 h 658157"/>
                  <a:gd name="connsiteX44" fmla="*/ 348117 w 465062"/>
                  <a:gd name="connsiteY44" fmla="*/ 320920 h 658157"/>
                  <a:gd name="connsiteX45" fmla="*/ 326359 w 465062"/>
                  <a:gd name="connsiteY45" fmla="*/ 339957 h 658157"/>
                  <a:gd name="connsiteX46" fmla="*/ 312761 w 465062"/>
                  <a:gd name="connsiteY46" fmla="*/ 353555 h 658157"/>
                  <a:gd name="connsiteX47" fmla="*/ 337238 w 465062"/>
                  <a:gd name="connsiteY47" fmla="*/ 380752 h 658157"/>
                  <a:gd name="connsiteX48" fmla="*/ 358995 w 465062"/>
                  <a:gd name="connsiteY48" fmla="*/ 421547 h 658157"/>
                  <a:gd name="connsiteX49" fmla="*/ 372593 w 465062"/>
                  <a:gd name="connsiteY49" fmla="*/ 459622 h 658157"/>
                  <a:gd name="connsiteX50" fmla="*/ 386192 w 465062"/>
                  <a:gd name="connsiteY50" fmla="*/ 514015 h 658157"/>
                  <a:gd name="connsiteX51" fmla="*/ 407949 w 465062"/>
                  <a:gd name="connsiteY51" fmla="*/ 568408 h 658157"/>
                  <a:gd name="connsiteX52" fmla="*/ 421547 w 465062"/>
                  <a:gd name="connsiteY52" fmla="*/ 598324 h 658157"/>
                  <a:gd name="connsiteX53" fmla="*/ 451463 w 465062"/>
                  <a:gd name="connsiteY53" fmla="*/ 628241 h 658157"/>
                  <a:gd name="connsiteX54" fmla="*/ 465062 w 465062"/>
                  <a:gd name="connsiteY54" fmla="*/ 644559 h 658157"/>
                  <a:gd name="connsiteX55" fmla="*/ 462342 w 465062"/>
                  <a:gd name="connsiteY55" fmla="*/ 649998 h 658157"/>
                  <a:gd name="connsiteX56" fmla="*/ 437865 w 465062"/>
                  <a:gd name="connsiteY56" fmla="*/ 658157 h 658157"/>
                  <a:gd name="connsiteX57" fmla="*/ 361715 w 465062"/>
                  <a:gd name="connsiteY57" fmla="*/ 622801 h 658157"/>
                  <a:gd name="connsiteX58" fmla="*/ 320920 w 465062"/>
                  <a:gd name="connsiteY58" fmla="*/ 565689 h 658157"/>
                  <a:gd name="connsiteX59" fmla="*/ 304602 w 465062"/>
                  <a:gd name="connsiteY59" fmla="*/ 530333 h 658157"/>
                  <a:gd name="connsiteX60" fmla="*/ 293723 w 465062"/>
                  <a:gd name="connsiteY60" fmla="*/ 497697 h 658157"/>
                  <a:gd name="connsiteX61" fmla="*/ 282845 w 465062"/>
                  <a:gd name="connsiteY61" fmla="*/ 462342 h 658157"/>
                  <a:gd name="connsiteX62" fmla="*/ 269246 w 465062"/>
                  <a:gd name="connsiteY62" fmla="*/ 424267 h 658157"/>
                  <a:gd name="connsiteX63" fmla="*/ 255648 w 465062"/>
                  <a:gd name="connsiteY63" fmla="*/ 391631 h 658157"/>
                  <a:gd name="connsiteX64" fmla="*/ 236610 w 465062"/>
                  <a:gd name="connsiteY64" fmla="*/ 367154 h 658157"/>
                  <a:gd name="connsiteX65" fmla="*/ 217573 w 465062"/>
                  <a:gd name="connsiteY65" fmla="*/ 361714 h 658157"/>
                  <a:gd name="connsiteX66" fmla="*/ 201255 w 465062"/>
                  <a:gd name="connsiteY66" fmla="*/ 361714 h 658157"/>
                  <a:gd name="connsiteX67" fmla="*/ 198535 w 465062"/>
                  <a:gd name="connsiteY67" fmla="*/ 367154 h 658157"/>
                  <a:gd name="connsiteX68" fmla="*/ 201255 w 465062"/>
                  <a:gd name="connsiteY68" fmla="*/ 388911 h 658157"/>
                  <a:gd name="connsiteX69" fmla="*/ 198535 w 465062"/>
                  <a:gd name="connsiteY69" fmla="*/ 426986 h 658157"/>
                  <a:gd name="connsiteX70" fmla="*/ 203975 w 465062"/>
                  <a:gd name="connsiteY70" fmla="*/ 478660 h 658157"/>
                  <a:gd name="connsiteX71" fmla="*/ 198535 w 465062"/>
                  <a:gd name="connsiteY71" fmla="*/ 552090 h 658157"/>
                  <a:gd name="connsiteX72" fmla="*/ 195816 w 465062"/>
                  <a:gd name="connsiteY72" fmla="*/ 576567 h 658157"/>
                  <a:gd name="connsiteX73" fmla="*/ 198535 w 465062"/>
                  <a:gd name="connsiteY73" fmla="*/ 592885 h 658157"/>
                  <a:gd name="connsiteX74" fmla="*/ 233891 w 465062"/>
                  <a:gd name="connsiteY74" fmla="*/ 592885 h 658157"/>
                  <a:gd name="connsiteX75" fmla="*/ 271966 w 465062"/>
                  <a:gd name="connsiteY75" fmla="*/ 611923 h 658157"/>
                  <a:gd name="connsiteX76" fmla="*/ 266527 w 465062"/>
                  <a:gd name="connsiteY76" fmla="*/ 628241 h 658157"/>
                  <a:gd name="connsiteX77" fmla="*/ 250209 w 465062"/>
                  <a:gd name="connsiteY77" fmla="*/ 636400 h 658157"/>
                  <a:gd name="connsiteX78" fmla="*/ 228451 w 465062"/>
                  <a:gd name="connsiteY78" fmla="*/ 639119 h 658157"/>
                  <a:gd name="connsiteX79" fmla="*/ 187657 w 465062"/>
                  <a:gd name="connsiteY79" fmla="*/ 639119 h 658157"/>
                  <a:gd name="connsiteX80" fmla="*/ 152301 w 465062"/>
                  <a:gd name="connsiteY80" fmla="*/ 652717 h 658157"/>
                  <a:gd name="connsiteX81" fmla="*/ 133263 w 465062"/>
                  <a:gd name="connsiteY81" fmla="*/ 655437 h 658157"/>
                  <a:gd name="connsiteX82" fmla="*/ 122385 w 465062"/>
                  <a:gd name="connsiteY82" fmla="*/ 652717 h 658157"/>
                  <a:gd name="connsiteX83" fmla="*/ 97908 w 465062"/>
                  <a:gd name="connsiteY83" fmla="*/ 639119 h 658157"/>
                  <a:gd name="connsiteX84" fmla="*/ 70711 w 465062"/>
                  <a:gd name="connsiteY84" fmla="*/ 639119 h 658157"/>
                  <a:gd name="connsiteX85" fmla="*/ 46234 w 465062"/>
                  <a:gd name="connsiteY85" fmla="*/ 639119 h 658157"/>
                  <a:gd name="connsiteX86" fmla="*/ 19038 w 465062"/>
                  <a:gd name="connsiteY86" fmla="*/ 630960 h 658157"/>
                  <a:gd name="connsiteX87" fmla="*/ 2720 w 465062"/>
                  <a:gd name="connsiteY87" fmla="*/ 614642 h 658157"/>
                  <a:gd name="connsiteX88" fmla="*/ 8159 w 465062"/>
                  <a:gd name="connsiteY88" fmla="*/ 606483 h 658157"/>
                  <a:gd name="connsiteX89" fmla="*/ 29916 w 465062"/>
                  <a:gd name="connsiteY89" fmla="*/ 598324 h 658157"/>
                  <a:gd name="connsiteX90" fmla="*/ 76151 w 465062"/>
                  <a:gd name="connsiteY90" fmla="*/ 592885 h 658157"/>
                  <a:gd name="connsiteX91" fmla="*/ 73431 w 465062"/>
                  <a:gd name="connsiteY91" fmla="*/ 573848 h 658157"/>
                  <a:gd name="connsiteX92" fmla="*/ 70711 w 465062"/>
                  <a:gd name="connsiteY92" fmla="*/ 500417 h 658157"/>
                  <a:gd name="connsiteX93" fmla="*/ 73431 w 465062"/>
                  <a:gd name="connsiteY93" fmla="*/ 437865 h 658157"/>
                  <a:gd name="connsiteX94" fmla="*/ 70711 w 465062"/>
                  <a:gd name="connsiteY94" fmla="*/ 369873 h 658157"/>
                  <a:gd name="connsiteX95" fmla="*/ 70711 w 465062"/>
                  <a:gd name="connsiteY95" fmla="*/ 293723 h 658157"/>
                  <a:gd name="connsiteX96" fmla="*/ 73431 w 465062"/>
                  <a:gd name="connsiteY96" fmla="*/ 212133 h 658157"/>
                  <a:gd name="connsiteX97" fmla="*/ 76151 w 465062"/>
                  <a:gd name="connsiteY97" fmla="*/ 155021 h 658157"/>
                  <a:gd name="connsiteX98" fmla="*/ 76151 w 465062"/>
                  <a:gd name="connsiteY98" fmla="*/ 119665 h 658157"/>
                  <a:gd name="connsiteX99" fmla="*/ 78870 w 465062"/>
                  <a:gd name="connsiteY99" fmla="*/ 84310 h 658157"/>
                  <a:gd name="connsiteX100" fmla="*/ 76151 w 465062"/>
                  <a:gd name="connsiteY100" fmla="*/ 62552 h 658157"/>
                  <a:gd name="connsiteX101" fmla="*/ 67992 w 465062"/>
                  <a:gd name="connsiteY101" fmla="*/ 62552 h 658157"/>
                  <a:gd name="connsiteX102" fmla="*/ 43515 w 465062"/>
                  <a:gd name="connsiteY102" fmla="*/ 62552 h 658157"/>
                  <a:gd name="connsiteX103" fmla="*/ 16318 w 465062"/>
                  <a:gd name="connsiteY103" fmla="*/ 57113 h 658157"/>
                  <a:gd name="connsiteX104" fmla="*/ 0 w 465062"/>
                  <a:gd name="connsiteY104" fmla="*/ 40795 h 658157"/>
                  <a:gd name="connsiteX105" fmla="*/ 5439 w 465062"/>
                  <a:gd name="connsiteY105" fmla="*/ 32636 h 658157"/>
                  <a:gd name="connsiteX106" fmla="*/ 27197 w 465062"/>
                  <a:gd name="connsiteY106" fmla="*/ 24477 h 658157"/>
                  <a:gd name="connsiteX107" fmla="*/ 76151 w 465062"/>
                  <a:gd name="connsiteY107" fmla="*/ 19038 h 658157"/>
                  <a:gd name="connsiteX108" fmla="*/ 78870 w 465062"/>
                  <a:gd name="connsiteY108" fmla="*/ 13598 h 658157"/>
                  <a:gd name="connsiteX109" fmla="*/ 95188 w 465062"/>
                  <a:gd name="connsiteY109" fmla="*/ 5440 h 658157"/>
                  <a:gd name="connsiteX110" fmla="*/ 111506 w 465062"/>
                  <a:gd name="connsiteY110" fmla="*/ 0 h 65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465062" h="658157">
                    <a:moveTo>
                      <a:pt x="193096" y="59832"/>
                    </a:moveTo>
                    <a:cubicBezTo>
                      <a:pt x="193096" y="73430"/>
                      <a:pt x="193096" y="89748"/>
                      <a:pt x="193096" y="114226"/>
                    </a:cubicBezTo>
                    <a:cubicBezTo>
                      <a:pt x="193096" y="144142"/>
                      <a:pt x="195816" y="176778"/>
                      <a:pt x="198536" y="209414"/>
                    </a:cubicBezTo>
                    <a:cubicBezTo>
                      <a:pt x="198536" y="247489"/>
                      <a:pt x="201255" y="277406"/>
                      <a:pt x="201255" y="282845"/>
                    </a:cubicBezTo>
                    <a:cubicBezTo>
                      <a:pt x="201255" y="293723"/>
                      <a:pt x="203975" y="304602"/>
                      <a:pt x="203975" y="315481"/>
                    </a:cubicBezTo>
                    <a:cubicBezTo>
                      <a:pt x="203975" y="318200"/>
                      <a:pt x="203975" y="318200"/>
                      <a:pt x="203975" y="320920"/>
                    </a:cubicBezTo>
                    <a:cubicBezTo>
                      <a:pt x="203975" y="326359"/>
                      <a:pt x="206695" y="329079"/>
                      <a:pt x="212134" y="329079"/>
                    </a:cubicBezTo>
                    <a:cubicBezTo>
                      <a:pt x="214854" y="329079"/>
                      <a:pt x="220293" y="329079"/>
                      <a:pt x="223013" y="329079"/>
                    </a:cubicBezTo>
                    <a:cubicBezTo>
                      <a:pt x="228452" y="329079"/>
                      <a:pt x="233891" y="329079"/>
                      <a:pt x="239331" y="329079"/>
                    </a:cubicBezTo>
                    <a:cubicBezTo>
                      <a:pt x="252929" y="329079"/>
                      <a:pt x="271967" y="323640"/>
                      <a:pt x="280126" y="312761"/>
                    </a:cubicBezTo>
                    <a:cubicBezTo>
                      <a:pt x="288284" y="304602"/>
                      <a:pt x="291004" y="299163"/>
                      <a:pt x="296443" y="288284"/>
                    </a:cubicBezTo>
                    <a:cubicBezTo>
                      <a:pt x="299163" y="277406"/>
                      <a:pt x="301883" y="269247"/>
                      <a:pt x="304602" y="258368"/>
                    </a:cubicBezTo>
                    <a:cubicBezTo>
                      <a:pt x="307322" y="244770"/>
                      <a:pt x="310042" y="239330"/>
                      <a:pt x="312761" y="225732"/>
                    </a:cubicBezTo>
                    <a:cubicBezTo>
                      <a:pt x="315481" y="212134"/>
                      <a:pt x="315481" y="209414"/>
                      <a:pt x="315481" y="195816"/>
                    </a:cubicBezTo>
                    <a:cubicBezTo>
                      <a:pt x="315481" y="179498"/>
                      <a:pt x="315481" y="184937"/>
                      <a:pt x="318201" y="168619"/>
                    </a:cubicBezTo>
                    <a:cubicBezTo>
                      <a:pt x="312761" y="152302"/>
                      <a:pt x="312761" y="149582"/>
                      <a:pt x="312761" y="135983"/>
                    </a:cubicBezTo>
                    <a:cubicBezTo>
                      <a:pt x="312761" y="133264"/>
                      <a:pt x="312761" y="127825"/>
                      <a:pt x="312761" y="122385"/>
                    </a:cubicBezTo>
                    <a:cubicBezTo>
                      <a:pt x="312761" y="111507"/>
                      <a:pt x="301883" y="95188"/>
                      <a:pt x="293724" y="84309"/>
                    </a:cubicBezTo>
                    <a:cubicBezTo>
                      <a:pt x="288284" y="78870"/>
                      <a:pt x="285565" y="76150"/>
                      <a:pt x="280126" y="73430"/>
                    </a:cubicBezTo>
                    <a:cubicBezTo>
                      <a:pt x="271967" y="67991"/>
                      <a:pt x="266527" y="65271"/>
                      <a:pt x="258368" y="62552"/>
                    </a:cubicBezTo>
                    <a:cubicBezTo>
                      <a:pt x="244770" y="59832"/>
                      <a:pt x="228452" y="59832"/>
                      <a:pt x="217573" y="59832"/>
                    </a:cubicBezTo>
                    <a:close/>
                    <a:moveTo>
                      <a:pt x="111506" y="0"/>
                    </a:moveTo>
                    <a:cubicBezTo>
                      <a:pt x="114226" y="0"/>
                      <a:pt x="122385" y="0"/>
                      <a:pt x="127824" y="0"/>
                    </a:cubicBezTo>
                    <a:cubicBezTo>
                      <a:pt x="135983" y="0"/>
                      <a:pt x="146862" y="2720"/>
                      <a:pt x="157741" y="5440"/>
                    </a:cubicBezTo>
                    <a:cubicBezTo>
                      <a:pt x="168619" y="8159"/>
                      <a:pt x="176778" y="10879"/>
                      <a:pt x="179497" y="16318"/>
                    </a:cubicBezTo>
                    <a:cubicBezTo>
                      <a:pt x="193096" y="16318"/>
                      <a:pt x="201255" y="16318"/>
                      <a:pt x="209414" y="16318"/>
                    </a:cubicBezTo>
                    <a:cubicBezTo>
                      <a:pt x="220292" y="16318"/>
                      <a:pt x="231171" y="16318"/>
                      <a:pt x="247489" y="16318"/>
                    </a:cubicBezTo>
                    <a:cubicBezTo>
                      <a:pt x="250209" y="16318"/>
                      <a:pt x="258368" y="16318"/>
                      <a:pt x="266527" y="16318"/>
                    </a:cubicBezTo>
                    <a:cubicBezTo>
                      <a:pt x="277405" y="16318"/>
                      <a:pt x="291004" y="21758"/>
                      <a:pt x="312761" y="27197"/>
                    </a:cubicBezTo>
                    <a:cubicBezTo>
                      <a:pt x="320920" y="29917"/>
                      <a:pt x="329079" y="35356"/>
                      <a:pt x="337238" y="38075"/>
                    </a:cubicBezTo>
                    <a:cubicBezTo>
                      <a:pt x="342677" y="40795"/>
                      <a:pt x="353556" y="48954"/>
                      <a:pt x="364434" y="54393"/>
                    </a:cubicBezTo>
                    <a:cubicBezTo>
                      <a:pt x="375313" y="62552"/>
                      <a:pt x="386192" y="67992"/>
                      <a:pt x="386192" y="73431"/>
                    </a:cubicBezTo>
                    <a:cubicBezTo>
                      <a:pt x="391631" y="84310"/>
                      <a:pt x="402510" y="92469"/>
                      <a:pt x="407949" y="103347"/>
                    </a:cubicBezTo>
                    <a:cubicBezTo>
                      <a:pt x="413388" y="116945"/>
                      <a:pt x="416108" y="130544"/>
                      <a:pt x="416108" y="141422"/>
                    </a:cubicBezTo>
                    <a:cubicBezTo>
                      <a:pt x="416108" y="152301"/>
                      <a:pt x="418828" y="157740"/>
                      <a:pt x="418828" y="163179"/>
                    </a:cubicBezTo>
                    <a:cubicBezTo>
                      <a:pt x="418828" y="165899"/>
                      <a:pt x="418828" y="168619"/>
                      <a:pt x="418828" y="171339"/>
                    </a:cubicBezTo>
                    <a:cubicBezTo>
                      <a:pt x="418828" y="174058"/>
                      <a:pt x="421547" y="182217"/>
                      <a:pt x="421547" y="187656"/>
                    </a:cubicBezTo>
                    <a:cubicBezTo>
                      <a:pt x="421547" y="193096"/>
                      <a:pt x="418828" y="201255"/>
                      <a:pt x="418828" y="206694"/>
                    </a:cubicBezTo>
                    <a:cubicBezTo>
                      <a:pt x="418828" y="217573"/>
                      <a:pt x="418828" y="223012"/>
                      <a:pt x="416108" y="233891"/>
                    </a:cubicBezTo>
                    <a:cubicBezTo>
                      <a:pt x="413388" y="244769"/>
                      <a:pt x="410668" y="255648"/>
                      <a:pt x="405229" y="263807"/>
                    </a:cubicBezTo>
                    <a:cubicBezTo>
                      <a:pt x="402510" y="269246"/>
                      <a:pt x="397070" y="269246"/>
                      <a:pt x="394351" y="274686"/>
                    </a:cubicBezTo>
                    <a:cubicBezTo>
                      <a:pt x="391631" y="277405"/>
                      <a:pt x="391631" y="282844"/>
                      <a:pt x="388912" y="285564"/>
                    </a:cubicBezTo>
                    <a:cubicBezTo>
                      <a:pt x="383472" y="291003"/>
                      <a:pt x="375313" y="301882"/>
                      <a:pt x="369874" y="304602"/>
                    </a:cubicBezTo>
                    <a:cubicBezTo>
                      <a:pt x="367154" y="307321"/>
                      <a:pt x="361715" y="307321"/>
                      <a:pt x="358995" y="310041"/>
                    </a:cubicBezTo>
                    <a:cubicBezTo>
                      <a:pt x="356275" y="312761"/>
                      <a:pt x="350836" y="318200"/>
                      <a:pt x="348117" y="320920"/>
                    </a:cubicBezTo>
                    <a:cubicBezTo>
                      <a:pt x="339958" y="326359"/>
                      <a:pt x="334518" y="334518"/>
                      <a:pt x="326359" y="339957"/>
                    </a:cubicBezTo>
                    <a:cubicBezTo>
                      <a:pt x="320920" y="342677"/>
                      <a:pt x="312761" y="342677"/>
                      <a:pt x="312761" y="353555"/>
                    </a:cubicBezTo>
                    <a:cubicBezTo>
                      <a:pt x="312761" y="361714"/>
                      <a:pt x="334518" y="372593"/>
                      <a:pt x="337238" y="380752"/>
                    </a:cubicBezTo>
                    <a:cubicBezTo>
                      <a:pt x="345397" y="394350"/>
                      <a:pt x="353556" y="407948"/>
                      <a:pt x="358995" y="421547"/>
                    </a:cubicBezTo>
                    <a:cubicBezTo>
                      <a:pt x="364434" y="435145"/>
                      <a:pt x="367154" y="446024"/>
                      <a:pt x="372593" y="459622"/>
                    </a:cubicBezTo>
                    <a:cubicBezTo>
                      <a:pt x="378033" y="478660"/>
                      <a:pt x="383472" y="494978"/>
                      <a:pt x="386192" y="514015"/>
                    </a:cubicBezTo>
                    <a:cubicBezTo>
                      <a:pt x="391631" y="533053"/>
                      <a:pt x="402510" y="549371"/>
                      <a:pt x="407949" y="568408"/>
                    </a:cubicBezTo>
                    <a:cubicBezTo>
                      <a:pt x="410668" y="579287"/>
                      <a:pt x="416108" y="590165"/>
                      <a:pt x="421547" y="598324"/>
                    </a:cubicBezTo>
                    <a:cubicBezTo>
                      <a:pt x="435146" y="614642"/>
                      <a:pt x="443305" y="622801"/>
                      <a:pt x="451463" y="628241"/>
                    </a:cubicBezTo>
                    <a:cubicBezTo>
                      <a:pt x="456903" y="630960"/>
                      <a:pt x="465062" y="636400"/>
                      <a:pt x="465062" y="644559"/>
                    </a:cubicBezTo>
                    <a:cubicBezTo>
                      <a:pt x="465062" y="647278"/>
                      <a:pt x="465062" y="647278"/>
                      <a:pt x="462342" y="649998"/>
                    </a:cubicBezTo>
                    <a:cubicBezTo>
                      <a:pt x="456903" y="655437"/>
                      <a:pt x="446024" y="658157"/>
                      <a:pt x="437865" y="658157"/>
                    </a:cubicBezTo>
                    <a:cubicBezTo>
                      <a:pt x="413388" y="658157"/>
                      <a:pt x="378033" y="641839"/>
                      <a:pt x="361715" y="622801"/>
                    </a:cubicBezTo>
                    <a:cubicBezTo>
                      <a:pt x="345397" y="606483"/>
                      <a:pt x="334518" y="584726"/>
                      <a:pt x="320920" y="565689"/>
                    </a:cubicBezTo>
                    <a:cubicBezTo>
                      <a:pt x="315480" y="554810"/>
                      <a:pt x="310041" y="543931"/>
                      <a:pt x="304602" y="530333"/>
                    </a:cubicBezTo>
                    <a:cubicBezTo>
                      <a:pt x="299163" y="519454"/>
                      <a:pt x="296443" y="508576"/>
                      <a:pt x="293723" y="497697"/>
                    </a:cubicBezTo>
                    <a:cubicBezTo>
                      <a:pt x="291004" y="486819"/>
                      <a:pt x="288284" y="473220"/>
                      <a:pt x="282845" y="462342"/>
                    </a:cubicBezTo>
                    <a:cubicBezTo>
                      <a:pt x="280125" y="448743"/>
                      <a:pt x="274686" y="437865"/>
                      <a:pt x="269246" y="424267"/>
                    </a:cubicBezTo>
                    <a:cubicBezTo>
                      <a:pt x="266527" y="416108"/>
                      <a:pt x="261087" y="402509"/>
                      <a:pt x="255648" y="391631"/>
                    </a:cubicBezTo>
                    <a:cubicBezTo>
                      <a:pt x="250209" y="380752"/>
                      <a:pt x="244770" y="375313"/>
                      <a:pt x="236610" y="367154"/>
                    </a:cubicBezTo>
                    <a:cubicBezTo>
                      <a:pt x="231171" y="361714"/>
                      <a:pt x="223012" y="361714"/>
                      <a:pt x="217573" y="361714"/>
                    </a:cubicBezTo>
                    <a:cubicBezTo>
                      <a:pt x="212134" y="361714"/>
                      <a:pt x="206694" y="361714"/>
                      <a:pt x="201255" y="361714"/>
                    </a:cubicBezTo>
                    <a:cubicBezTo>
                      <a:pt x="198535" y="361714"/>
                      <a:pt x="198535" y="364434"/>
                      <a:pt x="198535" y="367154"/>
                    </a:cubicBezTo>
                    <a:cubicBezTo>
                      <a:pt x="198535" y="375313"/>
                      <a:pt x="201255" y="386191"/>
                      <a:pt x="201255" y="388911"/>
                    </a:cubicBezTo>
                    <a:cubicBezTo>
                      <a:pt x="201255" y="402509"/>
                      <a:pt x="198535" y="413388"/>
                      <a:pt x="198535" y="426986"/>
                    </a:cubicBezTo>
                    <a:cubicBezTo>
                      <a:pt x="198535" y="446024"/>
                      <a:pt x="203975" y="456902"/>
                      <a:pt x="203975" y="478660"/>
                    </a:cubicBezTo>
                    <a:cubicBezTo>
                      <a:pt x="203975" y="503136"/>
                      <a:pt x="201255" y="527613"/>
                      <a:pt x="198535" y="552090"/>
                    </a:cubicBezTo>
                    <a:cubicBezTo>
                      <a:pt x="198535" y="560249"/>
                      <a:pt x="195816" y="568408"/>
                      <a:pt x="195816" y="576567"/>
                    </a:cubicBezTo>
                    <a:cubicBezTo>
                      <a:pt x="195816" y="582006"/>
                      <a:pt x="195816" y="587446"/>
                      <a:pt x="198535" y="592885"/>
                    </a:cubicBezTo>
                    <a:cubicBezTo>
                      <a:pt x="212134" y="592885"/>
                      <a:pt x="225732" y="592885"/>
                      <a:pt x="233891" y="592885"/>
                    </a:cubicBezTo>
                    <a:cubicBezTo>
                      <a:pt x="247489" y="592885"/>
                      <a:pt x="271966" y="592885"/>
                      <a:pt x="271966" y="611923"/>
                    </a:cubicBezTo>
                    <a:cubicBezTo>
                      <a:pt x="271966" y="620082"/>
                      <a:pt x="269246" y="622801"/>
                      <a:pt x="266527" y="628241"/>
                    </a:cubicBezTo>
                    <a:cubicBezTo>
                      <a:pt x="261087" y="633680"/>
                      <a:pt x="255648" y="636400"/>
                      <a:pt x="250209" y="636400"/>
                    </a:cubicBezTo>
                    <a:cubicBezTo>
                      <a:pt x="239330" y="639119"/>
                      <a:pt x="233891" y="639119"/>
                      <a:pt x="228451" y="639119"/>
                    </a:cubicBezTo>
                    <a:cubicBezTo>
                      <a:pt x="223012" y="639119"/>
                      <a:pt x="206694" y="639119"/>
                      <a:pt x="187657" y="639119"/>
                    </a:cubicBezTo>
                    <a:cubicBezTo>
                      <a:pt x="176778" y="647278"/>
                      <a:pt x="163180" y="649998"/>
                      <a:pt x="152301" y="652717"/>
                    </a:cubicBezTo>
                    <a:cubicBezTo>
                      <a:pt x="146862" y="652717"/>
                      <a:pt x="138703" y="655437"/>
                      <a:pt x="133263" y="655437"/>
                    </a:cubicBezTo>
                    <a:cubicBezTo>
                      <a:pt x="130544" y="655437"/>
                      <a:pt x="125104" y="655437"/>
                      <a:pt x="122385" y="652717"/>
                    </a:cubicBezTo>
                    <a:cubicBezTo>
                      <a:pt x="114226" y="649998"/>
                      <a:pt x="103347" y="644559"/>
                      <a:pt x="97908" y="639119"/>
                    </a:cubicBezTo>
                    <a:cubicBezTo>
                      <a:pt x="87029" y="639119"/>
                      <a:pt x="78870" y="639119"/>
                      <a:pt x="70711" y="639119"/>
                    </a:cubicBezTo>
                    <a:cubicBezTo>
                      <a:pt x="62552" y="639119"/>
                      <a:pt x="54393" y="639119"/>
                      <a:pt x="46234" y="639119"/>
                    </a:cubicBezTo>
                    <a:cubicBezTo>
                      <a:pt x="38075" y="639119"/>
                      <a:pt x="27197" y="633680"/>
                      <a:pt x="19038" y="630960"/>
                    </a:cubicBezTo>
                    <a:cubicBezTo>
                      <a:pt x="10879" y="628241"/>
                      <a:pt x="2720" y="620082"/>
                      <a:pt x="2720" y="614642"/>
                    </a:cubicBezTo>
                    <a:cubicBezTo>
                      <a:pt x="2720" y="611923"/>
                      <a:pt x="2720" y="609203"/>
                      <a:pt x="8159" y="606483"/>
                    </a:cubicBezTo>
                    <a:cubicBezTo>
                      <a:pt x="13599" y="603764"/>
                      <a:pt x="24477" y="601044"/>
                      <a:pt x="29916" y="598324"/>
                    </a:cubicBezTo>
                    <a:cubicBezTo>
                      <a:pt x="43515" y="595605"/>
                      <a:pt x="62552" y="595605"/>
                      <a:pt x="76151" y="592885"/>
                    </a:cubicBezTo>
                    <a:cubicBezTo>
                      <a:pt x="76151" y="587446"/>
                      <a:pt x="73431" y="582006"/>
                      <a:pt x="73431" y="573848"/>
                    </a:cubicBezTo>
                    <a:cubicBezTo>
                      <a:pt x="73431" y="565689"/>
                      <a:pt x="70711" y="516735"/>
                      <a:pt x="70711" y="500417"/>
                    </a:cubicBezTo>
                    <a:cubicBezTo>
                      <a:pt x="70711" y="481379"/>
                      <a:pt x="73431" y="456902"/>
                      <a:pt x="73431" y="437865"/>
                    </a:cubicBezTo>
                    <a:cubicBezTo>
                      <a:pt x="73431" y="416108"/>
                      <a:pt x="70711" y="391631"/>
                      <a:pt x="70711" y="369873"/>
                    </a:cubicBezTo>
                    <a:cubicBezTo>
                      <a:pt x="70711" y="345397"/>
                      <a:pt x="70711" y="318200"/>
                      <a:pt x="70711" y="293723"/>
                    </a:cubicBezTo>
                    <a:cubicBezTo>
                      <a:pt x="70711" y="266526"/>
                      <a:pt x="73431" y="239330"/>
                      <a:pt x="73431" y="212133"/>
                    </a:cubicBezTo>
                    <a:cubicBezTo>
                      <a:pt x="73431" y="187656"/>
                      <a:pt x="76151" y="179498"/>
                      <a:pt x="76151" y="155021"/>
                    </a:cubicBezTo>
                    <a:cubicBezTo>
                      <a:pt x="76151" y="144142"/>
                      <a:pt x="76151" y="130544"/>
                      <a:pt x="76151" y="119665"/>
                    </a:cubicBezTo>
                    <a:cubicBezTo>
                      <a:pt x="76151" y="106067"/>
                      <a:pt x="78870" y="95188"/>
                      <a:pt x="78870" y="84310"/>
                    </a:cubicBezTo>
                    <a:cubicBezTo>
                      <a:pt x="78870" y="78870"/>
                      <a:pt x="78870" y="70711"/>
                      <a:pt x="76151" y="62552"/>
                    </a:cubicBezTo>
                    <a:cubicBezTo>
                      <a:pt x="76151" y="62552"/>
                      <a:pt x="73431" y="62552"/>
                      <a:pt x="67992" y="62552"/>
                    </a:cubicBezTo>
                    <a:cubicBezTo>
                      <a:pt x="59833" y="62552"/>
                      <a:pt x="51674" y="62552"/>
                      <a:pt x="43515" y="62552"/>
                    </a:cubicBezTo>
                    <a:cubicBezTo>
                      <a:pt x="35356" y="62552"/>
                      <a:pt x="24477" y="59833"/>
                      <a:pt x="16318" y="57113"/>
                    </a:cubicBezTo>
                    <a:cubicBezTo>
                      <a:pt x="8159" y="54393"/>
                      <a:pt x="0" y="43515"/>
                      <a:pt x="0" y="40795"/>
                    </a:cubicBezTo>
                    <a:cubicBezTo>
                      <a:pt x="0" y="38075"/>
                      <a:pt x="0" y="35356"/>
                      <a:pt x="5439" y="32636"/>
                    </a:cubicBezTo>
                    <a:cubicBezTo>
                      <a:pt x="10879" y="29917"/>
                      <a:pt x="21758" y="27197"/>
                      <a:pt x="27197" y="24477"/>
                    </a:cubicBezTo>
                    <a:cubicBezTo>
                      <a:pt x="46234" y="21758"/>
                      <a:pt x="62552" y="19038"/>
                      <a:pt x="76151" y="19038"/>
                    </a:cubicBezTo>
                    <a:cubicBezTo>
                      <a:pt x="76151" y="16318"/>
                      <a:pt x="78870" y="16318"/>
                      <a:pt x="78870" y="13598"/>
                    </a:cubicBezTo>
                    <a:cubicBezTo>
                      <a:pt x="84309" y="10879"/>
                      <a:pt x="89749" y="8159"/>
                      <a:pt x="95188" y="5440"/>
                    </a:cubicBezTo>
                    <a:cubicBezTo>
                      <a:pt x="100628" y="2720"/>
                      <a:pt x="106067" y="0"/>
                      <a:pt x="11150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49">
                <a:extLst>
                  <a:ext uri="{FF2B5EF4-FFF2-40B4-BE49-F238E27FC236}">
                    <a16:creationId xmlns:a16="http://schemas.microsoft.com/office/drawing/2014/main" id="{A03A3D18-9F49-1F46-BEF3-F8A12A42DA69}"/>
                  </a:ext>
                </a:extLst>
              </p:cNvPr>
              <p:cNvSpPr/>
              <p:nvPr/>
            </p:nvSpPr>
            <p:spPr>
              <a:xfrm>
                <a:off x="8346812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8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90 w 353555"/>
                  <a:gd name="connsiteY16" fmla="*/ 640184 h 761503"/>
                  <a:gd name="connsiteX17" fmla="*/ 128890 w 353555"/>
                  <a:gd name="connsiteY17" fmla="*/ 629306 h 761503"/>
                  <a:gd name="connsiteX18" fmla="*/ 128890 w 353555"/>
                  <a:gd name="connsiteY18" fmla="*/ 621147 h 761503"/>
                  <a:gd name="connsiteX19" fmla="*/ 128890 w 353555"/>
                  <a:gd name="connsiteY19" fmla="*/ 593950 h 761503"/>
                  <a:gd name="connsiteX20" fmla="*/ 128890 w 353555"/>
                  <a:gd name="connsiteY20" fmla="*/ 583072 h 761503"/>
                  <a:gd name="connsiteX21" fmla="*/ 128890 w 353555"/>
                  <a:gd name="connsiteY21" fmla="*/ 436210 h 761503"/>
                  <a:gd name="connsiteX22" fmla="*/ 128890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7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7 w 353555"/>
                  <a:gd name="connsiteY44" fmla="*/ 120730 h 761503"/>
                  <a:gd name="connsiteX45" fmla="*/ 294789 w 353555"/>
                  <a:gd name="connsiteY45" fmla="*/ 128889 h 761503"/>
                  <a:gd name="connsiteX46" fmla="*/ 273032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6" y="697297"/>
                      <a:pt x="316546" y="705456"/>
                    </a:cubicBezTo>
                    <a:cubicBezTo>
                      <a:pt x="311107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3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8"/>
                      <a:pt x="79936" y="683699"/>
                      <a:pt x="85375" y="680979"/>
                    </a:cubicBezTo>
                    <a:cubicBezTo>
                      <a:pt x="104413" y="678260"/>
                      <a:pt x="123450" y="675540"/>
                      <a:pt x="131609" y="675540"/>
                    </a:cubicBezTo>
                    <a:cubicBezTo>
                      <a:pt x="134329" y="675540"/>
                      <a:pt x="137049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90" y="640184"/>
                    </a:cubicBezTo>
                    <a:cubicBezTo>
                      <a:pt x="128890" y="637465"/>
                      <a:pt x="128890" y="634745"/>
                      <a:pt x="128890" y="629306"/>
                    </a:cubicBezTo>
                    <a:cubicBezTo>
                      <a:pt x="128890" y="626586"/>
                      <a:pt x="128890" y="623867"/>
                      <a:pt x="128890" y="621147"/>
                    </a:cubicBezTo>
                    <a:cubicBezTo>
                      <a:pt x="128890" y="612988"/>
                      <a:pt x="128890" y="604829"/>
                      <a:pt x="128890" y="593950"/>
                    </a:cubicBezTo>
                    <a:cubicBezTo>
                      <a:pt x="128890" y="591231"/>
                      <a:pt x="128890" y="585791"/>
                      <a:pt x="128890" y="583072"/>
                    </a:cubicBezTo>
                    <a:cubicBezTo>
                      <a:pt x="128890" y="534118"/>
                      <a:pt x="131609" y="485164"/>
                      <a:pt x="128890" y="436210"/>
                    </a:cubicBezTo>
                    <a:cubicBezTo>
                      <a:pt x="128890" y="409014"/>
                      <a:pt x="128890" y="384537"/>
                      <a:pt x="128890" y="357340"/>
                    </a:cubicBezTo>
                    <a:cubicBezTo>
                      <a:pt x="128890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90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8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9" y="69057"/>
                      <a:pt x="145208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4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8" y="74496"/>
                      <a:pt x="232237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7" y="120730"/>
                    </a:cubicBezTo>
                    <a:cubicBezTo>
                      <a:pt x="305667" y="126170"/>
                      <a:pt x="300228" y="128889"/>
                      <a:pt x="294789" y="128889"/>
                    </a:cubicBezTo>
                    <a:cubicBezTo>
                      <a:pt x="286630" y="131609"/>
                      <a:pt x="278471" y="131609"/>
                      <a:pt x="273032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2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50">
                <a:extLst>
                  <a:ext uri="{FF2B5EF4-FFF2-40B4-BE49-F238E27FC236}">
                    <a16:creationId xmlns:a16="http://schemas.microsoft.com/office/drawing/2014/main" id="{BC51D14C-67B0-094C-9A9B-6CEEEDA67762}"/>
                  </a:ext>
                </a:extLst>
              </p:cNvPr>
              <p:cNvSpPr/>
              <p:nvPr/>
            </p:nvSpPr>
            <p:spPr>
              <a:xfrm>
                <a:off x="8652924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3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4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7 w 516735"/>
                  <a:gd name="connsiteY18" fmla="*/ 694578 h 788699"/>
                  <a:gd name="connsiteX19" fmla="*/ 86583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3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7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4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8" y="452528"/>
                      <a:pt x="445578" y="455248"/>
                    </a:cubicBezTo>
                    <a:cubicBezTo>
                      <a:pt x="434700" y="460687"/>
                      <a:pt x="415662" y="463407"/>
                      <a:pt x="404783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3" y="694578"/>
                      <a:pt x="317754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7" y="694578"/>
                    </a:cubicBezTo>
                    <a:cubicBezTo>
                      <a:pt x="113780" y="672820"/>
                      <a:pt x="100182" y="648343"/>
                      <a:pt x="86583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3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7" y="82655"/>
                    </a:cubicBezTo>
                    <a:cubicBezTo>
                      <a:pt x="383027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4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4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5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3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4" y="468846"/>
                      <a:pt x="247044" y="466126"/>
                    </a:cubicBezTo>
                    <a:cubicBezTo>
                      <a:pt x="247044" y="463407"/>
                      <a:pt x="247044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2261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51">
                <a:extLst>
                  <a:ext uri="{FF2B5EF4-FFF2-40B4-BE49-F238E27FC236}">
                    <a16:creationId xmlns:a16="http://schemas.microsoft.com/office/drawing/2014/main" id="{C64A3456-F561-CC40-B034-7BBB6FCA1D85}"/>
                  </a:ext>
                </a:extLst>
              </p:cNvPr>
              <p:cNvSpPr/>
              <p:nvPr/>
            </p:nvSpPr>
            <p:spPr>
              <a:xfrm>
                <a:off x="9053923" y="4178559"/>
                <a:ext cx="625521" cy="788700"/>
              </a:xfrm>
              <a:custGeom>
                <a:avLst/>
                <a:gdLst>
                  <a:gd name="connsiteX0" fmla="*/ 536838 w 625521"/>
                  <a:gd name="connsiteY0" fmla="*/ 680979 h 788699"/>
                  <a:gd name="connsiteX1" fmla="*/ 574913 w 625521"/>
                  <a:gd name="connsiteY1" fmla="*/ 697297 h 788699"/>
                  <a:gd name="connsiteX2" fmla="*/ 566755 w 625521"/>
                  <a:gd name="connsiteY2" fmla="*/ 713615 h 788699"/>
                  <a:gd name="connsiteX3" fmla="*/ 550437 w 625521"/>
                  <a:gd name="connsiteY3" fmla="*/ 721774 h 788699"/>
                  <a:gd name="connsiteX4" fmla="*/ 528680 w 625521"/>
                  <a:gd name="connsiteY4" fmla="*/ 724494 h 788699"/>
                  <a:gd name="connsiteX5" fmla="*/ 417174 w 625521"/>
                  <a:gd name="connsiteY5" fmla="*/ 724494 h 788699"/>
                  <a:gd name="connsiteX6" fmla="*/ 398136 w 625521"/>
                  <a:gd name="connsiteY6" fmla="*/ 724494 h 788699"/>
                  <a:gd name="connsiteX7" fmla="*/ 373659 w 625521"/>
                  <a:gd name="connsiteY7" fmla="*/ 724494 h 788699"/>
                  <a:gd name="connsiteX8" fmla="*/ 346462 w 625521"/>
                  <a:gd name="connsiteY8" fmla="*/ 719054 h 788699"/>
                  <a:gd name="connsiteX9" fmla="*/ 330144 w 625521"/>
                  <a:gd name="connsiteY9" fmla="*/ 702737 h 788699"/>
                  <a:gd name="connsiteX10" fmla="*/ 335584 w 625521"/>
                  <a:gd name="connsiteY10" fmla="*/ 694578 h 788699"/>
                  <a:gd name="connsiteX11" fmla="*/ 357341 w 625521"/>
                  <a:gd name="connsiteY11" fmla="*/ 686419 h 788699"/>
                  <a:gd name="connsiteX12" fmla="*/ 395416 w 625521"/>
                  <a:gd name="connsiteY12" fmla="*/ 680979 h 788699"/>
                  <a:gd name="connsiteX13" fmla="*/ 381817 w 625521"/>
                  <a:gd name="connsiteY13" fmla="*/ 656502 h 788699"/>
                  <a:gd name="connsiteX14" fmla="*/ 379098 w 625521"/>
                  <a:gd name="connsiteY14" fmla="*/ 585791 h 788699"/>
                  <a:gd name="connsiteX15" fmla="*/ 379098 w 625521"/>
                  <a:gd name="connsiteY15" fmla="*/ 517800 h 788699"/>
                  <a:gd name="connsiteX16" fmla="*/ 379098 w 625521"/>
                  <a:gd name="connsiteY16" fmla="*/ 474286 h 788699"/>
                  <a:gd name="connsiteX17" fmla="*/ 379098 w 625521"/>
                  <a:gd name="connsiteY17" fmla="*/ 430771 h 788699"/>
                  <a:gd name="connsiteX18" fmla="*/ 381817 w 625521"/>
                  <a:gd name="connsiteY18" fmla="*/ 411733 h 788699"/>
                  <a:gd name="connsiteX19" fmla="*/ 379098 w 625521"/>
                  <a:gd name="connsiteY19" fmla="*/ 400855 h 788699"/>
                  <a:gd name="connsiteX20" fmla="*/ 370939 w 625521"/>
                  <a:gd name="connsiteY20" fmla="*/ 398135 h 788699"/>
                  <a:gd name="connsiteX21" fmla="*/ 338304 w 625521"/>
                  <a:gd name="connsiteY21" fmla="*/ 400855 h 788699"/>
                  <a:gd name="connsiteX22" fmla="*/ 289349 w 625521"/>
                  <a:gd name="connsiteY22" fmla="*/ 403575 h 788699"/>
                  <a:gd name="connsiteX23" fmla="*/ 264872 w 625521"/>
                  <a:gd name="connsiteY23" fmla="*/ 400855 h 788699"/>
                  <a:gd name="connsiteX24" fmla="*/ 259433 w 625521"/>
                  <a:gd name="connsiteY24" fmla="*/ 406294 h 788699"/>
                  <a:gd name="connsiteX25" fmla="*/ 259433 w 625521"/>
                  <a:gd name="connsiteY25" fmla="*/ 425332 h 788699"/>
                  <a:gd name="connsiteX26" fmla="*/ 259433 w 625521"/>
                  <a:gd name="connsiteY26" fmla="*/ 449809 h 788699"/>
                  <a:gd name="connsiteX27" fmla="*/ 259433 w 625521"/>
                  <a:gd name="connsiteY27" fmla="*/ 471566 h 788699"/>
                  <a:gd name="connsiteX28" fmla="*/ 259433 w 625521"/>
                  <a:gd name="connsiteY28" fmla="*/ 504202 h 788699"/>
                  <a:gd name="connsiteX29" fmla="*/ 259433 w 625521"/>
                  <a:gd name="connsiteY29" fmla="*/ 509641 h 788699"/>
                  <a:gd name="connsiteX30" fmla="*/ 256714 w 625521"/>
                  <a:gd name="connsiteY30" fmla="*/ 542277 h 788699"/>
                  <a:gd name="connsiteX31" fmla="*/ 256714 w 625521"/>
                  <a:gd name="connsiteY31" fmla="*/ 577632 h 788699"/>
                  <a:gd name="connsiteX32" fmla="*/ 256714 w 625521"/>
                  <a:gd name="connsiteY32" fmla="*/ 612988 h 788699"/>
                  <a:gd name="connsiteX33" fmla="*/ 253994 w 625521"/>
                  <a:gd name="connsiteY33" fmla="*/ 656502 h 788699"/>
                  <a:gd name="connsiteX34" fmla="*/ 256714 w 625521"/>
                  <a:gd name="connsiteY34" fmla="*/ 678260 h 788699"/>
                  <a:gd name="connsiteX35" fmla="*/ 286629 w 625521"/>
                  <a:gd name="connsiteY35" fmla="*/ 694578 h 788699"/>
                  <a:gd name="connsiteX36" fmla="*/ 281191 w 625521"/>
                  <a:gd name="connsiteY36" fmla="*/ 710895 h 788699"/>
                  <a:gd name="connsiteX37" fmla="*/ 264872 w 625521"/>
                  <a:gd name="connsiteY37" fmla="*/ 719054 h 788699"/>
                  <a:gd name="connsiteX38" fmla="*/ 243116 w 625521"/>
                  <a:gd name="connsiteY38" fmla="*/ 721774 h 788699"/>
                  <a:gd name="connsiteX39" fmla="*/ 243116 w 625521"/>
                  <a:gd name="connsiteY39" fmla="*/ 721774 h 788699"/>
                  <a:gd name="connsiteX40" fmla="*/ 232236 w 625521"/>
                  <a:gd name="connsiteY40" fmla="*/ 727214 h 788699"/>
                  <a:gd name="connsiteX41" fmla="*/ 224078 w 625521"/>
                  <a:gd name="connsiteY41" fmla="*/ 735372 h 788699"/>
                  <a:gd name="connsiteX42" fmla="*/ 213199 w 625521"/>
                  <a:gd name="connsiteY42" fmla="*/ 738092 h 788699"/>
                  <a:gd name="connsiteX43" fmla="*/ 183283 w 625521"/>
                  <a:gd name="connsiteY43" fmla="*/ 727214 h 788699"/>
                  <a:gd name="connsiteX44" fmla="*/ 175124 w 625521"/>
                  <a:gd name="connsiteY44" fmla="*/ 719054 h 788699"/>
                  <a:gd name="connsiteX45" fmla="*/ 145208 w 625521"/>
                  <a:gd name="connsiteY45" fmla="*/ 719054 h 788699"/>
                  <a:gd name="connsiteX46" fmla="*/ 126170 w 625521"/>
                  <a:gd name="connsiteY46" fmla="*/ 719054 h 788699"/>
                  <a:gd name="connsiteX47" fmla="*/ 101693 w 625521"/>
                  <a:gd name="connsiteY47" fmla="*/ 719054 h 788699"/>
                  <a:gd name="connsiteX48" fmla="*/ 74496 w 625521"/>
                  <a:gd name="connsiteY48" fmla="*/ 713615 h 788699"/>
                  <a:gd name="connsiteX49" fmla="*/ 58178 w 625521"/>
                  <a:gd name="connsiteY49" fmla="*/ 697297 h 788699"/>
                  <a:gd name="connsiteX50" fmla="*/ 63618 w 625521"/>
                  <a:gd name="connsiteY50" fmla="*/ 689138 h 788699"/>
                  <a:gd name="connsiteX51" fmla="*/ 85375 w 625521"/>
                  <a:gd name="connsiteY51" fmla="*/ 680979 h 788699"/>
                  <a:gd name="connsiteX52" fmla="*/ 131609 w 625521"/>
                  <a:gd name="connsiteY52" fmla="*/ 675540 h 788699"/>
                  <a:gd name="connsiteX53" fmla="*/ 131609 w 625521"/>
                  <a:gd name="connsiteY53" fmla="*/ 667381 h 788699"/>
                  <a:gd name="connsiteX54" fmla="*/ 131609 w 625521"/>
                  <a:gd name="connsiteY54" fmla="*/ 651063 h 788699"/>
                  <a:gd name="connsiteX55" fmla="*/ 131609 w 625521"/>
                  <a:gd name="connsiteY55" fmla="*/ 618427 h 788699"/>
                  <a:gd name="connsiteX56" fmla="*/ 131609 w 625521"/>
                  <a:gd name="connsiteY56" fmla="*/ 580352 h 788699"/>
                  <a:gd name="connsiteX57" fmla="*/ 131609 w 625521"/>
                  <a:gd name="connsiteY57" fmla="*/ 531398 h 788699"/>
                  <a:gd name="connsiteX58" fmla="*/ 131609 w 625521"/>
                  <a:gd name="connsiteY58" fmla="*/ 466126 h 788699"/>
                  <a:gd name="connsiteX59" fmla="*/ 131609 w 625521"/>
                  <a:gd name="connsiteY59" fmla="*/ 422612 h 788699"/>
                  <a:gd name="connsiteX60" fmla="*/ 131609 w 625521"/>
                  <a:gd name="connsiteY60" fmla="*/ 411733 h 788699"/>
                  <a:gd name="connsiteX61" fmla="*/ 131609 w 625521"/>
                  <a:gd name="connsiteY61" fmla="*/ 398135 h 788699"/>
                  <a:gd name="connsiteX62" fmla="*/ 126170 w 625521"/>
                  <a:gd name="connsiteY62" fmla="*/ 389976 h 788699"/>
                  <a:gd name="connsiteX63" fmla="*/ 101693 w 625521"/>
                  <a:gd name="connsiteY63" fmla="*/ 387257 h 788699"/>
                  <a:gd name="connsiteX64" fmla="*/ 77216 w 625521"/>
                  <a:gd name="connsiteY64" fmla="*/ 376378 h 788699"/>
                  <a:gd name="connsiteX65" fmla="*/ 82655 w 625521"/>
                  <a:gd name="connsiteY65" fmla="*/ 368219 h 788699"/>
                  <a:gd name="connsiteX66" fmla="*/ 98973 w 625521"/>
                  <a:gd name="connsiteY66" fmla="*/ 360060 h 788699"/>
                  <a:gd name="connsiteX67" fmla="*/ 118011 w 625521"/>
                  <a:gd name="connsiteY67" fmla="*/ 357340 h 788699"/>
                  <a:gd name="connsiteX68" fmla="*/ 131609 w 625521"/>
                  <a:gd name="connsiteY68" fmla="*/ 351901 h 788699"/>
                  <a:gd name="connsiteX69" fmla="*/ 131609 w 625521"/>
                  <a:gd name="connsiteY69" fmla="*/ 343742 h 788699"/>
                  <a:gd name="connsiteX70" fmla="*/ 131609 w 625521"/>
                  <a:gd name="connsiteY70" fmla="*/ 270311 h 788699"/>
                  <a:gd name="connsiteX71" fmla="*/ 137048 w 625521"/>
                  <a:gd name="connsiteY71" fmla="*/ 145207 h 788699"/>
                  <a:gd name="connsiteX72" fmla="*/ 139768 w 625521"/>
                  <a:gd name="connsiteY72" fmla="*/ 123450 h 788699"/>
                  <a:gd name="connsiteX73" fmla="*/ 123450 w 625521"/>
                  <a:gd name="connsiteY73" fmla="*/ 123450 h 788699"/>
                  <a:gd name="connsiteX74" fmla="*/ 118011 w 625521"/>
                  <a:gd name="connsiteY74" fmla="*/ 123450 h 788699"/>
                  <a:gd name="connsiteX75" fmla="*/ 101693 w 625521"/>
                  <a:gd name="connsiteY75" fmla="*/ 123450 h 788699"/>
                  <a:gd name="connsiteX76" fmla="*/ 74496 w 625521"/>
                  <a:gd name="connsiteY76" fmla="*/ 118011 h 788699"/>
                  <a:gd name="connsiteX77" fmla="*/ 58178 w 625521"/>
                  <a:gd name="connsiteY77" fmla="*/ 101693 h 788699"/>
                  <a:gd name="connsiteX78" fmla="*/ 63618 w 625521"/>
                  <a:gd name="connsiteY78" fmla="*/ 93534 h 788699"/>
                  <a:gd name="connsiteX79" fmla="*/ 85375 w 625521"/>
                  <a:gd name="connsiteY79" fmla="*/ 85375 h 788699"/>
                  <a:gd name="connsiteX80" fmla="*/ 137048 w 625521"/>
                  <a:gd name="connsiteY80" fmla="*/ 82655 h 788699"/>
                  <a:gd name="connsiteX81" fmla="*/ 147927 w 625521"/>
                  <a:gd name="connsiteY81" fmla="*/ 82655 h 788699"/>
                  <a:gd name="connsiteX82" fmla="*/ 186003 w 625521"/>
                  <a:gd name="connsiteY82" fmla="*/ 58178 h 788699"/>
                  <a:gd name="connsiteX83" fmla="*/ 226797 w 625521"/>
                  <a:gd name="connsiteY83" fmla="*/ 79936 h 788699"/>
                  <a:gd name="connsiteX84" fmla="*/ 253994 w 625521"/>
                  <a:gd name="connsiteY84" fmla="*/ 79936 h 788699"/>
                  <a:gd name="connsiteX85" fmla="*/ 294789 w 625521"/>
                  <a:gd name="connsiteY85" fmla="*/ 96253 h 788699"/>
                  <a:gd name="connsiteX86" fmla="*/ 283910 w 625521"/>
                  <a:gd name="connsiteY86" fmla="*/ 112571 h 788699"/>
                  <a:gd name="connsiteX87" fmla="*/ 267592 w 625521"/>
                  <a:gd name="connsiteY87" fmla="*/ 120730 h 788699"/>
                  <a:gd name="connsiteX88" fmla="*/ 245835 w 625521"/>
                  <a:gd name="connsiteY88" fmla="*/ 123450 h 788699"/>
                  <a:gd name="connsiteX89" fmla="*/ 237676 w 625521"/>
                  <a:gd name="connsiteY89" fmla="*/ 123450 h 788699"/>
                  <a:gd name="connsiteX90" fmla="*/ 240396 w 625521"/>
                  <a:gd name="connsiteY90" fmla="*/ 128889 h 788699"/>
                  <a:gd name="connsiteX91" fmla="*/ 251274 w 625521"/>
                  <a:gd name="connsiteY91" fmla="*/ 177843 h 788699"/>
                  <a:gd name="connsiteX92" fmla="*/ 256714 w 625521"/>
                  <a:gd name="connsiteY92" fmla="*/ 226797 h 788699"/>
                  <a:gd name="connsiteX93" fmla="*/ 262153 w 625521"/>
                  <a:gd name="connsiteY93" fmla="*/ 273031 h 788699"/>
                  <a:gd name="connsiteX94" fmla="*/ 262153 w 625521"/>
                  <a:gd name="connsiteY94" fmla="*/ 289349 h 788699"/>
                  <a:gd name="connsiteX95" fmla="*/ 262153 w 625521"/>
                  <a:gd name="connsiteY95" fmla="*/ 297508 h 788699"/>
                  <a:gd name="connsiteX96" fmla="*/ 264872 w 625521"/>
                  <a:gd name="connsiteY96" fmla="*/ 321985 h 788699"/>
                  <a:gd name="connsiteX97" fmla="*/ 270312 w 625521"/>
                  <a:gd name="connsiteY97" fmla="*/ 335583 h 788699"/>
                  <a:gd name="connsiteX98" fmla="*/ 270312 w 625521"/>
                  <a:gd name="connsiteY98" fmla="*/ 338303 h 788699"/>
                  <a:gd name="connsiteX99" fmla="*/ 270312 w 625521"/>
                  <a:gd name="connsiteY99" fmla="*/ 346462 h 788699"/>
                  <a:gd name="connsiteX100" fmla="*/ 278471 w 625521"/>
                  <a:gd name="connsiteY100" fmla="*/ 354621 h 788699"/>
                  <a:gd name="connsiteX101" fmla="*/ 338304 w 625521"/>
                  <a:gd name="connsiteY101" fmla="*/ 349181 h 788699"/>
                  <a:gd name="connsiteX102" fmla="*/ 365500 w 625521"/>
                  <a:gd name="connsiteY102" fmla="*/ 349181 h 788699"/>
                  <a:gd name="connsiteX103" fmla="*/ 381817 w 625521"/>
                  <a:gd name="connsiteY103" fmla="*/ 349181 h 788699"/>
                  <a:gd name="connsiteX104" fmla="*/ 392697 w 625521"/>
                  <a:gd name="connsiteY104" fmla="*/ 338303 h 788699"/>
                  <a:gd name="connsiteX105" fmla="*/ 389977 w 625521"/>
                  <a:gd name="connsiteY105" fmla="*/ 313826 h 788699"/>
                  <a:gd name="connsiteX106" fmla="*/ 392697 w 625521"/>
                  <a:gd name="connsiteY106" fmla="*/ 262152 h 788699"/>
                  <a:gd name="connsiteX107" fmla="*/ 395416 w 625521"/>
                  <a:gd name="connsiteY107" fmla="*/ 224077 h 788699"/>
                  <a:gd name="connsiteX108" fmla="*/ 398136 w 625521"/>
                  <a:gd name="connsiteY108" fmla="*/ 177843 h 788699"/>
                  <a:gd name="connsiteX109" fmla="*/ 395416 w 625521"/>
                  <a:gd name="connsiteY109" fmla="*/ 153366 h 788699"/>
                  <a:gd name="connsiteX110" fmla="*/ 395416 w 625521"/>
                  <a:gd name="connsiteY110" fmla="*/ 137048 h 788699"/>
                  <a:gd name="connsiteX111" fmla="*/ 379098 w 625521"/>
                  <a:gd name="connsiteY111" fmla="*/ 137048 h 788699"/>
                  <a:gd name="connsiteX112" fmla="*/ 351902 w 625521"/>
                  <a:gd name="connsiteY112" fmla="*/ 131609 h 788699"/>
                  <a:gd name="connsiteX113" fmla="*/ 338304 w 625521"/>
                  <a:gd name="connsiteY113" fmla="*/ 115291 h 788699"/>
                  <a:gd name="connsiteX114" fmla="*/ 343742 w 625521"/>
                  <a:gd name="connsiteY114" fmla="*/ 107132 h 788699"/>
                  <a:gd name="connsiteX115" fmla="*/ 362780 w 625521"/>
                  <a:gd name="connsiteY115" fmla="*/ 98973 h 788699"/>
                  <a:gd name="connsiteX116" fmla="*/ 395416 w 625521"/>
                  <a:gd name="connsiteY116" fmla="*/ 96253 h 788699"/>
                  <a:gd name="connsiteX117" fmla="*/ 403575 w 625521"/>
                  <a:gd name="connsiteY117" fmla="*/ 90814 h 788699"/>
                  <a:gd name="connsiteX118" fmla="*/ 422612 w 625521"/>
                  <a:gd name="connsiteY118" fmla="*/ 88095 h 788699"/>
                  <a:gd name="connsiteX119" fmla="*/ 428052 w 625521"/>
                  <a:gd name="connsiteY119" fmla="*/ 88095 h 788699"/>
                  <a:gd name="connsiteX120" fmla="*/ 447090 w 625521"/>
                  <a:gd name="connsiteY120" fmla="*/ 90814 h 788699"/>
                  <a:gd name="connsiteX121" fmla="*/ 455249 w 625521"/>
                  <a:gd name="connsiteY121" fmla="*/ 96253 h 788699"/>
                  <a:gd name="connsiteX122" fmla="*/ 525960 w 625521"/>
                  <a:gd name="connsiteY122" fmla="*/ 93534 h 788699"/>
                  <a:gd name="connsiteX123" fmla="*/ 561315 w 625521"/>
                  <a:gd name="connsiteY123" fmla="*/ 109852 h 788699"/>
                  <a:gd name="connsiteX124" fmla="*/ 555876 w 625521"/>
                  <a:gd name="connsiteY124" fmla="*/ 126170 h 788699"/>
                  <a:gd name="connsiteX125" fmla="*/ 539558 w 625521"/>
                  <a:gd name="connsiteY125" fmla="*/ 134329 h 788699"/>
                  <a:gd name="connsiteX126" fmla="*/ 517800 w 625521"/>
                  <a:gd name="connsiteY126" fmla="*/ 137048 h 788699"/>
                  <a:gd name="connsiteX127" fmla="*/ 477006 w 625521"/>
                  <a:gd name="connsiteY127" fmla="*/ 137048 h 788699"/>
                  <a:gd name="connsiteX128" fmla="*/ 485165 w 625521"/>
                  <a:gd name="connsiteY128" fmla="*/ 161525 h 788699"/>
                  <a:gd name="connsiteX129" fmla="*/ 496043 w 625521"/>
                  <a:gd name="connsiteY129" fmla="*/ 210479 h 788699"/>
                  <a:gd name="connsiteX130" fmla="*/ 501483 w 625521"/>
                  <a:gd name="connsiteY130" fmla="*/ 251274 h 788699"/>
                  <a:gd name="connsiteX131" fmla="*/ 506922 w 625521"/>
                  <a:gd name="connsiteY131" fmla="*/ 292069 h 788699"/>
                  <a:gd name="connsiteX132" fmla="*/ 506922 w 625521"/>
                  <a:gd name="connsiteY132" fmla="*/ 321985 h 788699"/>
                  <a:gd name="connsiteX133" fmla="*/ 509642 w 625521"/>
                  <a:gd name="connsiteY133" fmla="*/ 341022 h 788699"/>
                  <a:gd name="connsiteX134" fmla="*/ 509642 w 625521"/>
                  <a:gd name="connsiteY134" fmla="*/ 343742 h 788699"/>
                  <a:gd name="connsiteX135" fmla="*/ 517800 w 625521"/>
                  <a:gd name="connsiteY135" fmla="*/ 349181 h 788699"/>
                  <a:gd name="connsiteX136" fmla="*/ 528680 w 625521"/>
                  <a:gd name="connsiteY136" fmla="*/ 349181 h 788699"/>
                  <a:gd name="connsiteX137" fmla="*/ 550437 w 625521"/>
                  <a:gd name="connsiteY137" fmla="*/ 357340 h 788699"/>
                  <a:gd name="connsiteX138" fmla="*/ 550437 w 625521"/>
                  <a:gd name="connsiteY138" fmla="*/ 362780 h 788699"/>
                  <a:gd name="connsiteX139" fmla="*/ 534119 w 625521"/>
                  <a:gd name="connsiteY139" fmla="*/ 384537 h 788699"/>
                  <a:gd name="connsiteX140" fmla="*/ 520520 w 625521"/>
                  <a:gd name="connsiteY140" fmla="*/ 389976 h 788699"/>
                  <a:gd name="connsiteX141" fmla="*/ 512362 w 625521"/>
                  <a:gd name="connsiteY141" fmla="*/ 395415 h 788699"/>
                  <a:gd name="connsiteX142" fmla="*/ 512362 w 625521"/>
                  <a:gd name="connsiteY142" fmla="*/ 398135 h 788699"/>
                  <a:gd name="connsiteX143" fmla="*/ 512362 w 625521"/>
                  <a:gd name="connsiteY143" fmla="*/ 409014 h 788699"/>
                  <a:gd name="connsiteX144" fmla="*/ 512362 w 625521"/>
                  <a:gd name="connsiteY144" fmla="*/ 414453 h 788699"/>
                  <a:gd name="connsiteX145" fmla="*/ 512362 w 625521"/>
                  <a:gd name="connsiteY145" fmla="*/ 438930 h 788699"/>
                  <a:gd name="connsiteX146" fmla="*/ 515081 w 625521"/>
                  <a:gd name="connsiteY146" fmla="*/ 504202 h 788699"/>
                  <a:gd name="connsiteX147" fmla="*/ 520520 w 625521"/>
                  <a:gd name="connsiteY147" fmla="*/ 572193 h 788699"/>
                  <a:gd name="connsiteX148" fmla="*/ 517800 w 625521"/>
                  <a:gd name="connsiteY148" fmla="*/ 604829 h 788699"/>
                  <a:gd name="connsiteX149" fmla="*/ 512362 w 625521"/>
                  <a:gd name="connsiteY149" fmla="*/ 661942 h 788699"/>
                  <a:gd name="connsiteX150" fmla="*/ 509642 w 625521"/>
                  <a:gd name="connsiteY150" fmla="*/ 670101 h 788699"/>
                  <a:gd name="connsiteX151" fmla="*/ 512362 w 625521"/>
                  <a:gd name="connsiteY151" fmla="*/ 680979 h 788699"/>
                  <a:gd name="connsiteX152" fmla="*/ 512362 w 625521"/>
                  <a:gd name="connsiteY152" fmla="*/ 686419 h 788699"/>
                  <a:gd name="connsiteX153" fmla="*/ 536838 w 625521"/>
                  <a:gd name="connsiteY153" fmla="*/ 680979 h 788699"/>
                  <a:gd name="connsiteX154" fmla="*/ 536838 w 625521"/>
                  <a:gd name="connsiteY154" fmla="*/ 68097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625521" h="788699">
                    <a:moveTo>
                      <a:pt x="536838" y="680979"/>
                    </a:moveTo>
                    <a:cubicBezTo>
                      <a:pt x="550437" y="680979"/>
                      <a:pt x="574913" y="680979"/>
                      <a:pt x="574913" y="697297"/>
                    </a:cubicBezTo>
                    <a:cubicBezTo>
                      <a:pt x="574913" y="705456"/>
                      <a:pt x="572194" y="708176"/>
                      <a:pt x="566755" y="713615"/>
                    </a:cubicBezTo>
                    <a:cubicBezTo>
                      <a:pt x="561315" y="719054"/>
                      <a:pt x="555876" y="721774"/>
                      <a:pt x="550437" y="721774"/>
                    </a:cubicBezTo>
                    <a:cubicBezTo>
                      <a:pt x="539558" y="724494"/>
                      <a:pt x="534119" y="724494"/>
                      <a:pt x="528680" y="724494"/>
                    </a:cubicBezTo>
                    <a:cubicBezTo>
                      <a:pt x="517800" y="724494"/>
                      <a:pt x="428052" y="724494"/>
                      <a:pt x="417174" y="724494"/>
                    </a:cubicBezTo>
                    <a:cubicBezTo>
                      <a:pt x="403575" y="724494"/>
                      <a:pt x="414454" y="724494"/>
                      <a:pt x="398136" y="724494"/>
                    </a:cubicBezTo>
                    <a:cubicBezTo>
                      <a:pt x="389977" y="724494"/>
                      <a:pt x="381817" y="724494"/>
                      <a:pt x="373659" y="724494"/>
                    </a:cubicBezTo>
                    <a:cubicBezTo>
                      <a:pt x="365500" y="724494"/>
                      <a:pt x="354621" y="721774"/>
                      <a:pt x="346462" y="719054"/>
                    </a:cubicBezTo>
                    <a:cubicBezTo>
                      <a:pt x="338304" y="716335"/>
                      <a:pt x="330144" y="708176"/>
                      <a:pt x="330144" y="702737"/>
                    </a:cubicBezTo>
                    <a:cubicBezTo>
                      <a:pt x="330144" y="700017"/>
                      <a:pt x="330144" y="697297"/>
                      <a:pt x="335584" y="694578"/>
                    </a:cubicBezTo>
                    <a:cubicBezTo>
                      <a:pt x="341023" y="691858"/>
                      <a:pt x="351902" y="689138"/>
                      <a:pt x="357341" y="686419"/>
                    </a:cubicBezTo>
                    <a:cubicBezTo>
                      <a:pt x="373659" y="683699"/>
                      <a:pt x="387257" y="680979"/>
                      <a:pt x="395416" y="680979"/>
                    </a:cubicBezTo>
                    <a:cubicBezTo>
                      <a:pt x="387257" y="675540"/>
                      <a:pt x="384537" y="670101"/>
                      <a:pt x="381817" y="656502"/>
                    </a:cubicBezTo>
                    <a:cubicBezTo>
                      <a:pt x="379098" y="632026"/>
                      <a:pt x="379098" y="610268"/>
                      <a:pt x="379098" y="585791"/>
                    </a:cubicBezTo>
                    <a:cubicBezTo>
                      <a:pt x="379098" y="564034"/>
                      <a:pt x="379098" y="542277"/>
                      <a:pt x="379098" y="517800"/>
                    </a:cubicBezTo>
                    <a:cubicBezTo>
                      <a:pt x="379098" y="504202"/>
                      <a:pt x="379098" y="487884"/>
                      <a:pt x="379098" y="474286"/>
                    </a:cubicBezTo>
                    <a:cubicBezTo>
                      <a:pt x="379098" y="457968"/>
                      <a:pt x="376379" y="444369"/>
                      <a:pt x="379098" y="430771"/>
                    </a:cubicBezTo>
                    <a:cubicBezTo>
                      <a:pt x="379098" y="425332"/>
                      <a:pt x="381817" y="417173"/>
                      <a:pt x="381817" y="411733"/>
                    </a:cubicBezTo>
                    <a:cubicBezTo>
                      <a:pt x="381817" y="406294"/>
                      <a:pt x="381817" y="403575"/>
                      <a:pt x="379098" y="400855"/>
                    </a:cubicBezTo>
                    <a:cubicBezTo>
                      <a:pt x="376379" y="400855"/>
                      <a:pt x="373659" y="398135"/>
                      <a:pt x="370939" y="398135"/>
                    </a:cubicBezTo>
                    <a:cubicBezTo>
                      <a:pt x="360061" y="398135"/>
                      <a:pt x="343742" y="400855"/>
                      <a:pt x="338304" y="400855"/>
                    </a:cubicBezTo>
                    <a:cubicBezTo>
                      <a:pt x="330144" y="400855"/>
                      <a:pt x="319266" y="403575"/>
                      <a:pt x="289349" y="403575"/>
                    </a:cubicBezTo>
                    <a:cubicBezTo>
                      <a:pt x="275751" y="403575"/>
                      <a:pt x="267592" y="400855"/>
                      <a:pt x="264872" y="400855"/>
                    </a:cubicBezTo>
                    <a:cubicBezTo>
                      <a:pt x="262153" y="400855"/>
                      <a:pt x="259433" y="400855"/>
                      <a:pt x="259433" y="406294"/>
                    </a:cubicBezTo>
                    <a:cubicBezTo>
                      <a:pt x="259433" y="414453"/>
                      <a:pt x="259433" y="419892"/>
                      <a:pt x="259433" y="425332"/>
                    </a:cubicBezTo>
                    <a:cubicBezTo>
                      <a:pt x="259433" y="433491"/>
                      <a:pt x="259433" y="441650"/>
                      <a:pt x="259433" y="449809"/>
                    </a:cubicBezTo>
                    <a:cubicBezTo>
                      <a:pt x="259433" y="457968"/>
                      <a:pt x="259433" y="463407"/>
                      <a:pt x="259433" y="471566"/>
                    </a:cubicBezTo>
                    <a:cubicBezTo>
                      <a:pt x="259433" y="482445"/>
                      <a:pt x="259433" y="493323"/>
                      <a:pt x="259433" y="504202"/>
                    </a:cubicBezTo>
                    <a:cubicBezTo>
                      <a:pt x="259433" y="506921"/>
                      <a:pt x="259433" y="506921"/>
                      <a:pt x="259433" y="509641"/>
                    </a:cubicBezTo>
                    <a:cubicBezTo>
                      <a:pt x="259433" y="520520"/>
                      <a:pt x="256714" y="531398"/>
                      <a:pt x="256714" y="542277"/>
                    </a:cubicBezTo>
                    <a:cubicBezTo>
                      <a:pt x="256714" y="553156"/>
                      <a:pt x="256714" y="566754"/>
                      <a:pt x="256714" y="577632"/>
                    </a:cubicBezTo>
                    <a:cubicBezTo>
                      <a:pt x="256714" y="588511"/>
                      <a:pt x="256714" y="599390"/>
                      <a:pt x="256714" y="612988"/>
                    </a:cubicBezTo>
                    <a:cubicBezTo>
                      <a:pt x="256714" y="629306"/>
                      <a:pt x="253994" y="642904"/>
                      <a:pt x="253994" y="656502"/>
                    </a:cubicBezTo>
                    <a:cubicBezTo>
                      <a:pt x="253994" y="664661"/>
                      <a:pt x="256714" y="672820"/>
                      <a:pt x="256714" y="678260"/>
                    </a:cubicBezTo>
                    <a:cubicBezTo>
                      <a:pt x="270312" y="678260"/>
                      <a:pt x="286629" y="680979"/>
                      <a:pt x="286629" y="694578"/>
                    </a:cubicBezTo>
                    <a:cubicBezTo>
                      <a:pt x="286629" y="702737"/>
                      <a:pt x="283910" y="705456"/>
                      <a:pt x="281191" y="710895"/>
                    </a:cubicBezTo>
                    <a:cubicBezTo>
                      <a:pt x="275751" y="716335"/>
                      <a:pt x="270312" y="719054"/>
                      <a:pt x="264872" y="719054"/>
                    </a:cubicBezTo>
                    <a:cubicBezTo>
                      <a:pt x="256714" y="721774"/>
                      <a:pt x="248554" y="721774"/>
                      <a:pt x="243116" y="721774"/>
                    </a:cubicBezTo>
                    <a:cubicBezTo>
                      <a:pt x="243116" y="721774"/>
                      <a:pt x="243116" y="721774"/>
                      <a:pt x="243116" y="721774"/>
                    </a:cubicBezTo>
                    <a:cubicBezTo>
                      <a:pt x="237676" y="724494"/>
                      <a:pt x="237676" y="724494"/>
                      <a:pt x="232236" y="727214"/>
                    </a:cubicBezTo>
                    <a:cubicBezTo>
                      <a:pt x="229517" y="729933"/>
                      <a:pt x="229517" y="732653"/>
                      <a:pt x="224078" y="735372"/>
                    </a:cubicBezTo>
                    <a:cubicBezTo>
                      <a:pt x="221358" y="738092"/>
                      <a:pt x="215919" y="738092"/>
                      <a:pt x="213199" y="738092"/>
                    </a:cubicBezTo>
                    <a:cubicBezTo>
                      <a:pt x="199601" y="738092"/>
                      <a:pt x="188722" y="735372"/>
                      <a:pt x="183283" y="727214"/>
                    </a:cubicBezTo>
                    <a:cubicBezTo>
                      <a:pt x="180563" y="724494"/>
                      <a:pt x="177843" y="721774"/>
                      <a:pt x="175124" y="719054"/>
                    </a:cubicBezTo>
                    <a:cubicBezTo>
                      <a:pt x="161526" y="719054"/>
                      <a:pt x="150646" y="719054"/>
                      <a:pt x="145208" y="719054"/>
                    </a:cubicBezTo>
                    <a:cubicBezTo>
                      <a:pt x="131609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8" y="710895"/>
                      <a:pt x="58178" y="702737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9"/>
                      <a:pt x="79936" y="683699"/>
                      <a:pt x="85375" y="680979"/>
                    </a:cubicBezTo>
                    <a:cubicBezTo>
                      <a:pt x="98973" y="678260"/>
                      <a:pt x="118011" y="678260"/>
                      <a:pt x="131609" y="675540"/>
                    </a:cubicBezTo>
                    <a:cubicBezTo>
                      <a:pt x="131609" y="672820"/>
                      <a:pt x="131609" y="670101"/>
                      <a:pt x="131609" y="667381"/>
                    </a:cubicBezTo>
                    <a:cubicBezTo>
                      <a:pt x="131609" y="661942"/>
                      <a:pt x="131609" y="656502"/>
                      <a:pt x="131609" y="651063"/>
                    </a:cubicBezTo>
                    <a:cubicBezTo>
                      <a:pt x="131609" y="640184"/>
                      <a:pt x="131609" y="629306"/>
                      <a:pt x="131609" y="618427"/>
                    </a:cubicBezTo>
                    <a:cubicBezTo>
                      <a:pt x="131609" y="604829"/>
                      <a:pt x="131609" y="593950"/>
                      <a:pt x="131609" y="580352"/>
                    </a:cubicBezTo>
                    <a:cubicBezTo>
                      <a:pt x="131609" y="564034"/>
                      <a:pt x="131609" y="547716"/>
                      <a:pt x="131609" y="531398"/>
                    </a:cubicBezTo>
                    <a:cubicBezTo>
                      <a:pt x="131609" y="509641"/>
                      <a:pt x="131609" y="487884"/>
                      <a:pt x="131609" y="466126"/>
                    </a:cubicBezTo>
                    <a:cubicBezTo>
                      <a:pt x="131609" y="452528"/>
                      <a:pt x="131609" y="436210"/>
                      <a:pt x="131609" y="422612"/>
                    </a:cubicBezTo>
                    <a:cubicBezTo>
                      <a:pt x="131609" y="419892"/>
                      <a:pt x="131609" y="414453"/>
                      <a:pt x="131609" y="411733"/>
                    </a:cubicBezTo>
                    <a:cubicBezTo>
                      <a:pt x="131609" y="409014"/>
                      <a:pt x="131609" y="400855"/>
                      <a:pt x="131609" y="398135"/>
                    </a:cubicBezTo>
                    <a:cubicBezTo>
                      <a:pt x="131609" y="392696"/>
                      <a:pt x="131609" y="392696"/>
                      <a:pt x="126170" y="389976"/>
                    </a:cubicBezTo>
                    <a:cubicBezTo>
                      <a:pt x="123450" y="389976"/>
                      <a:pt x="109852" y="387257"/>
                      <a:pt x="101693" y="387257"/>
                    </a:cubicBezTo>
                    <a:cubicBezTo>
                      <a:pt x="90814" y="384537"/>
                      <a:pt x="77216" y="381817"/>
                      <a:pt x="77216" y="376378"/>
                    </a:cubicBezTo>
                    <a:cubicBezTo>
                      <a:pt x="77216" y="373658"/>
                      <a:pt x="79936" y="370939"/>
                      <a:pt x="82655" y="368219"/>
                    </a:cubicBezTo>
                    <a:cubicBezTo>
                      <a:pt x="88095" y="365499"/>
                      <a:pt x="93534" y="362780"/>
                      <a:pt x="98973" y="360060"/>
                    </a:cubicBezTo>
                    <a:cubicBezTo>
                      <a:pt x="104413" y="360060"/>
                      <a:pt x="112571" y="357340"/>
                      <a:pt x="118011" y="357340"/>
                    </a:cubicBezTo>
                    <a:cubicBezTo>
                      <a:pt x="126170" y="354621"/>
                      <a:pt x="128890" y="357340"/>
                      <a:pt x="131609" y="351901"/>
                    </a:cubicBezTo>
                    <a:cubicBezTo>
                      <a:pt x="131609" y="349181"/>
                      <a:pt x="131609" y="346462"/>
                      <a:pt x="131609" y="343742"/>
                    </a:cubicBezTo>
                    <a:cubicBezTo>
                      <a:pt x="131609" y="319265"/>
                      <a:pt x="131609" y="294788"/>
                      <a:pt x="131609" y="270311"/>
                    </a:cubicBezTo>
                    <a:cubicBezTo>
                      <a:pt x="131609" y="226797"/>
                      <a:pt x="131609" y="186002"/>
                      <a:pt x="137048" y="145207"/>
                    </a:cubicBezTo>
                    <a:cubicBezTo>
                      <a:pt x="137048" y="139768"/>
                      <a:pt x="137048" y="131609"/>
                      <a:pt x="139768" y="123450"/>
                    </a:cubicBezTo>
                    <a:cubicBezTo>
                      <a:pt x="134329" y="123450"/>
                      <a:pt x="137048" y="123450"/>
                      <a:pt x="123450" y="123450"/>
                    </a:cubicBezTo>
                    <a:cubicBezTo>
                      <a:pt x="120731" y="123450"/>
                      <a:pt x="120731" y="123450"/>
                      <a:pt x="118011" y="123450"/>
                    </a:cubicBezTo>
                    <a:cubicBezTo>
                      <a:pt x="112571" y="123450"/>
                      <a:pt x="107133" y="123450"/>
                      <a:pt x="101693" y="123450"/>
                    </a:cubicBezTo>
                    <a:cubicBezTo>
                      <a:pt x="93534" y="123450"/>
                      <a:pt x="82655" y="120730"/>
                      <a:pt x="74496" y="118011"/>
                    </a:cubicBezTo>
                    <a:cubicBezTo>
                      <a:pt x="6633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3618" y="93534"/>
                    </a:cubicBezTo>
                    <a:cubicBezTo>
                      <a:pt x="66338" y="90814"/>
                      <a:pt x="77216" y="88095"/>
                      <a:pt x="85375" y="85375"/>
                    </a:cubicBezTo>
                    <a:cubicBezTo>
                      <a:pt x="104413" y="82655"/>
                      <a:pt x="128890" y="82655"/>
                      <a:pt x="137048" y="82655"/>
                    </a:cubicBezTo>
                    <a:cubicBezTo>
                      <a:pt x="139768" y="82655"/>
                      <a:pt x="142488" y="82655"/>
                      <a:pt x="147927" y="82655"/>
                    </a:cubicBezTo>
                    <a:cubicBezTo>
                      <a:pt x="153366" y="69057"/>
                      <a:pt x="164245" y="58178"/>
                      <a:pt x="186003" y="58178"/>
                    </a:cubicBezTo>
                    <a:cubicBezTo>
                      <a:pt x="202321" y="58178"/>
                      <a:pt x="215919" y="66337"/>
                      <a:pt x="226797" y="79936"/>
                    </a:cubicBezTo>
                    <a:cubicBezTo>
                      <a:pt x="237676" y="79936"/>
                      <a:pt x="248554" y="79936"/>
                      <a:pt x="253994" y="79936"/>
                    </a:cubicBezTo>
                    <a:cubicBezTo>
                      <a:pt x="267592" y="79936"/>
                      <a:pt x="294789" y="79936"/>
                      <a:pt x="294789" y="96253"/>
                    </a:cubicBezTo>
                    <a:cubicBezTo>
                      <a:pt x="294789" y="104412"/>
                      <a:pt x="289349" y="107132"/>
                      <a:pt x="283910" y="112571"/>
                    </a:cubicBezTo>
                    <a:cubicBezTo>
                      <a:pt x="278471" y="118011"/>
                      <a:pt x="273031" y="120730"/>
                      <a:pt x="267592" y="120730"/>
                    </a:cubicBezTo>
                    <a:cubicBezTo>
                      <a:pt x="259433" y="123450"/>
                      <a:pt x="251274" y="123450"/>
                      <a:pt x="245835" y="123450"/>
                    </a:cubicBezTo>
                    <a:cubicBezTo>
                      <a:pt x="245835" y="123450"/>
                      <a:pt x="243116" y="123450"/>
                      <a:pt x="237676" y="123450"/>
                    </a:cubicBezTo>
                    <a:cubicBezTo>
                      <a:pt x="237676" y="126170"/>
                      <a:pt x="237676" y="126170"/>
                      <a:pt x="240396" y="128889"/>
                    </a:cubicBezTo>
                    <a:cubicBezTo>
                      <a:pt x="245835" y="145207"/>
                      <a:pt x="248554" y="161525"/>
                      <a:pt x="251274" y="177843"/>
                    </a:cubicBezTo>
                    <a:cubicBezTo>
                      <a:pt x="253994" y="194161"/>
                      <a:pt x="253994" y="210479"/>
                      <a:pt x="256714" y="226797"/>
                    </a:cubicBezTo>
                    <a:cubicBezTo>
                      <a:pt x="259433" y="243115"/>
                      <a:pt x="262153" y="256713"/>
                      <a:pt x="262153" y="273031"/>
                    </a:cubicBezTo>
                    <a:cubicBezTo>
                      <a:pt x="262153" y="278470"/>
                      <a:pt x="262153" y="283910"/>
                      <a:pt x="262153" y="289349"/>
                    </a:cubicBezTo>
                    <a:lnTo>
                      <a:pt x="262153" y="297508"/>
                    </a:lnTo>
                    <a:cubicBezTo>
                      <a:pt x="262153" y="305667"/>
                      <a:pt x="262153" y="313826"/>
                      <a:pt x="264872" y="321985"/>
                    </a:cubicBezTo>
                    <a:cubicBezTo>
                      <a:pt x="264872" y="327424"/>
                      <a:pt x="270312" y="330144"/>
                      <a:pt x="270312" y="335583"/>
                    </a:cubicBezTo>
                    <a:cubicBezTo>
                      <a:pt x="270312" y="335583"/>
                      <a:pt x="270312" y="338303"/>
                      <a:pt x="270312" y="338303"/>
                    </a:cubicBezTo>
                    <a:cubicBezTo>
                      <a:pt x="270312" y="341022"/>
                      <a:pt x="270312" y="343742"/>
                      <a:pt x="270312" y="346462"/>
                    </a:cubicBezTo>
                    <a:cubicBezTo>
                      <a:pt x="270312" y="351901"/>
                      <a:pt x="273031" y="354621"/>
                      <a:pt x="278471" y="354621"/>
                    </a:cubicBezTo>
                    <a:cubicBezTo>
                      <a:pt x="289349" y="354621"/>
                      <a:pt x="335584" y="351901"/>
                      <a:pt x="338304" y="349181"/>
                    </a:cubicBezTo>
                    <a:cubicBezTo>
                      <a:pt x="346462" y="349181"/>
                      <a:pt x="357341" y="349181"/>
                      <a:pt x="365500" y="349181"/>
                    </a:cubicBezTo>
                    <a:cubicBezTo>
                      <a:pt x="370939" y="349181"/>
                      <a:pt x="376379" y="349181"/>
                      <a:pt x="381817" y="349181"/>
                    </a:cubicBezTo>
                    <a:cubicBezTo>
                      <a:pt x="387257" y="349181"/>
                      <a:pt x="392697" y="346462"/>
                      <a:pt x="392697" y="338303"/>
                    </a:cubicBezTo>
                    <a:cubicBezTo>
                      <a:pt x="392697" y="330144"/>
                      <a:pt x="389977" y="316545"/>
                      <a:pt x="389977" y="313826"/>
                    </a:cubicBezTo>
                    <a:cubicBezTo>
                      <a:pt x="389977" y="294788"/>
                      <a:pt x="389977" y="278470"/>
                      <a:pt x="392697" y="262152"/>
                    </a:cubicBezTo>
                    <a:cubicBezTo>
                      <a:pt x="392697" y="259433"/>
                      <a:pt x="395416" y="243115"/>
                      <a:pt x="395416" y="224077"/>
                    </a:cubicBezTo>
                    <a:cubicBezTo>
                      <a:pt x="395416" y="207759"/>
                      <a:pt x="398136" y="188722"/>
                      <a:pt x="398136" y="177843"/>
                    </a:cubicBezTo>
                    <a:cubicBezTo>
                      <a:pt x="398136" y="169684"/>
                      <a:pt x="395416" y="158806"/>
                      <a:pt x="395416" y="153366"/>
                    </a:cubicBezTo>
                    <a:cubicBezTo>
                      <a:pt x="395416" y="145207"/>
                      <a:pt x="395416" y="142488"/>
                      <a:pt x="395416" y="137048"/>
                    </a:cubicBezTo>
                    <a:cubicBezTo>
                      <a:pt x="389977" y="137048"/>
                      <a:pt x="384537" y="137048"/>
                      <a:pt x="379098" y="137048"/>
                    </a:cubicBezTo>
                    <a:cubicBezTo>
                      <a:pt x="370939" y="137048"/>
                      <a:pt x="360061" y="134329"/>
                      <a:pt x="351902" y="131609"/>
                    </a:cubicBezTo>
                    <a:cubicBezTo>
                      <a:pt x="343742" y="128889"/>
                      <a:pt x="338304" y="120730"/>
                      <a:pt x="338304" y="115291"/>
                    </a:cubicBezTo>
                    <a:cubicBezTo>
                      <a:pt x="338304" y="112571"/>
                      <a:pt x="338304" y="109852"/>
                      <a:pt x="343742" y="107132"/>
                    </a:cubicBezTo>
                    <a:cubicBezTo>
                      <a:pt x="349182" y="104412"/>
                      <a:pt x="357341" y="101693"/>
                      <a:pt x="362780" y="98973"/>
                    </a:cubicBezTo>
                    <a:cubicBezTo>
                      <a:pt x="373659" y="96253"/>
                      <a:pt x="387257" y="96253"/>
                      <a:pt x="395416" y="96253"/>
                    </a:cubicBezTo>
                    <a:cubicBezTo>
                      <a:pt x="398136" y="93534"/>
                      <a:pt x="400855" y="90814"/>
                      <a:pt x="403575" y="90814"/>
                    </a:cubicBezTo>
                    <a:cubicBezTo>
                      <a:pt x="411734" y="90814"/>
                      <a:pt x="419893" y="88095"/>
                      <a:pt x="422612" y="88095"/>
                    </a:cubicBezTo>
                    <a:cubicBezTo>
                      <a:pt x="425332" y="88095"/>
                      <a:pt x="425332" y="88095"/>
                      <a:pt x="428052" y="88095"/>
                    </a:cubicBezTo>
                    <a:cubicBezTo>
                      <a:pt x="433492" y="88095"/>
                      <a:pt x="441650" y="88095"/>
                      <a:pt x="447090" y="90814"/>
                    </a:cubicBezTo>
                    <a:cubicBezTo>
                      <a:pt x="449809" y="90814"/>
                      <a:pt x="452529" y="93534"/>
                      <a:pt x="455249" y="96253"/>
                    </a:cubicBezTo>
                    <a:cubicBezTo>
                      <a:pt x="482445" y="96253"/>
                      <a:pt x="509642" y="93534"/>
                      <a:pt x="525960" y="93534"/>
                    </a:cubicBezTo>
                    <a:cubicBezTo>
                      <a:pt x="539558" y="93534"/>
                      <a:pt x="561315" y="93534"/>
                      <a:pt x="561315" y="109852"/>
                    </a:cubicBezTo>
                    <a:cubicBezTo>
                      <a:pt x="561315" y="118011"/>
                      <a:pt x="561315" y="120730"/>
                      <a:pt x="555876" y="126170"/>
                    </a:cubicBezTo>
                    <a:cubicBezTo>
                      <a:pt x="550437" y="131609"/>
                      <a:pt x="544997" y="134329"/>
                      <a:pt x="539558" y="134329"/>
                    </a:cubicBezTo>
                    <a:cubicBezTo>
                      <a:pt x="531399" y="137048"/>
                      <a:pt x="523240" y="137048"/>
                      <a:pt x="517800" y="137048"/>
                    </a:cubicBezTo>
                    <a:cubicBezTo>
                      <a:pt x="515081" y="137048"/>
                      <a:pt x="498763" y="137048"/>
                      <a:pt x="477006" y="137048"/>
                    </a:cubicBezTo>
                    <a:cubicBezTo>
                      <a:pt x="479725" y="145207"/>
                      <a:pt x="485165" y="153366"/>
                      <a:pt x="485165" y="161525"/>
                    </a:cubicBezTo>
                    <a:cubicBezTo>
                      <a:pt x="487885" y="177843"/>
                      <a:pt x="493324" y="194161"/>
                      <a:pt x="496043" y="210479"/>
                    </a:cubicBezTo>
                    <a:cubicBezTo>
                      <a:pt x="498763" y="224077"/>
                      <a:pt x="498763" y="237676"/>
                      <a:pt x="501483" y="251274"/>
                    </a:cubicBezTo>
                    <a:cubicBezTo>
                      <a:pt x="504202" y="264872"/>
                      <a:pt x="506922" y="275751"/>
                      <a:pt x="506922" y="292069"/>
                    </a:cubicBezTo>
                    <a:cubicBezTo>
                      <a:pt x="506922" y="302947"/>
                      <a:pt x="506922" y="311106"/>
                      <a:pt x="506922" y="321985"/>
                    </a:cubicBezTo>
                    <a:cubicBezTo>
                      <a:pt x="506922" y="327424"/>
                      <a:pt x="509642" y="335583"/>
                      <a:pt x="509642" y="341022"/>
                    </a:cubicBezTo>
                    <a:cubicBezTo>
                      <a:pt x="509642" y="343742"/>
                      <a:pt x="509642" y="343742"/>
                      <a:pt x="509642" y="343742"/>
                    </a:cubicBezTo>
                    <a:cubicBezTo>
                      <a:pt x="509642" y="349181"/>
                      <a:pt x="515081" y="349181"/>
                      <a:pt x="517800" y="349181"/>
                    </a:cubicBezTo>
                    <a:cubicBezTo>
                      <a:pt x="520520" y="349181"/>
                      <a:pt x="523240" y="349181"/>
                      <a:pt x="528680" y="349181"/>
                    </a:cubicBezTo>
                    <a:cubicBezTo>
                      <a:pt x="536838" y="349181"/>
                      <a:pt x="547717" y="349181"/>
                      <a:pt x="550437" y="357340"/>
                    </a:cubicBezTo>
                    <a:cubicBezTo>
                      <a:pt x="550437" y="360060"/>
                      <a:pt x="550437" y="360060"/>
                      <a:pt x="550437" y="362780"/>
                    </a:cubicBezTo>
                    <a:cubicBezTo>
                      <a:pt x="550437" y="370939"/>
                      <a:pt x="539558" y="381817"/>
                      <a:pt x="534119" y="384537"/>
                    </a:cubicBezTo>
                    <a:cubicBezTo>
                      <a:pt x="531399" y="387257"/>
                      <a:pt x="523240" y="387257"/>
                      <a:pt x="520520" y="389976"/>
                    </a:cubicBezTo>
                    <a:cubicBezTo>
                      <a:pt x="515081" y="389976"/>
                      <a:pt x="512362" y="392696"/>
                      <a:pt x="512362" y="395415"/>
                    </a:cubicBezTo>
                    <a:cubicBezTo>
                      <a:pt x="512362" y="395415"/>
                      <a:pt x="512362" y="398135"/>
                      <a:pt x="512362" y="398135"/>
                    </a:cubicBezTo>
                    <a:cubicBezTo>
                      <a:pt x="512362" y="400855"/>
                      <a:pt x="512362" y="406294"/>
                      <a:pt x="512362" y="409014"/>
                    </a:cubicBezTo>
                    <a:cubicBezTo>
                      <a:pt x="512362" y="411733"/>
                      <a:pt x="512362" y="411733"/>
                      <a:pt x="512362" y="414453"/>
                    </a:cubicBezTo>
                    <a:cubicBezTo>
                      <a:pt x="512362" y="422612"/>
                      <a:pt x="512362" y="430771"/>
                      <a:pt x="512362" y="438930"/>
                    </a:cubicBezTo>
                    <a:cubicBezTo>
                      <a:pt x="512362" y="460687"/>
                      <a:pt x="512362" y="482445"/>
                      <a:pt x="515081" y="504202"/>
                    </a:cubicBezTo>
                    <a:cubicBezTo>
                      <a:pt x="517800" y="525959"/>
                      <a:pt x="520520" y="550436"/>
                      <a:pt x="520520" y="572193"/>
                    </a:cubicBezTo>
                    <a:cubicBezTo>
                      <a:pt x="520520" y="583072"/>
                      <a:pt x="520520" y="593950"/>
                      <a:pt x="517800" y="604829"/>
                    </a:cubicBezTo>
                    <a:cubicBezTo>
                      <a:pt x="515081" y="623867"/>
                      <a:pt x="515081" y="642904"/>
                      <a:pt x="512362" y="661942"/>
                    </a:cubicBezTo>
                    <a:cubicBezTo>
                      <a:pt x="512362" y="664661"/>
                      <a:pt x="509642" y="667381"/>
                      <a:pt x="509642" y="670101"/>
                    </a:cubicBezTo>
                    <a:cubicBezTo>
                      <a:pt x="509642" y="672820"/>
                      <a:pt x="512362" y="678260"/>
                      <a:pt x="512362" y="680979"/>
                    </a:cubicBezTo>
                    <a:cubicBezTo>
                      <a:pt x="512362" y="683699"/>
                      <a:pt x="512362" y="686419"/>
                      <a:pt x="512362" y="686419"/>
                    </a:cubicBezTo>
                    <a:cubicBezTo>
                      <a:pt x="517800" y="680979"/>
                      <a:pt x="528680" y="680979"/>
                      <a:pt x="536838" y="680979"/>
                    </a:cubicBezTo>
                    <a:lnTo>
                      <a:pt x="536838" y="68097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52">
                <a:extLst>
                  <a:ext uri="{FF2B5EF4-FFF2-40B4-BE49-F238E27FC236}">
                    <a16:creationId xmlns:a16="http://schemas.microsoft.com/office/drawing/2014/main" id="{3E9987C9-6BBF-1C44-9278-CBD585F987C5}"/>
                  </a:ext>
                </a:extLst>
              </p:cNvPr>
              <p:cNvSpPr/>
              <p:nvPr/>
            </p:nvSpPr>
            <p:spPr>
              <a:xfrm>
                <a:off x="9592416" y="4192158"/>
                <a:ext cx="516735" cy="761503"/>
              </a:xfrm>
              <a:custGeom>
                <a:avLst/>
                <a:gdLst>
                  <a:gd name="connsiteX0" fmla="*/ 463407 w 516735"/>
                  <a:gd name="connsiteY0" fmla="*/ 194161 h 761503"/>
                  <a:gd name="connsiteX1" fmla="*/ 447089 w 516735"/>
                  <a:gd name="connsiteY1" fmla="*/ 226797 h 761503"/>
                  <a:gd name="connsiteX2" fmla="*/ 430771 w 516735"/>
                  <a:gd name="connsiteY2" fmla="*/ 221357 h 761503"/>
                  <a:gd name="connsiteX3" fmla="*/ 422612 w 516735"/>
                  <a:gd name="connsiteY3" fmla="*/ 207759 h 761503"/>
                  <a:gd name="connsiteX4" fmla="*/ 419893 w 516735"/>
                  <a:gd name="connsiteY4" fmla="*/ 188722 h 761503"/>
                  <a:gd name="connsiteX5" fmla="*/ 419893 w 516735"/>
                  <a:gd name="connsiteY5" fmla="*/ 139768 h 761503"/>
                  <a:gd name="connsiteX6" fmla="*/ 419893 w 516735"/>
                  <a:gd name="connsiteY6" fmla="*/ 120730 h 761503"/>
                  <a:gd name="connsiteX7" fmla="*/ 395416 w 516735"/>
                  <a:gd name="connsiteY7" fmla="*/ 120730 h 761503"/>
                  <a:gd name="connsiteX8" fmla="*/ 370939 w 516735"/>
                  <a:gd name="connsiteY8" fmla="*/ 120730 h 761503"/>
                  <a:gd name="connsiteX9" fmla="*/ 346461 w 516735"/>
                  <a:gd name="connsiteY9" fmla="*/ 123450 h 761503"/>
                  <a:gd name="connsiteX10" fmla="*/ 335583 w 516735"/>
                  <a:gd name="connsiteY10" fmla="*/ 123450 h 761503"/>
                  <a:gd name="connsiteX11" fmla="*/ 335583 w 516735"/>
                  <a:gd name="connsiteY11" fmla="*/ 123450 h 761503"/>
                  <a:gd name="connsiteX12" fmla="*/ 324704 w 516735"/>
                  <a:gd name="connsiteY12" fmla="*/ 128889 h 761503"/>
                  <a:gd name="connsiteX13" fmla="*/ 327424 w 516735"/>
                  <a:gd name="connsiteY13" fmla="*/ 139768 h 761503"/>
                  <a:gd name="connsiteX14" fmla="*/ 330144 w 516735"/>
                  <a:gd name="connsiteY14" fmla="*/ 175123 h 761503"/>
                  <a:gd name="connsiteX15" fmla="*/ 330144 w 516735"/>
                  <a:gd name="connsiteY15" fmla="*/ 199600 h 761503"/>
                  <a:gd name="connsiteX16" fmla="*/ 327424 w 516735"/>
                  <a:gd name="connsiteY16" fmla="*/ 224077 h 761503"/>
                  <a:gd name="connsiteX17" fmla="*/ 330144 w 516735"/>
                  <a:gd name="connsiteY17" fmla="*/ 251274 h 761503"/>
                  <a:gd name="connsiteX18" fmla="*/ 327424 w 516735"/>
                  <a:gd name="connsiteY18" fmla="*/ 278470 h 761503"/>
                  <a:gd name="connsiteX19" fmla="*/ 327424 w 516735"/>
                  <a:gd name="connsiteY19" fmla="*/ 332864 h 761503"/>
                  <a:gd name="connsiteX20" fmla="*/ 330144 w 516735"/>
                  <a:gd name="connsiteY20" fmla="*/ 357340 h 761503"/>
                  <a:gd name="connsiteX21" fmla="*/ 330144 w 516735"/>
                  <a:gd name="connsiteY21" fmla="*/ 368219 h 761503"/>
                  <a:gd name="connsiteX22" fmla="*/ 332863 w 516735"/>
                  <a:gd name="connsiteY22" fmla="*/ 387257 h 761503"/>
                  <a:gd name="connsiteX23" fmla="*/ 332863 w 516735"/>
                  <a:gd name="connsiteY23" fmla="*/ 433491 h 761503"/>
                  <a:gd name="connsiteX24" fmla="*/ 332863 w 516735"/>
                  <a:gd name="connsiteY24" fmla="*/ 487884 h 761503"/>
                  <a:gd name="connsiteX25" fmla="*/ 330144 w 516735"/>
                  <a:gd name="connsiteY25" fmla="*/ 512361 h 761503"/>
                  <a:gd name="connsiteX26" fmla="*/ 330144 w 516735"/>
                  <a:gd name="connsiteY26" fmla="*/ 539557 h 761503"/>
                  <a:gd name="connsiteX27" fmla="*/ 332863 w 516735"/>
                  <a:gd name="connsiteY27" fmla="*/ 593950 h 761503"/>
                  <a:gd name="connsiteX28" fmla="*/ 332863 w 516735"/>
                  <a:gd name="connsiteY28" fmla="*/ 648343 h 761503"/>
                  <a:gd name="connsiteX29" fmla="*/ 332863 w 516735"/>
                  <a:gd name="connsiteY29" fmla="*/ 656502 h 761503"/>
                  <a:gd name="connsiteX30" fmla="*/ 357341 w 516735"/>
                  <a:gd name="connsiteY30" fmla="*/ 656502 h 761503"/>
                  <a:gd name="connsiteX31" fmla="*/ 395416 w 516735"/>
                  <a:gd name="connsiteY31" fmla="*/ 675540 h 761503"/>
                  <a:gd name="connsiteX32" fmla="*/ 389976 w 516735"/>
                  <a:gd name="connsiteY32" fmla="*/ 691858 h 761503"/>
                  <a:gd name="connsiteX33" fmla="*/ 373658 w 516735"/>
                  <a:gd name="connsiteY33" fmla="*/ 700017 h 761503"/>
                  <a:gd name="connsiteX34" fmla="*/ 351901 w 516735"/>
                  <a:gd name="connsiteY34" fmla="*/ 702737 h 761503"/>
                  <a:gd name="connsiteX35" fmla="*/ 319265 w 516735"/>
                  <a:gd name="connsiteY35" fmla="*/ 702737 h 761503"/>
                  <a:gd name="connsiteX36" fmla="*/ 311106 w 516735"/>
                  <a:gd name="connsiteY36" fmla="*/ 708176 h 761503"/>
                  <a:gd name="connsiteX37" fmla="*/ 289349 w 516735"/>
                  <a:gd name="connsiteY37" fmla="*/ 713615 h 761503"/>
                  <a:gd name="connsiteX38" fmla="*/ 270311 w 516735"/>
                  <a:gd name="connsiteY38" fmla="*/ 713615 h 761503"/>
                  <a:gd name="connsiteX39" fmla="*/ 243115 w 516735"/>
                  <a:gd name="connsiteY39" fmla="*/ 705456 h 761503"/>
                  <a:gd name="connsiteX40" fmla="*/ 237675 w 516735"/>
                  <a:gd name="connsiteY40" fmla="*/ 702737 h 761503"/>
                  <a:gd name="connsiteX41" fmla="*/ 199600 w 516735"/>
                  <a:gd name="connsiteY41" fmla="*/ 702737 h 761503"/>
                  <a:gd name="connsiteX42" fmla="*/ 175123 w 516735"/>
                  <a:gd name="connsiteY42" fmla="*/ 702737 h 761503"/>
                  <a:gd name="connsiteX43" fmla="*/ 147927 w 516735"/>
                  <a:gd name="connsiteY43" fmla="*/ 697297 h 761503"/>
                  <a:gd name="connsiteX44" fmla="*/ 131609 w 516735"/>
                  <a:gd name="connsiteY44" fmla="*/ 678260 h 761503"/>
                  <a:gd name="connsiteX45" fmla="*/ 137048 w 516735"/>
                  <a:gd name="connsiteY45" fmla="*/ 670101 h 761503"/>
                  <a:gd name="connsiteX46" fmla="*/ 158805 w 516735"/>
                  <a:gd name="connsiteY46" fmla="*/ 661942 h 761503"/>
                  <a:gd name="connsiteX47" fmla="*/ 199600 w 516735"/>
                  <a:gd name="connsiteY47" fmla="*/ 659222 h 761503"/>
                  <a:gd name="connsiteX48" fmla="*/ 199600 w 516735"/>
                  <a:gd name="connsiteY48" fmla="*/ 659222 h 761503"/>
                  <a:gd name="connsiteX49" fmla="*/ 196880 w 516735"/>
                  <a:gd name="connsiteY49" fmla="*/ 629306 h 761503"/>
                  <a:gd name="connsiteX50" fmla="*/ 199600 w 516735"/>
                  <a:gd name="connsiteY50" fmla="*/ 574913 h 761503"/>
                  <a:gd name="connsiteX51" fmla="*/ 202320 w 516735"/>
                  <a:gd name="connsiteY51" fmla="*/ 523239 h 761503"/>
                  <a:gd name="connsiteX52" fmla="*/ 205040 w 516735"/>
                  <a:gd name="connsiteY52" fmla="*/ 460687 h 761503"/>
                  <a:gd name="connsiteX53" fmla="*/ 205040 w 516735"/>
                  <a:gd name="connsiteY53" fmla="*/ 417173 h 761503"/>
                  <a:gd name="connsiteX54" fmla="*/ 207759 w 516735"/>
                  <a:gd name="connsiteY54" fmla="*/ 392696 h 761503"/>
                  <a:gd name="connsiteX55" fmla="*/ 210478 w 516735"/>
                  <a:gd name="connsiteY55" fmla="*/ 368219 h 761503"/>
                  <a:gd name="connsiteX56" fmla="*/ 210478 w 516735"/>
                  <a:gd name="connsiteY56" fmla="*/ 313826 h 761503"/>
                  <a:gd name="connsiteX57" fmla="*/ 210478 w 516735"/>
                  <a:gd name="connsiteY57" fmla="*/ 259433 h 761503"/>
                  <a:gd name="connsiteX58" fmla="*/ 210478 w 516735"/>
                  <a:gd name="connsiteY58" fmla="*/ 213199 h 761503"/>
                  <a:gd name="connsiteX59" fmla="*/ 210478 w 516735"/>
                  <a:gd name="connsiteY59" fmla="*/ 145207 h 761503"/>
                  <a:gd name="connsiteX60" fmla="*/ 213198 w 516735"/>
                  <a:gd name="connsiteY60" fmla="*/ 131609 h 761503"/>
                  <a:gd name="connsiteX61" fmla="*/ 205040 w 516735"/>
                  <a:gd name="connsiteY61" fmla="*/ 123450 h 761503"/>
                  <a:gd name="connsiteX62" fmla="*/ 161525 w 516735"/>
                  <a:gd name="connsiteY62" fmla="*/ 123450 h 761503"/>
                  <a:gd name="connsiteX63" fmla="*/ 112571 w 516735"/>
                  <a:gd name="connsiteY63" fmla="*/ 120730 h 761503"/>
                  <a:gd name="connsiteX64" fmla="*/ 104412 w 516735"/>
                  <a:gd name="connsiteY64" fmla="*/ 118011 h 761503"/>
                  <a:gd name="connsiteX65" fmla="*/ 107132 w 516735"/>
                  <a:gd name="connsiteY65" fmla="*/ 191441 h 761503"/>
                  <a:gd name="connsiteX66" fmla="*/ 90814 w 516735"/>
                  <a:gd name="connsiteY66" fmla="*/ 224077 h 761503"/>
                  <a:gd name="connsiteX67" fmla="*/ 74496 w 516735"/>
                  <a:gd name="connsiteY67" fmla="*/ 218638 h 761503"/>
                  <a:gd name="connsiteX68" fmla="*/ 66337 w 516735"/>
                  <a:gd name="connsiteY68" fmla="*/ 205040 h 761503"/>
                  <a:gd name="connsiteX69" fmla="*/ 63617 w 516735"/>
                  <a:gd name="connsiteY69" fmla="*/ 186002 h 761503"/>
                  <a:gd name="connsiteX70" fmla="*/ 63617 w 516735"/>
                  <a:gd name="connsiteY70" fmla="*/ 145207 h 761503"/>
                  <a:gd name="connsiteX71" fmla="*/ 63617 w 516735"/>
                  <a:gd name="connsiteY71" fmla="*/ 109852 h 761503"/>
                  <a:gd name="connsiteX72" fmla="*/ 58178 w 516735"/>
                  <a:gd name="connsiteY72" fmla="*/ 96253 h 761503"/>
                  <a:gd name="connsiteX73" fmla="*/ 66337 w 516735"/>
                  <a:gd name="connsiteY73" fmla="*/ 85375 h 761503"/>
                  <a:gd name="connsiteX74" fmla="*/ 93533 w 516735"/>
                  <a:gd name="connsiteY74" fmla="*/ 77216 h 761503"/>
                  <a:gd name="connsiteX75" fmla="*/ 115290 w 516735"/>
                  <a:gd name="connsiteY75" fmla="*/ 77216 h 761503"/>
                  <a:gd name="connsiteX76" fmla="*/ 169684 w 516735"/>
                  <a:gd name="connsiteY76" fmla="*/ 74496 h 761503"/>
                  <a:gd name="connsiteX77" fmla="*/ 194161 w 516735"/>
                  <a:gd name="connsiteY77" fmla="*/ 71776 h 761503"/>
                  <a:gd name="connsiteX78" fmla="*/ 196880 w 516735"/>
                  <a:gd name="connsiteY78" fmla="*/ 71776 h 761503"/>
                  <a:gd name="connsiteX79" fmla="*/ 210478 w 516735"/>
                  <a:gd name="connsiteY79" fmla="*/ 71776 h 761503"/>
                  <a:gd name="connsiteX80" fmla="*/ 218638 w 516735"/>
                  <a:gd name="connsiteY80" fmla="*/ 71776 h 761503"/>
                  <a:gd name="connsiteX81" fmla="*/ 237675 w 516735"/>
                  <a:gd name="connsiteY81" fmla="*/ 60898 h 761503"/>
                  <a:gd name="connsiteX82" fmla="*/ 253993 w 516735"/>
                  <a:gd name="connsiteY82" fmla="*/ 58178 h 761503"/>
                  <a:gd name="connsiteX83" fmla="*/ 283910 w 516735"/>
                  <a:gd name="connsiteY83" fmla="*/ 60898 h 761503"/>
                  <a:gd name="connsiteX84" fmla="*/ 294788 w 516735"/>
                  <a:gd name="connsiteY84" fmla="*/ 66337 h 761503"/>
                  <a:gd name="connsiteX85" fmla="*/ 305667 w 516735"/>
                  <a:gd name="connsiteY85" fmla="*/ 74496 h 761503"/>
                  <a:gd name="connsiteX86" fmla="*/ 313826 w 516735"/>
                  <a:gd name="connsiteY86" fmla="*/ 74496 h 761503"/>
                  <a:gd name="connsiteX87" fmla="*/ 327424 w 516735"/>
                  <a:gd name="connsiteY87" fmla="*/ 74496 h 761503"/>
                  <a:gd name="connsiteX88" fmla="*/ 354621 w 516735"/>
                  <a:gd name="connsiteY88" fmla="*/ 74496 h 761503"/>
                  <a:gd name="connsiteX89" fmla="*/ 422612 w 516735"/>
                  <a:gd name="connsiteY89" fmla="*/ 74496 h 761503"/>
                  <a:gd name="connsiteX90" fmla="*/ 455248 w 516735"/>
                  <a:gd name="connsiteY90" fmla="*/ 79936 h 761503"/>
                  <a:gd name="connsiteX91" fmla="*/ 466127 w 516735"/>
                  <a:gd name="connsiteY91" fmla="*/ 98973 h 761503"/>
                  <a:gd name="connsiteX92" fmla="*/ 463407 w 516735"/>
                  <a:gd name="connsiteY92" fmla="*/ 109852 h 761503"/>
                  <a:gd name="connsiteX93" fmla="*/ 463407 w 516735"/>
                  <a:gd name="connsiteY93" fmla="*/ 120730 h 761503"/>
                  <a:gd name="connsiteX94" fmla="*/ 463407 w 516735"/>
                  <a:gd name="connsiteY94" fmla="*/ 194161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16735" h="761503">
                    <a:moveTo>
                      <a:pt x="463407" y="194161"/>
                    </a:moveTo>
                    <a:cubicBezTo>
                      <a:pt x="463407" y="205040"/>
                      <a:pt x="463407" y="226797"/>
                      <a:pt x="447089" y="226797"/>
                    </a:cubicBezTo>
                    <a:cubicBezTo>
                      <a:pt x="438930" y="226797"/>
                      <a:pt x="436211" y="226797"/>
                      <a:pt x="430771" y="221357"/>
                    </a:cubicBezTo>
                    <a:cubicBezTo>
                      <a:pt x="425332" y="218638"/>
                      <a:pt x="422612" y="210479"/>
                      <a:pt x="422612" y="207759"/>
                    </a:cubicBezTo>
                    <a:cubicBezTo>
                      <a:pt x="419893" y="199600"/>
                      <a:pt x="419893" y="194161"/>
                      <a:pt x="419893" y="188722"/>
                    </a:cubicBezTo>
                    <a:cubicBezTo>
                      <a:pt x="419893" y="183282"/>
                      <a:pt x="419893" y="147927"/>
                      <a:pt x="419893" y="139768"/>
                    </a:cubicBezTo>
                    <a:cubicBezTo>
                      <a:pt x="419893" y="134329"/>
                      <a:pt x="419893" y="128889"/>
                      <a:pt x="419893" y="120730"/>
                    </a:cubicBezTo>
                    <a:cubicBezTo>
                      <a:pt x="411734" y="120730"/>
                      <a:pt x="403574" y="120730"/>
                      <a:pt x="395416" y="120730"/>
                    </a:cubicBezTo>
                    <a:cubicBezTo>
                      <a:pt x="387256" y="120730"/>
                      <a:pt x="379098" y="120730"/>
                      <a:pt x="370939" y="120730"/>
                    </a:cubicBezTo>
                    <a:cubicBezTo>
                      <a:pt x="362780" y="120730"/>
                      <a:pt x="354621" y="123450"/>
                      <a:pt x="346461" y="123450"/>
                    </a:cubicBezTo>
                    <a:cubicBezTo>
                      <a:pt x="343742" y="123450"/>
                      <a:pt x="341023" y="123450"/>
                      <a:pt x="335583" y="123450"/>
                    </a:cubicBezTo>
                    <a:cubicBezTo>
                      <a:pt x="335583" y="123450"/>
                      <a:pt x="335583" y="123450"/>
                      <a:pt x="335583" y="123450"/>
                    </a:cubicBezTo>
                    <a:cubicBezTo>
                      <a:pt x="327424" y="123450"/>
                      <a:pt x="324704" y="126170"/>
                      <a:pt x="324704" y="128889"/>
                    </a:cubicBezTo>
                    <a:cubicBezTo>
                      <a:pt x="324704" y="131609"/>
                      <a:pt x="324704" y="137048"/>
                      <a:pt x="327424" y="139768"/>
                    </a:cubicBezTo>
                    <a:cubicBezTo>
                      <a:pt x="330144" y="147927"/>
                      <a:pt x="330144" y="166964"/>
                      <a:pt x="330144" y="175123"/>
                    </a:cubicBezTo>
                    <a:cubicBezTo>
                      <a:pt x="330144" y="183282"/>
                      <a:pt x="330144" y="191441"/>
                      <a:pt x="330144" y="199600"/>
                    </a:cubicBezTo>
                    <a:cubicBezTo>
                      <a:pt x="330144" y="207759"/>
                      <a:pt x="327424" y="215918"/>
                      <a:pt x="327424" y="224077"/>
                    </a:cubicBezTo>
                    <a:cubicBezTo>
                      <a:pt x="327424" y="232236"/>
                      <a:pt x="330144" y="243115"/>
                      <a:pt x="330144" y="251274"/>
                    </a:cubicBezTo>
                    <a:cubicBezTo>
                      <a:pt x="330144" y="259433"/>
                      <a:pt x="330144" y="267592"/>
                      <a:pt x="327424" y="278470"/>
                    </a:cubicBezTo>
                    <a:cubicBezTo>
                      <a:pt x="327424" y="294788"/>
                      <a:pt x="327424" y="313826"/>
                      <a:pt x="327424" y="332864"/>
                    </a:cubicBezTo>
                    <a:cubicBezTo>
                      <a:pt x="327424" y="341022"/>
                      <a:pt x="327424" y="349181"/>
                      <a:pt x="330144" y="357340"/>
                    </a:cubicBezTo>
                    <a:cubicBezTo>
                      <a:pt x="330144" y="360060"/>
                      <a:pt x="330144" y="365499"/>
                      <a:pt x="330144" y="368219"/>
                    </a:cubicBezTo>
                    <a:cubicBezTo>
                      <a:pt x="330144" y="373658"/>
                      <a:pt x="332863" y="384537"/>
                      <a:pt x="332863" y="387257"/>
                    </a:cubicBezTo>
                    <a:cubicBezTo>
                      <a:pt x="332863" y="406294"/>
                      <a:pt x="332863" y="414453"/>
                      <a:pt x="332863" y="433491"/>
                    </a:cubicBezTo>
                    <a:cubicBezTo>
                      <a:pt x="332863" y="452528"/>
                      <a:pt x="335583" y="468846"/>
                      <a:pt x="332863" y="487884"/>
                    </a:cubicBezTo>
                    <a:cubicBezTo>
                      <a:pt x="332863" y="496043"/>
                      <a:pt x="330144" y="504202"/>
                      <a:pt x="330144" y="512361"/>
                    </a:cubicBezTo>
                    <a:cubicBezTo>
                      <a:pt x="330144" y="520520"/>
                      <a:pt x="330144" y="531398"/>
                      <a:pt x="330144" y="539557"/>
                    </a:cubicBezTo>
                    <a:cubicBezTo>
                      <a:pt x="330144" y="558595"/>
                      <a:pt x="330144" y="574913"/>
                      <a:pt x="332863" y="593950"/>
                    </a:cubicBezTo>
                    <a:cubicBezTo>
                      <a:pt x="332863" y="610268"/>
                      <a:pt x="332863" y="632026"/>
                      <a:pt x="332863" y="648343"/>
                    </a:cubicBezTo>
                    <a:cubicBezTo>
                      <a:pt x="332863" y="651063"/>
                      <a:pt x="332863" y="653783"/>
                      <a:pt x="332863" y="656502"/>
                    </a:cubicBezTo>
                    <a:cubicBezTo>
                      <a:pt x="343742" y="656502"/>
                      <a:pt x="351901" y="656502"/>
                      <a:pt x="357341" y="656502"/>
                    </a:cubicBezTo>
                    <a:cubicBezTo>
                      <a:pt x="370939" y="656502"/>
                      <a:pt x="395416" y="659222"/>
                      <a:pt x="395416" y="675540"/>
                    </a:cubicBezTo>
                    <a:cubicBezTo>
                      <a:pt x="395416" y="683699"/>
                      <a:pt x="392696" y="686419"/>
                      <a:pt x="389976" y="691858"/>
                    </a:cubicBezTo>
                    <a:cubicBezTo>
                      <a:pt x="384537" y="697297"/>
                      <a:pt x="379098" y="700017"/>
                      <a:pt x="373658" y="700017"/>
                    </a:cubicBezTo>
                    <a:cubicBezTo>
                      <a:pt x="365499" y="702737"/>
                      <a:pt x="357341" y="702737"/>
                      <a:pt x="351901" y="702737"/>
                    </a:cubicBezTo>
                    <a:cubicBezTo>
                      <a:pt x="349181" y="702737"/>
                      <a:pt x="335583" y="702737"/>
                      <a:pt x="319265" y="702737"/>
                    </a:cubicBezTo>
                    <a:cubicBezTo>
                      <a:pt x="316546" y="705456"/>
                      <a:pt x="313826" y="705456"/>
                      <a:pt x="311106" y="708176"/>
                    </a:cubicBezTo>
                    <a:cubicBezTo>
                      <a:pt x="302948" y="713615"/>
                      <a:pt x="297508" y="713615"/>
                      <a:pt x="289349" y="713615"/>
                    </a:cubicBezTo>
                    <a:cubicBezTo>
                      <a:pt x="283910" y="713615"/>
                      <a:pt x="278470" y="713615"/>
                      <a:pt x="270311" y="713615"/>
                    </a:cubicBezTo>
                    <a:cubicBezTo>
                      <a:pt x="259433" y="713615"/>
                      <a:pt x="251273" y="710895"/>
                      <a:pt x="243115" y="705456"/>
                    </a:cubicBezTo>
                    <a:cubicBezTo>
                      <a:pt x="240395" y="705456"/>
                      <a:pt x="237675" y="702737"/>
                      <a:pt x="237675" y="702737"/>
                    </a:cubicBezTo>
                    <a:cubicBezTo>
                      <a:pt x="224077" y="702737"/>
                      <a:pt x="213198" y="702737"/>
                      <a:pt x="199600" y="702737"/>
                    </a:cubicBezTo>
                    <a:cubicBezTo>
                      <a:pt x="191441" y="702737"/>
                      <a:pt x="183282" y="702737"/>
                      <a:pt x="175123" y="702737"/>
                    </a:cubicBezTo>
                    <a:cubicBezTo>
                      <a:pt x="166965" y="702737"/>
                      <a:pt x="156085" y="702737"/>
                      <a:pt x="147927" y="697297"/>
                    </a:cubicBezTo>
                    <a:cubicBezTo>
                      <a:pt x="139768" y="694578"/>
                      <a:pt x="131609" y="680979"/>
                      <a:pt x="131609" y="678260"/>
                    </a:cubicBezTo>
                    <a:cubicBezTo>
                      <a:pt x="131609" y="675540"/>
                      <a:pt x="131609" y="672820"/>
                      <a:pt x="137048" y="670101"/>
                    </a:cubicBezTo>
                    <a:cubicBezTo>
                      <a:pt x="142487" y="667381"/>
                      <a:pt x="153366" y="664661"/>
                      <a:pt x="158805" y="661942"/>
                    </a:cubicBezTo>
                    <a:cubicBezTo>
                      <a:pt x="175123" y="659222"/>
                      <a:pt x="191441" y="659222"/>
                      <a:pt x="199600" y="659222"/>
                    </a:cubicBezTo>
                    <a:lnTo>
                      <a:pt x="199600" y="659222"/>
                    </a:lnTo>
                    <a:cubicBezTo>
                      <a:pt x="199600" y="648343"/>
                      <a:pt x="196880" y="640184"/>
                      <a:pt x="196880" y="629306"/>
                    </a:cubicBezTo>
                    <a:cubicBezTo>
                      <a:pt x="196880" y="612988"/>
                      <a:pt x="196880" y="591231"/>
                      <a:pt x="199600" y="574913"/>
                    </a:cubicBezTo>
                    <a:cubicBezTo>
                      <a:pt x="199600" y="558595"/>
                      <a:pt x="199600" y="539557"/>
                      <a:pt x="202320" y="523239"/>
                    </a:cubicBezTo>
                    <a:cubicBezTo>
                      <a:pt x="202320" y="501482"/>
                      <a:pt x="205040" y="482445"/>
                      <a:pt x="205040" y="460687"/>
                    </a:cubicBezTo>
                    <a:cubicBezTo>
                      <a:pt x="205040" y="447089"/>
                      <a:pt x="205040" y="430771"/>
                      <a:pt x="205040" y="417173"/>
                    </a:cubicBezTo>
                    <a:cubicBezTo>
                      <a:pt x="205040" y="409014"/>
                      <a:pt x="207759" y="400855"/>
                      <a:pt x="207759" y="392696"/>
                    </a:cubicBezTo>
                    <a:cubicBezTo>
                      <a:pt x="207759" y="384537"/>
                      <a:pt x="210478" y="376378"/>
                      <a:pt x="210478" y="368219"/>
                    </a:cubicBezTo>
                    <a:cubicBezTo>
                      <a:pt x="210478" y="351901"/>
                      <a:pt x="210478" y="332864"/>
                      <a:pt x="210478" y="313826"/>
                    </a:cubicBezTo>
                    <a:cubicBezTo>
                      <a:pt x="210478" y="294788"/>
                      <a:pt x="210478" y="275751"/>
                      <a:pt x="210478" y="259433"/>
                    </a:cubicBezTo>
                    <a:cubicBezTo>
                      <a:pt x="210478" y="243115"/>
                      <a:pt x="210478" y="226797"/>
                      <a:pt x="210478" y="213199"/>
                    </a:cubicBezTo>
                    <a:cubicBezTo>
                      <a:pt x="210478" y="194161"/>
                      <a:pt x="210478" y="164245"/>
                      <a:pt x="210478" y="145207"/>
                    </a:cubicBezTo>
                    <a:cubicBezTo>
                      <a:pt x="210478" y="139768"/>
                      <a:pt x="213198" y="134329"/>
                      <a:pt x="213198" y="131609"/>
                    </a:cubicBezTo>
                    <a:cubicBezTo>
                      <a:pt x="213198" y="126170"/>
                      <a:pt x="207759" y="123450"/>
                      <a:pt x="205040" y="123450"/>
                    </a:cubicBezTo>
                    <a:cubicBezTo>
                      <a:pt x="199600" y="123450"/>
                      <a:pt x="166965" y="123450"/>
                      <a:pt x="161525" y="123450"/>
                    </a:cubicBezTo>
                    <a:cubicBezTo>
                      <a:pt x="145207" y="123450"/>
                      <a:pt x="128889" y="123450"/>
                      <a:pt x="112571" y="120730"/>
                    </a:cubicBezTo>
                    <a:cubicBezTo>
                      <a:pt x="109852" y="120730"/>
                      <a:pt x="107132" y="120730"/>
                      <a:pt x="104412" y="118011"/>
                    </a:cubicBezTo>
                    <a:cubicBezTo>
                      <a:pt x="107132" y="137048"/>
                      <a:pt x="107132" y="172404"/>
                      <a:pt x="107132" y="191441"/>
                    </a:cubicBezTo>
                    <a:cubicBezTo>
                      <a:pt x="107132" y="202320"/>
                      <a:pt x="107132" y="224077"/>
                      <a:pt x="90814" y="224077"/>
                    </a:cubicBezTo>
                    <a:cubicBezTo>
                      <a:pt x="82655" y="224077"/>
                      <a:pt x="79935" y="221357"/>
                      <a:pt x="74496" y="218638"/>
                    </a:cubicBezTo>
                    <a:cubicBezTo>
                      <a:pt x="69057" y="215918"/>
                      <a:pt x="66337" y="210479"/>
                      <a:pt x="66337" y="205040"/>
                    </a:cubicBezTo>
                    <a:cubicBezTo>
                      <a:pt x="63617" y="196881"/>
                      <a:pt x="63617" y="191441"/>
                      <a:pt x="63617" y="186002"/>
                    </a:cubicBezTo>
                    <a:cubicBezTo>
                      <a:pt x="63617" y="180563"/>
                      <a:pt x="63617" y="153366"/>
                      <a:pt x="63617" y="145207"/>
                    </a:cubicBezTo>
                    <a:cubicBezTo>
                      <a:pt x="63617" y="134329"/>
                      <a:pt x="63617" y="120730"/>
                      <a:pt x="63617" y="109852"/>
                    </a:cubicBezTo>
                    <a:cubicBezTo>
                      <a:pt x="60897" y="104412"/>
                      <a:pt x="58178" y="101693"/>
                      <a:pt x="58178" y="96253"/>
                    </a:cubicBezTo>
                    <a:cubicBezTo>
                      <a:pt x="58178" y="93534"/>
                      <a:pt x="60897" y="88095"/>
                      <a:pt x="66337" y="85375"/>
                    </a:cubicBezTo>
                    <a:cubicBezTo>
                      <a:pt x="74496" y="79936"/>
                      <a:pt x="77215" y="77216"/>
                      <a:pt x="93533" y="77216"/>
                    </a:cubicBezTo>
                    <a:cubicBezTo>
                      <a:pt x="101692" y="77216"/>
                      <a:pt x="109852" y="77216"/>
                      <a:pt x="115290" y="77216"/>
                    </a:cubicBezTo>
                    <a:cubicBezTo>
                      <a:pt x="134328" y="77216"/>
                      <a:pt x="150646" y="77216"/>
                      <a:pt x="169684" y="74496"/>
                    </a:cubicBezTo>
                    <a:cubicBezTo>
                      <a:pt x="177843" y="74496"/>
                      <a:pt x="186002" y="71776"/>
                      <a:pt x="194161" y="71776"/>
                    </a:cubicBezTo>
                    <a:cubicBezTo>
                      <a:pt x="194161" y="71776"/>
                      <a:pt x="196880" y="71776"/>
                      <a:pt x="196880" y="71776"/>
                    </a:cubicBezTo>
                    <a:cubicBezTo>
                      <a:pt x="199600" y="71776"/>
                      <a:pt x="205040" y="71776"/>
                      <a:pt x="210478" y="71776"/>
                    </a:cubicBezTo>
                    <a:cubicBezTo>
                      <a:pt x="213198" y="71776"/>
                      <a:pt x="215918" y="71776"/>
                      <a:pt x="218638" y="71776"/>
                    </a:cubicBezTo>
                    <a:cubicBezTo>
                      <a:pt x="224077" y="69057"/>
                      <a:pt x="229516" y="63618"/>
                      <a:pt x="237675" y="60898"/>
                    </a:cubicBezTo>
                    <a:cubicBezTo>
                      <a:pt x="243115" y="58178"/>
                      <a:pt x="248554" y="58178"/>
                      <a:pt x="253993" y="58178"/>
                    </a:cubicBezTo>
                    <a:cubicBezTo>
                      <a:pt x="264872" y="58178"/>
                      <a:pt x="273031" y="58178"/>
                      <a:pt x="283910" y="60898"/>
                    </a:cubicBezTo>
                    <a:cubicBezTo>
                      <a:pt x="286629" y="60898"/>
                      <a:pt x="292068" y="63618"/>
                      <a:pt x="294788" y="66337"/>
                    </a:cubicBezTo>
                    <a:cubicBezTo>
                      <a:pt x="297508" y="69057"/>
                      <a:pt x="302948" y="71776"/>
                      <a:pt x="305667" y="74496"/>
                    </a:cubicBezTo>
                    <a:cubicBezTo>
                      <a:pt x="308386" y="74496"/>
                      <a:pt x="311106" y="74496"/>
                      <a:pt x="313826" y="74496"/>
                    </a:cubicBezTo>
                    <a:cubicBezTo>
                      <a:pt x="319265" y="74496"/>
                      <a:pt x="321985" y="74496"/>
                      <a:pt x="327424" y="74496"/>
                    </a:cubicBezTo>
                    <a:cubicBezTo>
                      <a:pt x="335583" y="74496"/>
                      <a:pt x="346461" y="74496"/>
                      <a:pt x="354621" y="74496"/>
                    </a:cubicBezTo>
                    <a:cubicBezTo>
                      <a:pt x="376378" y="74496"/>
                      <a:pt x="400855" y="74496"/>
                      <a:pt x="422612" y="74496"/>
                    </a:cubicBezTo>
                    <a:cubicBezTo>
                      <a:pt x="433491" y="74496"/>
                      <a:pt x="447089" y="74496"/>
                      <a:pt x="455248" y="79936"/>
                    </a:cubicBezTo>
                    <a:cubicBezTo>
                      <a:pt x="460687" y="82655"/>
                      <a:pt x="466127" y="90814"/>
                      <a:pt x="466127" y="98973"/>
                    </a:cubicBezTo>
                    <a:cubicBezTo>
                      <a:pt x="466127" y="101693"/>
                      <a:pt x="466127" y="107132"/>
                      <a:pt x="463407" y="109852"/>
                    </a:cubicBezTo>
                    <a:cubicBezTo>
                      <a:pt x="463407" y="112571"/>
                      <a:pt x="463407" y="112571"/>
                      <a:pt x="463407" y="120730"/>
                    </a:cubicBezTo>
                    <a:cubicBezTo>
                      <a:pt x="463407" y="142488"/>
                      <a:pt x="463407" y="172404"/>
                      <a:pt x="463407" y="19416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491E9F99-6F99-7E44-B24D-27C8E656D98D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 rot="16200000">
              <a:off x="10574141" y="4497173"/>
              <a:ext cx="44157" cy="1413011"/>
            </a:xfrm>
            <a:prstGeom prst="rect">
              <a:avLst/>
            </a:prstGeom>
          </p:spPr>
        </p:pic>
      </p:grpSp>
      <p:pic>
        <p:nvPicPr>
          <p:cNvPr id="3" name="Picture 2" descr="Diagram&#10;&#10;Description automatically generated">
            <a:extLst>
              <a:ext uri="{FF2B5EF4-FFF2-40B4-BE49-F238E27FC236}">
                <a16:creationId xmlns:a16="http://schemas.microsoft.com/office/drawing/2014/main" id="{97137987-16EB-447E-A481-8E33DC5BA27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669082" y="5359191"/>
            <a:ext cx="1854273" cy="1066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197148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n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EE9A9CE-0E17-47B6-B3AA-E91053E6699D}"/>
              </a:ext>
            </a:extLst>
          </p:cNvPr>
          <p:cNvGrpSpPr/>
          <p:nvPr userDrawn="1"/>
        </p:nvGrpSpPr>
        <p:grpSpPr>
          <a:xfrm>
            <a:off x="7052978" y="5240354"/>
            <a:ext cx="4681822" cy="1348711"/>
            <a:chOff x="7052978" y="5240354"/>
            <a:chExt cx="4681822" cy="1348711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9413EA83-00B5-1E45-818B-E37D94CAA65A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A6D84BC-9F4C-46D1-BCFD-02C11A706D4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5272DA5A-B0A1-4433-AF19-58D29499701D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010AB75D-54FA-4127-838D-A2CDC911B648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C73C4E44-0B9D-4D7D-A72A-E10AA3E25788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5F17AEE1-933D-430A-938B-044F9EEF7E0F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4A198EB9-1147-497F-9629-D20241548224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C489DA5D-3FDF-41B6-8FEC-3BAA766E6DD2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7AA4C2C-CCD9-4698-B061-F47DE3A46C84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6899E50A-6EE7-43FA-8BC5-A3FC97DE7DC4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AAB6D96F-3061-42BC-92D0-1BF63F8246F4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46E90DD0-D326-4354-B19D-6B25CA8E122A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FC8EBEE1-EF8C-4C52-8690-44C2ACEA5D70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0406D85-B240-4DDD-A872-237D9A7B6040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4692158-F77E-4CC1-B129-4C7D59571AEE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C0135833-3309-460C-8E4A-15D74B05AF6B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25215576-30F2-4AAD-8485-216D0761A724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197F4014-0506-40C3-9D6E-9D29B34F640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2CECD138-51CC-425A-86A7-D780954B759C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2672872F-0F50-4B3B-9CEE-35C229AA0CF9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04A581DD-06BD-44EA-9E2D-8FB253851F92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78E29341-2391-4754-93F4-DE7EF2D3370D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95B7127F-7A53-40C2-B41D-3D96503E3CC7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214B5140-BD02-4841-AF70-6D377E4DF2E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16C21D7B-C520-4401-BFFD-43EA75B9B3F0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DB9B60B4-35FC-49B0-906A-7C704B6B94B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550272F-F181-4670-9AB4-62C5CF01BC3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BF128CAF-7E33-41B3-941E-1DA081A62D07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FC35D844-DD99-4858-9C8F-7E64319ECEC1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B5B50CFE-2A9A-43B6-BAED-D4D319AF496E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3A3220ED-525E-42D0-945D-DABC984A9613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FF9C0273-E1F4-49D7-992B-B560253BF39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C93ECA97-B97C-4583-903C-CA4913633E3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27E45CBE-6678-447C-B516-5E394D02935C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891440AF-BE0A-4FCF-8580-12C0D6978EDB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2824A636-A433-4E44-BCE1-4D747AEE8B2B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BC039864-996D-45FB-8953-B06D02EC1B41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E252413E-95D4-436B-9CDD-1C43CDFDF645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788C5136-65D1-40F1-A383-12AEB2FDD611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9724F851-AB55-47D5-B0E8-62214C52C678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100ABB2F-82B3-4313-9667-9D4CAE736D8E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BF1535FC-5A93-427B-B4B5-A62EC2FC69C2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B88832EF-632C-43A0-AFE1-06D043A20CAF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872BE12F-3FBC-4635-99C7-4788DC937AE2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54" name="Graphic 53">
                <a:extLst>
                  <a:ext uri="{FF2B5EF4-FFF2-40B4-BE49-F238E27FC236}">
                    <a16:creationId xmlns:a16="http://schemas.microsoft.com/office/drawing/2014/main" id="{7044E344-4143-45A0-BB19-DE4ABD7362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85C2B5E0-82FB-4743-8E0E-A5DFB28F41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2874779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CA58538C-6DCE-48AB-8A34-6553092FE476}"/>
              </a:ext>
            </a:extLst>
          </p:cNvPr>
          <p:cNvGrpSpPr/>
          <p:nvPr/>
        </p:nvGrpSpPr>
        <p:grpSpPr bwMode="ltGray">
          <a:xfrm>
            <a:off x="0" y="1"/>
            <a:ext cx="5266036" cy="6858000"/>
            <a:chOff x="0" y="1"/>
            <a:chExt cx="5266036" cy="6858000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84F7992-9D3F-4C17-B64D-6183DCA4456E}"/>
                </a:ext>
              </a:extLst>
            </p:cNvPr>
            <p:cNvSpPr/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connsiteX0" fmla="*/ 0 w 5266036"/>
                <a:gd name="connsiteY0" fmla="*/ 0 h 6858000"/>
                <a:gd name="connsiteX1" fmla="*/ 3014696 w 5266036"/>
                <a:gd name="connsiteY1" fmla="*/ 0 h 6858000"/>
                <a:gd name="connsiteX2" fmla="*/ 3040982 w 5266036"/>
                <a:gd name="connsiteY2" fmla="*/ 11408 h 6858000"/>
                <a:gd name="connsiteX3" fmla="*/ 5250901 w 5266036"/>
                <a:gd name="connsiteY3" fmla="*/ 4085922 h 6858000"/>
                <a:gd name="connsiteX4" fmla="*/ 3435696 w 5266036"/>
                <a:gd name="connsiteY4" fmla="*/ 6839477 h 6858000"/>
                <a:gd name="connsiteX5" fmla="*/ 3398836 w 5266036"/>
                <a:gd name="connsiteY5" fmla="*/ 6858000 h 6858000"/>
                <a:gd name="connsiteX6" fmla="*/ 0 w 5266036"/>
                <a:gd name="connsiteY6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rgbClr val="4F217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68B0534-2EEE-4824-8F44-ACC22A3132AF}"/>
                </a:ext>
              </a:extLst>
            </p:cNvPr>
            <p:cNvSpPr/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connsiteX0" fmla="*/ 94635 w 287275"/>
                <a:gd name="connsiteY0" fmla="*/ 646457 h 1443098"/>
                <a:gd name="connsiteX1" fmla="*/ 110030 w 287275"/>
                <a:gd name="connsiteY1" fmla="*/ 646457 h 1443098"/>
                <a:gd name="connsiteX2" fmla="*/ 176725 w 287275"/>
                <a:gd name="connsiteY2" fmla="*/ 1205691 h 1443098"/>
                <a:gd name="connsiteX3" fmla="*/ 17148 w 287275"/>
                <a:gd name="connsiteY3" fmla="*/ 1435626 h 1443098"/>
                <a:gd name="connsiteX4" fmla="*/ 0 w 287275"/>
                <a:gd name="connsiteY4" fmla="*/ 1443098 h 1443098"/>
                <a:gd name="connsiteX5" fmla="*/ 0 w 287275"/>
                <a:gd name="connsiteY5" fmla="*/ 675806 h 1443098"/>
                <a:gd name="connsiteX6" fmla="*/ 79246 w 287275"/>
                <a:gd name="connsiteY6" fmla="*/ 0 h 1443098"/>
                <a:gd name="connsiteX7" fmla="*/ 161336 w 287275"/>
                <a:gd name="connsiteY7" fmla="*/ 10261 h 1443098"/>
                <a:gd name="connsiteX8" fmla="*/ 145941 w 287275"/>
                <a:gd name="connsiteY8" fmla="*/ 287314 h 1443098"/>
                <a:gd name="connsiteX9" fmla="*/ 62169 w 287275"/>
                <a:gd name="connsiteY9" fmla="*/ 305030 h 1443098"/>
                <a:gd name="connsiteX10" fmla="*/ 0 w 287275"/>
                <a:gd name="connsiteY10" fmla="*/ 311825 h 1443098"/>
                <a:gd name="connsiteX11" fmla="*/ 0 w 287275"/>
                <a:gd name="connsiteY11" fmla="*/ 20391 h 144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9E5AB32-14B9-4441-BD18-CA3B7FA72F4A}"/>
                </a:ext>
              </a:extLst>
            </p:cNvPr>
            <p:cNvSpPr/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309186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000131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16" fmla="*/ 0 w 911379"/>
                <a:gd name="connsiteY16" fmla="*/ 0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0 w 911379"/>
                <a:gd name="connsiteY3" fmla="*/ 3000131 h 3315846"/>
                <a:gd name="connsiteX4" fmla="*/ 0 w 911379"/>
                <a:gd name="connsiteY4" fmla="*/ 0 h 3315846"/>
                <a:gd name="connsiteX5" fmla="*/ 63852 w 911379"/>
                <a:gd name="connsiteY5" fmla="*/ 32258 h 3315846"/>
                <a:gd name="connsiteX6" fmla="*/ 253681 w 911379"/>
                <a:gd name="connsiteY6" fmla="*/ 140003 h 3315846"/>
                <a:gd name="connsiteX7" fmla="*/ 376816 w 911379"/>
                <a:gd name="connsiteY7" fmla="*/ 432445 h 3315846"/>
                <a:gd name="connsiteX8" fmla="*/ 587173 w 911379"/>
                <a:gd name="connsiteY8" fmla="*/ 545318 h 3315846"/>
                <a:gd name="connsiteX9" fmla="*/ 900137 w 911379"/>
                <a:gd name="connsiteY9" fmla="*/ 919855 h 3315846"/>
                <a:gd name="connsiteX10" fmla="*/ 664129 w 911379"/>
                <a:gd name="connsiteY10" fmla="*/ 1284126 h 3315846"/>
                <a:gd name="connsiteX11" fmla="*/ 566651 w 911379"/>
                <a:gd name="connsiteY11" fmla="*/ 1684313 h 3315846"/>
                <a:gd name="connsiteX12" fmla="*/ 304987 w 911379"/>
                <a:gd name="connsiteY12" fmla="*/ 2002411 h 3315846"/>
                <a:gd name="connsiteX13" fmla="*/ 63852 w 911379"/>
                <a:gd name="connsiteY13" fmla="*/ 2489821 h 3315846"/>
                <a:gd name="connsiteX14" fmla="*/ 0 w 911379"/>
                <a:gd name="connsiteY14" fmla="*/ 2599608 h 3315846"/>
                <a:gd name="connsiteX15" fmla="*/ 0 w 911379"/>
                <a:gd name="connsiteY15" fmla="*/ 0 h 3315846"/>
                <a:gd name="connsiteX0" fmla="*/ 0 w 911379"/>
                <a:gd name="connsiteY0" fmla="*/ 3000131 h 3027252"/>
                <a:gd name="connsiteX1" fmla="*/ 9176 w 911379"/>
                <a:gd name="connsiteY1" fmla="*/ 3027252 h 3027252"/>
                <a:gd name="connsiteX2" fmla="*/ 0 w 911379"/>
                <a:gd name="connsiteY2" fmla="*/ 3000131 h 3027252"/>
                <a:gd name="connsiteX3" fmla="*/ 0 w 911379"/>
                <a:gd name="connsiteY3" fmla="*/ 0 h 3027252"/>
                <a:gd name="connsiteX4" fmla="*/ 63852 w 911379"/>
                <a:gd name="connsiteY4" fmla="*/ 32258 h 3027252"/>
                <a:gd name="connsiteX5" fmla="*/ 253681 w 911379"/>
                <a:gd name="connsiteY5" fmla="*/ 140003 h 3027252"/>
                <a:gd name="connsiteX6" fmla="*/ 376816 w 911379"/>
                <a:gd name="connsiteY6" fmla="*/ 432445 h 3027252"/>
                <a:gd name="connsiteX7" fmla="*/ 587173 w 911379"/>
                <a:gd name="connsiteY7" fmla="*/ 545318 h 3027252"/>
                <a:gd name="connsiteX8" fmla="*/ 900137 w 911379"/>
                <a:gd name="connsiteY8" fmla="*/ 919855 h 3027252"/>
                <a:gd name="connsiteX9" fmla="*/ 664129 w 911379"/>
                <a:gd name="connsiteY9" fmla="*/ 1284126 h 3027252"/>
                <a:gd name="connsiteX10" fmla="*/ 566651 w 911379"/>
                <a:gd name="connsiteY10" fmla="*/ 1684313 h 3027252"/>
                <a:gd name="connsiteX11" fmla="*/ 304987 w 911379"/>
                <a:gd name="connsiteY11" fmla="*/ 2002411 h 3027252"/>
                <a:gd name="connsiteX12" fmla="*/ 63852 w 911379"/>
                <a:gd name="connsiteY12" fmla="*/ 2489821 h 3027252"/>
                <a:gd name="connsiteX13" fmla="*/ 0 w 911379"/>
                <a:gd name="connsiteY13" fmla="*/ 2599608 h 3027252"/>
                <a:gd name="connsiteX14" fmla="*/ 0 w 911379"/>
                <a:gd name="connsiteY14" fmla="*/ 0 h 3027252"/>
                <a:gd name="connsiteX0" fmla="*/ 0 w 911379"/>
                <a:gd name="connsiteY0" fmla="*/ 0 h 2599608"/>
                <a:gd name="connsiteX1" fmla="*/ 63852 w 911379"/>
                <a:gd name="connsiteY1" fmla="*/ 32258 h 2599608"/>
                <a:gd name="connsiteX2" fmla="*/ 253681 w 911379"/>
                <a:gd name="connsiteY2" fmla="*/ 140003 h 2599608"/>
                <a:gd name="connsiteX3" fmla="*/ 376816 w 911379"/>
                <a:gd name="connsiteY3" fmla="*/ 432445 h 2599608"/>
                <a:gd name="connsiteX4" fmla="*/ 587173 w 911379"/>
                <a:gd name="connsiteY4" fmla="*/ 545318 h 2599608"/>
                <a:gd name="connsiteX5" fmla="*/ 900137 w 911379"/>
                <a:gd name="connsiteY5" fmla="*/ 919855 h 2599608"/>
                <a:gd name="connsiteX6" fmla="*/ 664129 w 911379"/>
                <a:gd name="connsiteY6" fmla="*/ 1284126 h 2599608"/>
                <a:gd name="connsiteX7" fmla="*/ 566651 w 911379"/>
                <a:gd name="connsiteY7" fmla="*/ 1684313 h 2599608"/>
                <a:gd name="connsiteX8" fmla="*/ 304987 w 911379"/>
                <a:gd name="connsiteY8" fmla="*/ 2002411 h 2599608"/>
                <a:gd name="connsiteX9" fmla="*/ 63852 w 911379"/>
                <a:gd name="connsiteY9" fmla="*/ 2489821 h 2599608"/>
                <a:gd name="connsiteX10" fmla="*/ 0 w 911379"/>
                <a:gd name="connsiteY10" fmla="*/ 2599608 h 2599608"/>
                <a:gd name="connsiteX11" fmla="*/ 0 w 911379"/>
                <a:gd name="connsiteY11" fmla="*/ 0 h 259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D488622-94FE-4C3B-93ED-066BAA75BF59}"/>
                </a:ext>
              </a:extLst>
            </p:cNvPr>
            <p:cNvSpPr/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connsiteX0" fmla="*/ 92869 w 209550"/>
                <a:gd name="connsiteY0" fmla="*/ 7144 h 209550"/>
                <a:gd name="connsiteX1" fmla="*/ 92869 w 209550"/>
                <a:gd name="connsiteY1" fmla="*/ 7144 h 209550"/>
                <a:gd name="connsiteX2" fmla="*/ 7144 w 209550"/>
                <a:gd name="connsiteY2" fmla="*/ 29051 h 209550"/>
                <a:gd name="connsiteX3" fmla="*/ 7144 w 209550"/>
                <a:gd name="connsiteY3" fmla="*/ 30004 h 209550"/>
                <a:gd name="connsiteX4" fmla="*/ 16669 w 209550"/>
                <a:gd name="connsiteY4" fmla="*/ 42386 h 209550"/>
                <a:gd name="connsiteX5" fmla="*/ 25241 w 209550"/>
                <a:gd name="connsiteY5" fmla="*/ 41434 h 209550"/>
                <a:gd name="connsiteX6" fmla="*/ 63341 w 209550"/>
                <a:gd name="connsiteY6" fmla="*/ 165259 h 209550"/>
                <a:gd name="connsiteX7" fmla="*/ 88106 w 209550"/>
                <a:gd name="connsiteY7" fmla="*/ 202406 h 209550"/>
                <a:gd name="connsiteX8" fmla="*/ 105251 w 209550"/>
                <a:gd name="connsiteY8" fmla="*/ 193834 h 209550"/>
                <a:gd name="connsiteX9" fmla="*/ 128111 w 209550"/>
                <a:gd name="connsiteY9" fmla="*/ 149066 h 209550"/>
                <a:gd name="connsiteX10" fmla="*/ 165259 w 209550"/>
                <a:gd name="connsiteY10" fmla="*/ 120491 h 209550"/>
                <a:gd name="connsiteX11" fmla="*/ 92869 w 209550"/>
                <a:gd name="connsiteY11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C0FA815-C9EC-4D30-BDA4-05095D08506E}"/>
                </a:ext>
              </a:extLst>
            </p:cNvPr>
            <p:cNvSpPr/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connsiteX0" fmla="*/ 227806 w 600075"/>
                <a:gd name="connsiteY0" fmla="*/ 7144 h 1085850"/>
                <a:gd name="connsiteX1" fmla="*/ 219234 w 600075"/>
                <a:gd name="connsiteY1" fmla="*/ 18574 h 1085850"/>
                <a:gd name="connsiteX2" fmla="*/ 183039 w 600075"/>
                <a:gd name="connsiteY2" fmla="*/ 66199 h 1085850"/>
                <a:gd name="connsiteX3" fmla="*/ 161131 w 600075"/>
                <a:gd name="connsiteY3" fmla="*/ 73819 h 1085850"/>
                <a:gd name="connsiteX4" fmla="*/ 130651 w 600075"/>
                <a:gd name="connsiteY4" fmla="*/ 63341 h 1085850"/>
                <a:gd name="connsiteX5" fmla="*/ 105886 w 600075"/>
                <a:gd name="connsiteY5" fmla="*/ 57626 h 1085850"/>
                <a:gd name="connsiteX6" fmla="*/ 83979 w 600075"/>
                <a:gd name="connsiteY6" fmla="*/ 113824 h 1085850"/>
                <a:gd name="connsiteX7" fmla="*/ 104934 w 600075"/>
                <a:gd name="connsiteY7" fmla="*/ 173831 h 1085850"/>
                <a:gd name="connsiteX8" fmla="*/ 124936 w 600075"/>
                <a:gd name="connsiteY8" fmla="*/ 167164 h 1085850"/>
                <a:gd name="connsiteX9" fmla="*/ 156369 w 600075"/>
                <a:gd name="connsiteY9" fmla="*/ 135731 h 1085850"/>
                <a:gd name="connsiteX10" fmla="*/ 172561 w 600075"/>
                <a:gd name="connsiteY10" fmla="*/ 151924 h 1085850"/>
                <a:gd name="connsiteX11" fmla="*/ 157321 w 600075"/>
                <a:gd name="connsiteY11" fmla="*/ 202406 h 1085850"/>
                <a:gd name="connsiteX12" fmla="*/ 71596 w 600075"/>
                <a:gd name="connsiteY12" fmla="*/ 252889 h 1085850"/>
                <a:gd name="connsiteX13" fmla="*/ 68739 w 600075"/>
                <a:gd name="connsiteY13" fmla="*/ 294799 h 1085850"/>
                <a:gd name="connsiteX14" fmla="*/ 43021 w 600075"/>
                <a:gd name="connsiteY14" fmla="*/ 356711 h 1085850"/>
                <a:gd name="connsiteX15" fmla="*/ 62071 w 600075"/>
                <a:gd name="connsiteY15" fmla="*/ 370999 h 1085850"/>
                <a:gd name="connsiteX16" fmla="*/ 131604 w 600075"/>
                <a:gd name="connsiteY16" fmla="*/ 313849 h 1085850"/>
                <a:gd name="connsiteX17" fmla="*/ 167799 w 600075"/>
                <a:gd name="connsiteY17" fmla="*/ 295751 h 1085850"/>
                <a:gd name="connsiteX18" fmla="*/ 199231 w 600075"/>
                <a:gd name="connsiteY18" fmla="*/ 308134 h 1085850"/>
                <a:gd name="connsiteX19" fmla="*/ 237331 w 600075"/>
                <a:gd name="connsiteY19" fmla="*/ 320516 h 1085850"/>
                <a:gd name="connsiteX20" fmla="*/ 242094 w 600075"/>
                <a:gd name="connsiteY20" fmla="*/ 320516 h 1085850"/>
                <a:gd name="connsiteX21" fmla="*/ 270669 w 600075"/>
                <a:gd name="connsiteY21" fmla="*/ 291941 h 1085850"/>
                <a:gd name="connsiteX22" fmla="*/ 287814 w 600075"/>
                <a:gd name="connsiteY22" fmla="*/ 270034 h 1085850"/>
                <a:gd name="connsiteX23" fmla="*/ 290671 w 600075"/>
                <a:gd name="connsiteY23" fmla="*/ 270034 h 1085850"/>
                <a:gd name="connsiteX24" fmla="*/ 321151 w 600075"/>
                <a:gd name="connsiteY24" fmla="*/ 304324 h 1085850"/>
                <a:gd name="connsiteX25" fmla="*/ 292576 w 600075"/>
                <a:gd name="connsiteY25" fmla="*/ 355759 h 1085850"/>
                <a:gd name="connsiteX26" fmla="*/ 326866 w 600075"/>
                <a:gd name="connsiteY26" fmla="*/ 416719 h 1085850"/>
                <a:gd name="connsiteX27" fmla="*/ 291624 w 600075"/>
                <a:gd name="connsiteY27" fmla="*/ 428149 h 1085850"/>
                <a:gd name="connsiteX28" fmla="*/ 232569 w 600075"/>
                <a:gd name="connsiteY28" fmla="*/ 418624 h 1085850"/>
                <a:gd name="connsiteX29" fmla="*/ 225901 w 600075"/>
                <a:gd name="connsiteY29" fmla="*/ 418624 h 1085850"/>
                <a:gd name="connsiteX30" fmla="*/ 217329 w 600075"/>
                <a:gd name="connsiteY30" fmla="*/ 418624 h 1085850"/>
                <a:gd name="connsiteX31" fmla="*/ 208756 w 600075"/>
                <a:gd name="connsiteY31" fmla="*/ 418624 h 1085850"/>
                <a:gd name="connsiteX32" fmla="*/ 191611 w 600075"/>
                <a:gd name="connsiteY32" fmla="*/ 415766 h 1085850"/>
                <a:gd name="connsiteX33" fmla="*/ 156369 w 600075"/>
                <a:gd name="connsiteY33" fmla="*/ 390049 h 1085850"/>
                <a:gd name="connsiteX34" fmla="*/ 151606 w 600075"/>
                <a:gd name="connsiteY34" fmla="*/ 390049 h 1085850"/>
                <a:gd name="connsiteX35" fmla="*/ 68739 w 600075"/>
                <a:gd name="connsiteY35" fmla="*/ 433864 h 1085850"/>
                <a:gd name="connsiteX36" fmla="*/ 18256 w 600075"/>
                <a:gd name="connsiteY36" fmla="*/ 501491 h 1085850"/>
                <a:gd name="connsiteX37" fmla="*/ 35401 w 600075"/>
                <a:gd name="connsiteY37" fmla="*/ 668179 h 1085850"/>
                <a:gd name="connsiteX38" fmla="*/ 82074 w 600075"/>
                <a:gd name="connsiteY38" fmla="*/ 683419 h 1085850"/>
                <a:gd name="connsiteX39" fmla="*/ 130651 w 600075"/>
                <a:gd name="connsiteY39" fmla="*/ 678656 h 1085850"/>
                <a:gd name="connsiteX40" fmla="*/ 162084 w 600075"/>
                <a:gd name="connsiteY40" fmla="*/ 676751 h 1085850"/>
                <a:gd name="connsiteX41" fmla="*/ 207804 w 600075"/>
                <a:gd name="connsiteY41" fmla="*/ 731044 h 1085850"/>
                <a:gd name="connsiteX42" fmla="*/ 214471 w 600075"/>
                <a:gd name="connsiteY42" fmla="*/ 812006 h 1085850"/>
                <a:gd name="connsiteX43" fmla="*/ 233521 w 600075"/>
                <a:gd name="connsiteY43" fmla="*/ 892016 h 1085850"/>
                <a:gd name="connsiteX44" fmla="*/ 202089 w 600075"/>
                <a:gd name="connsiteY44" fmla="*/ 1046321 h 1085850"/>
                <a:gd name="connsiteX45" fmla="*/ 223044 w 600075"/>
                <a:gd name="connsiteY45" fmla="*/ 1084421 h 1085850"/>
                <a:gd name="connsiteX46" fmla="*/ 256381 w 600075"/>
                <a:gd name="connsiteY46" fmla="*/ 1060609 h 1085850"/>
                <a:gd name="connsiteX47" fmla="*/ 335439 w 600075"/>
                <a:gd name="connsiteY47" fmla="*/ 977741 h 1085850"/>
                <a:gd name="connsiteX48" fmla="*/ 402114 w 600075"/>
                <a:gd name="connsiteY48" fmla="*/ 823436 h 1085850"/>
                <a:gd name="connsiteX49" fmla="*/ 404971 w 600075"/>
                <a:gd name="connsiteY49" fmla="*/ 746284 h 1085850"/>
                <a:gd name="connsiteX50" fmla="*/ 446881 w 600075"/>
                <a:gd name="connsiteY50" fmla="*/ 645319 h 1085850"/>
                <a:gd name="connsiteX51" fmla="*/ 434499 w 600075"/>
                <a:gd name="connsiteY51" fmla="*/ 600551 h 1085850"/>
                <a:gd name="connsiteX52" fmla="*/ 444024 w 600075"/>
                <a:gd name="connsiteY52" fmla="*/ 549116 h 1085850"/>
                <a:gd name="connsiteX53" fmla="*/ 466884 w 600075"/>
                <a:gd name="connsiteY53" fmla="*/ 499586 h 1085850"/>
                <a:gd name="connsiteX54" fmla="*/ 431641 w 600075"/>
                <a:gd name="connsiteY54" fmla="*/ 443389 h 1085850"/>
                <a:gd name="connsiteX55" fmla="*/ 446881 w 600075"/>
                <a:gd name="connsiteY55" fmla="*/ 440531 h 1085850"/>
                <a:gd name="connsiteX56" fmla="*/ 528796 w 600075"/>
                <a:gd name="connsiteY56" fmla="*/ 591979 h 1085850"/>
                <a:gd name="connsiteX57" fmla="*/ 551656 w 600075"/>
                <a:gd name="connsiteY57" fmla="*/ 634841 h 1085850"/>
                <a:gd name="connsiteX58" fmla="*/ 570706 w 600075"/>
                <a:gd name="connsiteY58" fmla="*/ 602456 h 1085850"/>
                <a:gd name="connsiteX59" fmla="*/ 592614 w 600075"/>
                <a:gd name="connsiteY59" fmla="*/ 519589 h 1085850"/>
                <a:gd name="connsiteX60" fmla="*/ 563086 w 600075"/>
                <a:gd name="connsiteY60" fmla="*/ 356711 h 1085850"/>
                <a:gd name="connsiteX61" fmla="*/ 450691 w 600075"/>
                <a:gd name="connsiteY61" fmla="*/ 161449 h 1085850"/>
                <a:gd name="connsiteX62" fmla="*/ 227806 w 600075"/>
                <a:gd name="connsiteY62" fmla="*/ 7144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F4D19D0-5A2E-4607-8554-BC7B192680F6}"/>
                </a:ext>
              </a:extLst>
            </p:cNvPr>
            <p:cNvSpPr/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connsiteX0" fmla="*/ 192849 w 209550"/>
                <a:gd name="connsiteY0" fmla="*/ 7144 h 409575"/>
                <a:gd name="connsiteX1" fmla="*/ 161417 w 209550"/>
                <a:gd name="connsiteY1" fmla="*/ 45244 h 409575"/>
                <a:gd name="connsiteX2" fmla="*/ 154749 w 209550"/>
                <a:gd name="connsiteY2" fmla="*/ 99536 h 409575"/>
                <a:gd name="connsiteX3" fmla="*/ 120459 w 209550"/>
                <a:gd name="connsiteY3" fmla="*/ 171926 h 409575"/>
                <a:gd name="connsiteX4" fmla="*/ 74739 w 209550"/>
                <a:gd name="connsiteY4" fmla="*/ 258604 h 409575"/>
                <a:gd name="connsiteX5" fmla="*/ 10921 w 209550"/>
                <a:gd name="connsiteY5" fmla="*/ 329089 h 409575"/>
                <a:gd name="connsiteX6" fmla="*/ 9969 w 209550"/>
                <a:gd name="connsiteY6" fmla="*/ 395764 h 409575"/>
                <a:gd name="connsiteX7" fmla="*/ 22351 w 209550"/>
                <a:gd name="connsiteY7" fmla="*/ 407194 h 409575"/>
                <a:gd name="connsiteX8" fmla="*/ 28066 w 209550"/>
                <a:gd name="connsiteY8" fmla="*/ 405289 h 409575"/>
                <a:gd name="connsiteX9" fmla="*/ 42354 w 209550"/>
                <a:gd name="connsiteY9" fmla="*/ 391954 h 409575"/>
                <a:gd name="connsiteX10" fmla="*/ 69976 w 209550"/>
                <a:gd name="connsiteY10" fmla="*/ 351949 h 409575"/>
                <a:gd name="connsiteX11" fmla="*/ 163321 w 209550"/>
                <a:gd name="connsiteY11" fmla="*/ 190024 h 409575"/>
                <a:gd name="connsiteX12" fmla="*/ 199517 w 209550"/>
                <a:gd name="connsiteY12" fmla="*/ 19526 h 409575"/>
                <a:gd name="connsiteX13" fmla="*/ 192849 w 209550"/>
                <a:gd name="connsiteY13" fmla="*/ 7144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7B06B57-87F2-4999-9051-9130D4219140}"/>
                </a:ext>
              </a:extLst>
            </p:cNvPr>
            <p:cNvSpPr/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connsiteX0" fmla="*/ 68197 w 66675"/>
                <a:gd name="connsiteY0" fmla="*/ 7144 h 133350"/>
                <a:gd name="connsiteX1" fmla="*/ 55814 w 66675"/>
                <a:gd name="connsiteY1" fmla="*/ 26194 h 133350"/>
                <a:gd name="connsiteX2" fmla="*/ 8189 w 66675"/>
                <a:gd name="connsiteY2" fmla="*/ 133826 h 133350"/>
                <a:gd name="connsiteX3" fmla="*/ 68197 w 66675"/>
                <a:gd name="connsiteY3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0129EEC-9B42-496F-A2D1-85996ED46E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 anchor="b"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C3C0E5-30C1-434C-9ECA-434F7A55C49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t>Subtitle or Presenter Name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5D173E-5D57-4E49-9216-89CA8D63A957}"/>
              </a:ext>
            </a:extLst>
          </p:cNvPr>
          <p:cNvGrpSpPr/>
          <p:nvPr userDrawn="1"/>
        </p:nvGrpSpPr>
        <p:grpSpPr>
          <a:xfrm>
            <a:off x="790148" y="3529453"/>
            <a:ext cx="2341873" cy="2873794"/>
            <a:chOff x="1079701" y="3783439"/>
            <a:chExt cx="2341873" cy="2873794"/>
          </a:xfrm>
        </p:grpSpPr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0C6D6ACB-7F14-D548-90CA-2CB0B4C9EC93}"/>
                </a:ext>
              </a:extLst>
            </p:cNvPr>
            <p:cNvGrpSpPr/>
            <p:nvPr userDrawn="1"/>
          </p:nvGrpSpPr>
          <p:grpSpPr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697F467C-C3F4-084A-B70E-EF086D1E01A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62" name="Freeform: Shape 11">
                  <a:extLst>
                    <a:ext uri="{FF2B5EF4-FFF2-40B4-BE49-F238E27FC236}">
                      <a16:creationId xmlns:a16="http://schemas.microsoft.com/office/drawing/2014/main" id="{8C742EA0-F779-0C41-90DA-4B4EC5B130F6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: Shape 12">
                  <a:extLst>
                    <a:ext uri="{FF2B5EF4-FFF2-40B4-BE49-F238E27FC236}">
                      <a16:creationId xmlns:a16="http://schemas.microsoft.com/office/drawing/2014/main" id="{F76FC8EE-4ED9-FB4B-9656-3D85E8BDA0C7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: Shape 13">
                  <a:extLst>
                    <a:ext uri="{FF2B5EF4-FFF2-40B4-BE49-F238E27FC236}">
                      <a16:creationId xmlns:a16="http://schemas.microsoft.com/office/drawing/2014/main" id="{9D0EAEC9-2412-3041-8ECB-2CA6471A5E42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: Shape 14">
                  <a:extLst>
                    <a:ext uri="{FF2B5EF4-FFF2-40B4-BE49-F238E27FC236}">
                      <a16:creationId xmlns:a16="http://schemas.microsoft.com/office/drawing/2014/main" id="{231BE6DC-9766-464B-9E22-F12BAAE784F9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: Shape 15">
                  <a:extLst>
                    <a:ext uri="{FF2B5EF4-FFF2-40B4-BE49-F238E27FC236}">
                      <a16:creationId xmlns:a16="http://schemas.microsoft.com/office/drawing/2014/main" id="{9B411F97-8D34-BD46-B795-70A95A388FE6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: Shape 16">
                  <a:extLst>
                    <a:ext uri="{FF2B5EF4-FFF2-40B4-BE49-F238E27FC236}">
                      <a16:creationId xmlns:a16="http://schemas.microsoft.com/office/drawing/2014/main" id="{E5A3F6B6-88B7-C44C-8DB2-DADD07AD8D0E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: Shape 17">
                  <a:extLst>
                    <a:ext uri="{FF2B5EF4-FFF2-40B4-BE49-F238E27FC236}">
                      <a16:creationId xmlns:a16="http://schemas.microsoft.com/office/drawing/2014/main" id="{22B0D3C7-71CF-1C4B-97C4-FB7C5AB4B195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: Shape 18">
                  <a:extLst>
                    <a:ext uri="{FF2B5EF4-FFF2-40B4-BE49-F238E27FC236}">
                      <a16:creationId xmlns:a16="http://schemas.microsoft.com/office/drawing/2014/main" id="{7AD9675C-3169-BC46-99FE-094AF9985E4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: Shape 19">
                  <a:extLst>
                    <a:ext uri="{FF2B5EF4-FFF2-40B4-BE49-F238E27FC236}">
                      <a16:creationId xmlns:a16="http://schemas.microsoft.com/office/drawing/2014/main" id="{281F9C48-460C-F74B-85AE-4B6B4E6CBB25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: Shape 20">
                  <a:extLst>
                    <a:ext uri="{FF2B5EF4-FFF2-40B4-BE49-F238E27FC236}">
                      <a16:creationId xmlns:a16="http://schemas.microsoft.com/office/drawing/2014/main" id="{68198B9C-D99F-184C-9C62-97D6B8D9E8E0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: Shape 21">
                  <a:extLst>
                    <a:ext uri="{FF2B5EF4-FFF2-40B4-BE49-F238E27FC236}">
                      <a16:creationId xmlns:a16="http://schemas.microsoft.com/office/drawing/2014/main" id="{3F59F71C-E46A-3944-8C28-B94561F305E2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: Shape 22">
                  <a:extLst>
                    <a:ext uri="{FF2B5EF4-FFF2-40B4-BE49-F238E27FC236}">
                      <a16:creationId xmlns:a16="http://schemas.microsoft.com/office/drawing/2014/main" id="{4958B603-5E8A-F947-89DE-34E9532F86F5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: Shape 23">
                  <a:extLst>
                    <a:ext uri="{FF2B5EF4-FFF2-40B4-BE49-F238E27FC236}">
                      <a16:creationId xmlns:a16="http://schemas.microsoft.com/office/drawing/2014/main" id="{2EBD9654-3D0E-224D-8F1D-BB2B2203E7A6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: Shape 24">
                  <a:extLst>
                    <a:ext uri="{FF2B5EF4-FFF2-40B4-BE49-F238E27FC236}">
                      <a16:creationId xmlns:a16="http://schemas.microsoft.com/office/drawing/2014/main" id="{B0A49065-D9BA-D546-A270-48B926B3C5CF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: Shape 25">
                  <a:extLst>
                    <a:ext uri="{FF2B5EF4-FFF2-40B4-BE49-F238E27FC236}">
                      <a16:creationId xmlns:a16="http://schemas.microsoft.com/office/drawing/2014/main" id="{FD1ECEAC-B980-B74F-825F-B78514303017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: Shape 26">
                  <a:extLst>
                    <a:ext uri="{FF2B5EF4-FFF2-40B4-BE49-F238E27FC236}">
                      <a16:creationId xmlns:a16="http://schemas.microsoft.com/office/drawing/2014/main" id="{B20F82E1-5282-7245-A846-938C4CC41C1E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: Shape 27">
                  <a:extLst>
                    <a:ext uri="{FF2B5EF4-FFF2-40B4-BE49-F238E27FC236}">
                      <a16:creationId xmlns:a16="http://schemas.microsoft.com/office/drawing/2014/main" id="{A289FAF8-43ED-BF44-AE2E-984D1CD4AD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: Shape 28">
                  <a:extLst>
                    <a:ext uri="{FF2B5EF4-FFF2-40B4-BE49-F238E27FC236}">
                      <a16:creationId xmlns:a16="http://schemas.microsoft.com/office/drawing/2014/main" id="{44DCC158-6B12-C546-A1B6-08F962026AB0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: Shape 29">
                  <a:extLst>
                    <a:ext uri="{FF2B5EF4-FFF2-40B4-BE49-F238E27FC236}">
                      <a16:creationId xmlns:a16="http://schemas.microsoft.com/office/drawing/2014/main" id="{EB6CE732-BACA-114A-8DC2-99449B2FC234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: Shape 30">
                  <a:extLst>
                    <a:ext uri="{FF2B5EF4-FFF2-40B4-BE49-F238E27FC236}">
                      <a16:creationId xmlns:a16="http://schemas.microsoft.com/office/drawing/2014/main" id="{06EAC50B-B97F-4B4F-A402-4AFA5BCCF02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: Shape 31">
                  <a:extLst>
                    <a:ext uri="{FF2B5EF4-FFF2-40B4-BE49-F238E27FC236}">
                      <a16:creationId xmlns:a16="http://schemas.microsoft.com/office/drawing/2014/main" id="{A7E38090-0F98-6146-B747-2EECECA16E4B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: Shape 32">
                  <a:extLst>
                    <a:ext uri="{FF2B5EF4-FFF2-40B4-BE49-F238E27FC236}">
                      <a16:creationId xmlns:a16="http://schemas.microsoft.com/office/drawing/2014/main" id="{2BEE1327-5B91-E74C-AE88-4AF21D058D47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: Shape 33">
                  <a:extLst>
                    <a:ext uri="{FF2B5EF4-FFF2-40B4-BE49-F238E27FC236}">
                      <a16:creationId xmlns:a16="http://schemas.microsoft.com/office/drawing/2014/main" id="{D80ACD0B-D08A-C64A-A73E-D433898066D3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: Shape 34">
                  <a:extLst>
                    <a:ext uri="{FF2B5EF4-FFF2-40B4-BE49-F238E27FC236}">
                      <a16:creationId xmlns:a16="http://schemas.microsoft.com/office/drawing/2014/main" id="{CBAB3404-C101-EB41-87B9-283470BD670D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: Shape 35">
                  <a:extLst>
                    <a:ext uri="{FF2B5EF4-FFF2-40B4-BE49-F238E27FC236}">
                      <a16:creationId xmlns:a16="http://schemas.microsoft.com/office/drawing/2014/main" id="{A45ACFDC-F233-F745-926B-818D3245D53C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: Shape 36">
                  <a:extLst>
                    <a:ext uri="{FF2B5EF4-FFF2-40B4-BE49-F238E27FC236}">
                      <a16:creationId xmlns:a16="http://schemas.microsoft.com/office/drawing/2014/main" id="{6262F867-CBC5-BF4E-9F8C-80BC2D0BAA3C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: Shape 37">
                  <a:extLst>
                    <a:ext uri="{FF2B5EF4-FFF2-40B4-BE49-F238E27FC236}">
                      <a16:creationId xmlns:a16="http://schemas.microsoft.com/office/drawing/2014/main" id="{958BBB31-7CB6-6749-A1DA-F0130E2188ED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: Shape 38">
                  <a:extLst>
                    <a:ext uri="{FF2B5EF4-FFF2-40B4-BE49-F238E27FC236}">
                      <a16:creationId xmlns:a16="http://schemas.microsoft.com/office/drawing/2014/main" id="{4F1250B0-571E-4A42-BC79-5A4379D4C074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: Shape 39">
                  <a:extLst>
                    <a:ext uri="{FF2B5EF4-FFF2-40B4-BE49-F238E27FC236}">
                      <a16:creationId xmlns:a16="http://schemas.microsoft.com/office/drawing/2014/main" id="{40233F7D-8399-3642-8D68-A6CD37D3A58C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: Shape 40">
                  <a:extLst>
                    <a:ext uri="{FF2B5EF4-FFF2-40B4-BE49-F238E27FC236}">
                      <a16:creationId xmlns:a16="http://schemas.microsoft.com/office/drawing/2014/main" id="{B041A5C4-CF08-CE44-A11C-377081DC3D0B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: Shape 41">
                  <a:extLst>
                    <a:ext uri="{FF2B5EF4-FFF2-40B4-BE49-F238E27FC236}">
                      <a16:creationId xmlns:a16="http://schemas.microsoft.com/office/drawing/2014/main" id="{25F476AA-CAD6-6649-B04B-DFED2003BFC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: Shape 42">
                  <a:extLst>
                    <a:ext uri="{FF2B5EF4-FFF2-40B4-BE49-F238E27FC236}">
                      <a16:creationId xmlns:a16="http://schemas.microsoft.com/office/drawing/2014/main" id="{7B6E4CD2-EB73-8942-8215-51DD2BD0A0E8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: Shape 43">
                  <a:extLst>
                    <a:ext uri="{FF2B5EF4-FFF2-40B4-BE49-F238E27FC236}">
                      <a16:creationId xmlns:a16="http://schemas.microsoft.com/office/drawing/2014/main" id="{C0B76195-E76C-F749-A3D0-7CA2C3B035A0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: Shape 44">
                  <a:extLst>
                    <a:ext uri="{FF2B5EF4-FFF2-40B4-BE49-F238E27FC236}">
                      <a16:creationId xmlns:a16="http://schemas.microsoft.com/office/drawing/2014/main" id="{485B6ADE-DA92-1D4B-B4A5-B006252C3DAD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: Shape 45">
                  <a:extLst>
                    <a:ext uri="{FF2B5EF4-FFF2-40B4-BE49-F238E27FC236}">
                      <a16:creationId xmlns:a16="http://schemas.microsoft.com/office/drawing/2014/main" id="{7356456E-81FE-E848-9A81-0A2EA710E105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: Shape 46">
                  <a:extLst>
                    <a:ext uri="{FF2B5EF4-FFF2-40B4-BE49-F238E27FC236}">
                      <a16:creationId xmlns:a16="http://schemas.microsoft.com/office/drawing/2014/main" id="{8215E30C-AFB2-434A-968F-C3E59676BBD0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: Shape 47">
                  <a:extLst>
                    <a:ext uri="{FF2B5EF4-FFF2-40B4-BE49-F238E27FC236}">
                      <a16:creationId xmlns:a16="http://schemas.microsoft.com/office/drawing/2014/main" id="{BE3AD4FD-B93D-4B4F-AECB-B9316232F5E7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: Shape 48">
                  <a:extLst>
                    <a:ext uri="{FF2B5EF4-FFF2-40B4-BE49-F238E27FC236}">
                      <a16:creationId xmlns:a16="http://schemas.microsoft.com/office/drawing/2014/main" id="{633CCB05-4DDD-B74C-BC6C-6EDD1968928A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: Shape 49">
                  <a:extLst>
                    <a:ext uri="{FF2B5EF4-FFF2-40B4-BE49-F238E27FC236}">
                      <a16:creationId xmlns:a16="http://schemas.microsoft.com/office/drawing/2014/main" id="{2183CC05-0724-7445-9B38-82F70D2869E6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: Shape 50">
                  <a:extLst>
                    <a:ext uri="{FF2B5EF4-FFF2-40B4-BE49-F238E27FC236}">
                      <a16:creationId xmlns:a16="http://schemas.microsoft.com/office/drawing/2014/main" id="{A0F9848E-41F9-B14C-AFEC-D7EF3932C9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: Shape 51">
                  <a:extLst>
                    <a:ext uri="{FF2B5EF4-FFF2-40B4-BE49-F238E27FC236}">
                      <a16:creationId xmlns:a16="http://schemas.microsoft.com/office/drawing/2014/main" id="{6996829A-6380-4F42-9E8B-50D6FA13DC56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: Shape 52">
                  <a:extLst>
                    <a:ext uri="{FF2B5EF4-FFF2-40B4-BE49-F238E27FC236}">
                      <a16:creationId xmlns:a16="http://schemas.microsoft.com/office/drawing/2014/main" id="{0A26A24B-BA37-854F-A69F-FB15C53234D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0" name="Graphic 59">
                <a:extLst>
                  <a:ext uri="{FF2B5EF4-FFF2-40B4-BE49-F238E27FC236}">
                    <a16:creationId xmlns:a16="http://schemas.microsoft.com/office/drawing/2014/main" id="{750A49FB-166A-B542-9652-3DABA5FC9284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61" name="Picture 60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6F870CAA-8501-4BFA-87C1-33959B70639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1079701" y="5317790"/>
              <a:ext cx="2341873" cy="133944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0778489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71D965E-4C58-47A3-8D87-9119AC8962E8}"/>
              </a:ext>
            </a:extLst>
          </p:cNvPr>
          <p:cNvSpPr/>
          <p:nvPr/>
        </p:nvSpPr>
        <p:spPr bwMode="white">
          <a:xfrm>
            <a:off x="1" y="0"/>
            <a:ext cx="5538665" cy="6858000"/>
          </a:xfrm>
          <a:custGeom>
            <a:avLst/>
            <a:gdLst>
              <a:gd name="connsiteX0" fmla="*/ 0 w 5538665"/>
              <a:gd name="connsiteY0" fmla="*/ 0 h 6853445"/>
              <a:gd name="connsiteX1" fmla="*/ 3789661 w 5538665"/>
              <a:gd name="connsiteY1" fmla="*/ 0 h 6853445"/>
              <a:gd name="connsiteX2" fmla="*/ 3864039 w 5538665"/>
              <a:gd name="connsiteY2" fmla="*/ 48915 h 6853445"/>
              <a:gd name="connsiteX3" fmla="*/ 5522925 w 5538665"/>
              <a:gd name="connsiteY3" fmla="*/ 3895777 h 6853445"/>
              <a:gd name="connsiteX4" fmla="*/ 3442584 w 5538665"/>
              <a:gd name="connsiteY4" fmla="*/ 6852853 h 6853445"/>
              <a:gd name="connsiteX5" fmla="*/ 3441243 w 5538665"/>
              <a:gd name="connsiteY5" fmla="*/ 6853445 h 6853445"/>
              <a:gd name="connsiteX6" fmla="*/ 0 w 5538665"/>
              <a:gd name="connsiteY6" fmla="*/ 6853445 h 6853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close/>
              </a:path>
            </a:pathLst>
          </a:custGeom>
          <a:solidFill>
            <a:srgbClr val="2D6EAA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0008707-373C-4868-B058-05072F020C5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r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2327758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Arrow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30312BD-1466-44B1-91B9-A5BC6B67C99E}"/>
              </a:ext>
            </a:extLst>
          </p:cNvPr>
          <p:cNvSpPr/>
          <p:nvPr/>
        </p:nvSpPr>
        <p:spPr bwMode="white">
          <a:xfrm>
            <a:off x="0" y="271458"/>
            <a:ext cx="5590219" cy="6586542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>
              <a:solidFill>
                <a:schemeClr val="bg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DC7C04E-5ED8-4EA9-8321-1C3F398CE0C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752264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F4730513-B885-49F0-9C17-F45E71DFE844}"/>
              </a:ext>
            </a:extLst>
          </p:cNvPr>
          <p:cNvSpPr/>
          <p:nvPr/>
        </p:nvSpPr>
        <p:spPr bwMode="white">
          <a:xfrm>
            <a:off x="0" y="0"/>
            <a:ext cx="6003366" cy="6105046"/>
          </a:xfrm>
          <a:custGeom>
            <a:avLst/>
            <a:gdLst>
              <a:gd name="connsiteX0" fmla="*/ 0 w 6003366"/>
              <a:gd name="connsiteY0" fmla="*/ 0 h 6105046"/>
              <a:gd name="connsiteX1" fmla="*/ 4639238 w 6003366"/>
              <a:gd name="connsiteY1" fmla="*/ 0 h 6105046"/>
              <a:gd name="connsiteX2" fmla="*/ 4663657 w 6003366"/>
              <a:gd name="connsiteY2" fmla="*/ 38495 h 6105046"/>
              <a:gd name="connsiteX3" fmla="*/ 5718321 w 6003366"/>
              <a:gd name="connsiteY3" fmla="*/ 1734501 h 6105046"/>
              <a:gd name="connsiteX4" fmla="*/ 6003366 w 6003366"/>
              <a:gd name="connsiteY4" fmla="*/ 2432867 h 6105046"/>
              <a:gd name="connsiteX5" fmla="*/ 5775330 w 6003366"/>
              <a:gd name="connsiteY5" fmla="*/ 3131218 h 6105046"/>
              <a:gd name="connsiteX6" fmla="*/ 4449866 w 6003366"/>
              <a:gd name="connsiteY6" fmla="*/ 5696617 h 6105046"/>
              <a:gd name="connsiteX7" fmla="*/ 4250335 w 6003366"/>
              <a:gd name="connsiteY7" fmla="*/ 5981661 h 6105046"/>
              <a:gd name="connsiteX8" fmla="*/ 3780019 w 6003366"/>
              <a:gd name="connsiteY8" fmla="*/ 6095679 h 6105046"/>
              <a:gd name="connsiteX9" fmla="*/ 1171855 w 6003366"/>
              <a:gd name="connsiteY9" fmla="*/ 6081434 h 6105046"/>
              <a:gd name="connsiteX10" fmla="*/ 459244 w 6003366"/>
              <a:gd name="connsiteY10" fmla="*/ 5967416 h 6105046"/>
              <a:gd name="connsiteX11" fmla="*/ 58904 w 6003366"/>
              <a:gd name="connsiteY11" fmla="*/ 5687075 h 6105046"/>
              <a:gd name="connsiteX12" fmla="*/ 0 w 6003366"/>
              <a:gd name="connsiteY12" fmla="*/ 5620135 h 610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>
              <a:solidFill>
                <a:schemeClr val="bg1"/>
              </a:solidFill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C95E134-4758-4A15-97D4-E85BCD1919D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0662834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A6159-B06A-4786-B440-2BBF2AD8C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 anchor="b"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1094D5-7DA6-4745-8DC9-C1C7B6A3584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7117347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815957391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396081A5-CC68-3749-92DD-0713CB18A3A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925094"/>
            <a:ext cx="4038600" cy="5094706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319549105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_PICTURE-Righ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81001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3" name="Picture Placeholder 10">
            <a:extLst>
              <a:ext uri="{FF2B5EF4-FFF2-40B4-BE49-F238E27FC236}">
                <a16:creationId xmlns:a16="http://schemas.microsoft.com/office/drawing/2014/main" id="{6DFC5067-DE54-C349-860C-669CD7C115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8142464" y="914400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240992380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_LightGray_Full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81001" y="914400"/>
            <a:ext cx="11430000" cy="5105400"/>
          </a:xfrm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89314156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6CF7A3-C01B-4858-95E5-B008688EC0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C0B5B2-035E-4875-9E0B-65D7693B97EB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1C9F57-0475-48B8-B2C4-3C1B844EB79F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8D6859-D53D-4387-B548-092AE9664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800914-2B16-461D-99E1-47F2640247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A110C2F-EFB2-4168-86BE-C3ABA04BA6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7955744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081126-3DF6-4AE2-A8AE-6034E9AA39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DE021F4-C37C-4B7E-96F0-1DCC629673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343FD06-8A80-436E-AAD0-0B4CC79FE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B54BFCC-9FE5-4526-91E6-920CEB623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AA6A50-CF51-470A-8339-2A98B229115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EC50042C-8E0C-40C9-A488-3584EFC873E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E85AC529-F215-45F0-A438-817CEBA3DFFA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2502494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I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D82B1C-9D1C-470A-8DAC-872C6F3CE1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D815023-C126-4128-BC8F-1BB4CB113E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CFFE3BA-31F8-4FB8-B78F-6C12DFB24A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CDE704-6759-4C07-BC57-03EACFFCB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6681035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1140686855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I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36DCD65-4054-4059-9788-175B50658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10/29/2026</a:t>
            </a:fld>
            <a:endParaRPr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09CC7B-BD5E-4DEB-98F7-581E73AB0D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B1890A-9F5B-4D33-B25B-84BA80C93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439806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63F8DDC-ACF7-4A20-8541-378AD67A6BE4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0972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C2924F1-A0DC-49D4-96C4-A482D4DF75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A32D13B-5124-4E72-BA9F-FE8C6BFCCC0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77200" y="6301124"/>
            <a:ext cx="914400" cy="158954"/>
          </a:xfrm>
        </p:spPr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FA0BBFE-DFC3-45FF-B281-F9BC65C1B4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39983" y="6307160"/>
            <a:ext cx="3124200" cy="153759"/>
          </a:xfrm>
        </p:spPr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7E582E-199C-40D6-A654-4D49AF0C7D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420883" y="6301966"/>
            <a:ext cx="306083" cy="158953"/>
          </a:xfrm>
        </p:spPr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7104F46-245D-486A-B90A-2D0951EDC2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29098" y="1447800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EF7030FC-3432-442B-80CB-FA420E440C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D6B7F4B-2B1B-4CC9-B4BE-A27597837E2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36576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F9C56AD-BDF6-4DD3-BCC6-F6A6E7ADA30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73152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496B66A-C9C8-4EFF-BA75-71E32A9E0DBD}"/>
              </a:ext>
            </a:extLst>
          </p:cNvPr>
          <p:cNvGrpSpPr/>
          <p:nvPr userDrawn="1"/>
        </p:nvGrpSpPr>
        <p:grpSpPr>
          <a:xfrm>
            <a:off x="9592777" y="6126470"/>
            <a:ext cx="2217276" cy="638739"/>
            <a:chOff x="7052978" y="5240354"/>
            <a:chExt cx="4681822" cy="134871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CCD5E401-67B4-47E0-B85E-0A46F838C84E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64" name="Group 63">
                <a:extLst>
                  <a:ext uri="{FF2B5EF4-FFF2-40B4-BE49-F238E27FC236}">
                    <a16:creationId xmlns:a16="http://schemas.microsoft.com/office/drawing/2014/main" id="{1CAFC49E-9DF3-4D79-92B5-26E2DD3720F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B7625452-BE51-4758-9E91-5C88A6291AB3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5D7E21F1-E337-44F6-B961-D992E07EA083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B76E689-2E5D-4244-8711-DCC06213E627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BB4C2D0A-82BF-4601-91FA-991E47C14DD5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94CCA0-1FF5-4499-B846-32A1D7EBC1E4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3F5B005D-F083-4DB8-AB22-7C1987985ED3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70DDFB2B-3E14-4CFF-96FF-06C13EB9D8AD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20E9DE9A-F6C6-4947-9FB5-EB76E5ED67C3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6EFDD09-35DD-49AA-A816-A4835751B301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1B4831AE-7281-4BF4-9260-C93CCEEB36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A851D3EC-987A-4860-BA0C-CA406BBB2E77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4FCBED95-92BF-461C-8934-85D5DAD28750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DDEB2BD-B348-40AC-B677-819BDF1F9C13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93981A61-C7B6-444D-AD8B-F6A000C695F0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E4A0785C-C565-43AE-9770-02E54ACE2E92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EF018F78-3C16-40EC-9499-91709BC9B24B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7F1586B-F622-41B9-9A05-65DB881F4B23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858D4097-4229-4779-A6DC-0A9866E1FFC7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88DEFE54-9FC5-4DFD-82BC-DA65A2694425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9BC0F1E5-0C9E-4FED-A302-2F8BA84F5920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CD6CAEEB-7EF1-489F-9DD7-99EF765957AA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9731D7E8-54AC-4DBC-B7CF-3933841A5F4A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1503EF95-BE05-4CA3-B7FB-F1DFD74D23EA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9DA2391E-973D-486F-A4CC-425BD156F86D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9557F38E-75E4-4A01-94EB-4320F26D155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FDABE5C-AC88-4A6F-BE8F-96BF19C86FD3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0768CAD9-580F-416A-B4FA-A2B45CAF3424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2FB0554F-3C5E-4B7E-A0E2-A466111E8984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36F507B1-447A-4BB9-916F-324BCB2D5E5B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ACF53769-F4A3-4B49-89D6-07C54E8CEBA1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BA241F6-DBFD-402D-9EAE-F6A27F9C9A75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4E153137-00A3-4E23-9FE2-87C713534D76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4258A208-5038-4E92-AE8F-FC22774DC3BA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1A9FC851-E515-439C-B1F4-097CD2D2DA15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8A2D2937-EA4C-46F0-B30D-5BC3219416BB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C0D447C1-FCC9-45FA-B708-C46D93FE12C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720A281F-9EA0-4D1F-A96B-B79AE699F05A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858FDDF3-B04F-44DD-840A-D2C8ECA1A0CC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66F30D1B-0E53-41CF-B520-74FD721FEE2B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D32DE67F-29B8-4F0A-9959-F3E9BEB5E548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3BD3A72F-04AB-4D1A-9C3B-0FB77049F320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833ED0F9-5BAB-4134-9F73-83BBEE9A13D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65" name="Graphic 64">
                <a:extLst>
                  <a:ext uri="{FF2B5EF4-FFF2-40B4-BE49-F238E27FC236}">
                    <a16:creationId xmlns:a16="http://schemas.microsoft.com/office/drawing/2014/main" id="{B62AACDE-64C4-4803-BB30-19E9D59550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63" name="Picture 62" descr="Diagram&#10;&#10;Description automatically generated">
              <a:extLst>
                <a:ext uri="{FF2B5EF4-FFF2-40B4-BE49-F238E27FC236}">
                  <a16:creationId xmlns:a16="http://schemas.microsoft.com/office/drawing/2014/main" id="{BBFA1955-18C2-4D48-896F-91199911A9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874973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A2733906-1C03-4012-B214-1CE93389DA7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AEA02C-1880-4C71-86A6-34ED8A672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20C5055-7E08-43F9-85F7-AF9A137CF04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79029F35-3026-2742-AE90-C20806B60A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77200" y="6301124"/>
            <a:ext cx="914400" cy="158954"/>
          </a:xfrm>
        </p:spPr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55FB9CC5-FD8E-304D-BE2F-83C609B481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39983" y="6307160"/>
            <a:ext cx="3124200" cy="153759"/>
          </a:xfrm>
        </p:spPr>
        <p:txBody>
          <a:bodyPr/>
          <a:lstStyle/>
          <a:p>
            <a:endParaRPr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30CD7821-56B1-2A4F-98C3-2191450FC3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420883" y="6301966"/>
            <a:ext cx="306083" cy="158953"/>
          </a:xfrm>
        </p:spPr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0233F6A-D8F4-4454-B048-130D125BFC55}"/>
              </a:ext>
            </a:extLst>
          </p:cNvPr>
          <p:cNvGrpSpPr/>
          <p:nvPr userDrawn="1"/>
        </p:nvGrpSpPr>
        <p:grpSpPr>
          <a:xfrm>
            <a:off x="9592777" y="6126470"/>
            <a:ext cx="2217276" cy="638739"/>
            <a:chOff x="7052978" y="5240354"/>
            <a:chExt cx="4681822" cy="1348711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6F491C43-5FB1-4E70-B4F5-6728F0BBC4AF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F2114517-E358-4AED-B58A-18EBE6D527D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9A2C127F-9BF1-4B58-9046-BAB74089C990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64BB411-BF0F-487E-8CE1-E74C0F427DF4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9D73403A-1BBD-451D-BB35-C85FC5FBED50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2E6A1899-972A-4E4B-92A7-541C21D975F0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ED561793-B601-4FBE-8B78-96D52AE1A3D0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5DA78E82-86DF-41A7-9EA8-006413305240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3DF41B1D-E150-42B5-8BEF-049A95E84C22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1FC62B2B-A06F-4010-BAFD-B8535E6DD6D4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B091D453-8540-42D8-9FED-7B712458B7C9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43D7F1D0-43F0-4353-ABB7-B3AE61B86825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C49F678F-CB3A-4DA7-A990-709044785C1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6DDED2DE-1596-4A30-9742-35A44B2A8DC7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0993C473-3449-426F-A6B6-A722F40B46F1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DB83E6C5-CEA4-4186-9AA5-F9AC85D1ECE8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CA28692A-FD4D-4748-8992-F63026811B85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8204F6B6-F0CF-43C0-994E-740D2BE11547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5B78D677-24D5-4A02-BE4D-B783C0C21E53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C88D5F6-20F5-4BA9-A0B4-FA6C7565AA9D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CD2B6259-579D-4181-8643-6CF345CD8DE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43BD66C8-7ECF-4358-A768-A0F6B2F09378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228C1249-4DBB-4F25-9423-1401CDFF6FE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7D68D8F-4EED-44C0-8530-464EA76DB964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F146BDC4-C88F-49FA-A273-C03FC594F94D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807E82E8-43FC-4229-9A7A-8507C4E875A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ADA1214D-595A-4B11-ABBD-4910F1D6B52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4D191A5D-9D5A-4EA0-96F4-BB0A33EEAEE6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5532EC32-21F9-4E52-94E7-7C0A0288859D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1AA4A575-D499-4134-B867-8E9AF2CCD67C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EDC4E5DB-5515-448C-81EB-E50F3CE12C74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8869E8F9-B18E-41D2-96FB-FECEACD74029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467577D-21D5-40EB-8F81-A306FB667014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814E1230-18AC-4187-88EA-7BC6A675FC19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3018A6A4-6B01-4F98-B82E-C43C975D7FDD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BD310714-9EB8-4199-9BD3-1CBF49909E61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B9FA1D22-84A0-452A-AF53-50D718C96ECE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0AEC6AD-81BC-4D4C-B0B0-CB9ED53CFC2A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2C2411EF-DBBD-472B-ADD3-DE6A15B2B56E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C7A52A5F-DC47-441F-B66B-C6B0C4EAD5FA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2E369AFE-FE22-4546-B790-6CF2EBB77CDE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30F898BE-FC8A-41D9-AC3C-2E7110D97621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C692B201-B9ED-4051-8695-8E0EEF4FA213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F4DA8BA0-1C7A-4762-A1A9-BAC0A7C4F10E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60" name="Graphic 59">
                <a:extLst>
                  <a:ext uri="{FF2B5EF4-FFF2-40B4-BE49-F238E27FC236}">
                    <a16:creationId xmlns:a16="http://schemas.microsoft.com/office/drawing/2014/main" id="{24EBFCF1-84FE-4D43-BFAA-15B952E60C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8" name="Picture 57" descr="Diagram&#10;&#10;Description automatically generated">
              <a:extLst>
                <a:ext uri="{FF2B5EF4-FFF2-40B4-BE49-F238E27FC236}">
                  <a16:creationId xmlns:a16="http://schemas.microsoft.com/office/drawing/2014/main" id="{BC30312C-7662-4BD8-8015-61337CCDC7B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36154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73CA62-557B-4233-A280-B632FDE7EB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3477033-05D8-4136-947B-33FDFE0937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4ABE26E-7618-4F78-8596-2A31C0BCE0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44B0F7D-C1BE-4FF4-8D9C-4EB1E87603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9CAA4CE7-2E79-487E-9FB0-5C7F0E926C2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734CE9CF-0E3B-470F-87D6-C69D18AB3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11A1073-7FE1-4F7F-8031-C3C041EB8AF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5544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2566344727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e Statement Purp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AE889-7B80-4DAF-BFF1-2CAC896A36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rgbClr val="4F2170"/>
                </a:solidFill>
              </a:defRPr>
            </a:lvl1pPr>
          </a:lstStyle>
          <a:p>
            <a:r>
              <a:t>Click to ADD title</a:t>
            </a:r>
          </a:p>
        </p:txBody>
      </p:sp>
      <p:sp>
        <p:nvSpPr>
          <p:cNvPr id="49" name="Text Placeholder 53">
            <a:extLst>
              <a:ext uri="{FF2B5EF4-FFF2-40B4-BE49-F238E27FC236}">
                <a16:creationId xmlns:a16="http://schemas.microsoft.com/office/drawing/2014/main" id="{5B8EF472-40A4-439A-B62A-2B3D53CEFD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rgbClr val="4F2170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C0D684-738A-0B4B-87F4-3C05D330FCCC}"/>
              </a:ext>
            </a:extLst>
          </p:cNvPr>
          <p:cNvSpPr txBox="1"/>
          <p:nvPr userDrawn="1"/>
        </p:nvSpPr>
        <p:spPr>
          <a:xfrm>
            <a:off x="1003852" y="6241774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l">
              <a:lnSpc>
                <a:spcPct val="90000"/>
              </a:lnSpc>
            </a:pPr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40AD558-643C-4905-ADEE-3149909D0711}"/>
              </a:ext>
            </a:extLst>
          </p:cNvPr>
          <p:cNvGrpSpPr/>
          <p:nvPr userDrawn="1"/>
        </p:nvGrpSpPr>
        <p:grpSpPr>
          <a:xfrm>
            <a:off x="3831070" y="4720047"/>
            <a:ext cx="4529861" cy="1304934"/>
            <a:chOff x="7052978" y="5240354"/>
            <a:chExt cx="4681822" cy="1348711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3F3416C3-3ABE-4CF0-8AE3-6D1621B6D07B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B645C22E-2DF6-458D-91C4-3F1F609DCFF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D82B027-46DF-46CA-ACFF-E63551CA1AD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B1C4B1BE-D64E-4A95-84CB-E042ED085AEC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CA4B1A5D-EA3F-473C-B552-59F75082CAF5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480CD017-ECA8-4F46-87FC-52103515F6B1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E54A9C3F-AFA5-45A5-9C7D-3C7E015C4220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9FC51805-CC6E-47B5-8EC8-FEAEA71C151E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81E1A724-6F91-4ED5-B7DE-2E7CB58A4539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DD54DD6B-D04D-4D04-8E49-3D6DA20462EA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A90B1842-AB0D-48CC-B8B6-889DB30274EC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67BE6F20-8854-40DE-B256-A3CAE815D675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CB58FB87-1620-4587-A2D7-4B27CCDAD72A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F852975D-277E-411D-92A5-1C2A21C3FDDA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DFC40091-6BD8-40AA-AD73-BEF0C47EF007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3962B9C3-BC95-44CF-AEFF-EA58007BF2CC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1AF2B866-C102-483F-98A1-24AD9F8D2C94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E67A1F7D-460B-4D5F-8222-47BBBD7839A1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F43274A5-7644-40C5-A6EC-7A1C66E2181A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EB85BEFF-17BF-4E22-8B04-BBE8EF996C3F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C52BFF93-A431-4D00-8CD2-82BA1910206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2D20C21F-56A5-40FA-B05E-F0410CCB5FA9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6B0DC22F-EAE9-4ADF-B730-1A7B64DCAB3B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580F4530-BC18-4F10-B8B4-F59AF4AB875D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EAF84DF2-D01B-4C7D-9C9E-56EEC17BCA20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52FC3C3D-C2E3-413A-B0BB-2B39C7AB0F8E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00D1EF3C-5237-477F-9E7F-71265543F5DF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94CF959A-B8EB-4177-997B-686BBDD7D492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1ADB0537-F542-45E3-99B6-FB38DCCB2C5F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18FD230C-671A-4E23-995B-7EF0531259EE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D3C7673A-49A6-4172-B8A2-431123E0316F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E27DF341-F3DE-4F8F-830E-D211995E0420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C98899A-1918-4D72-BD05-6239D1E4B1E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DB99495F-9571-4053-A32C-5EA33FE39C29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947FF3FC-A8E1-48C4-9EA6-4C154E479108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B1BBDAE3-7BD0-4659-AE8A-DCF9503A165F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DF50B971-C8FB-469A-A3DA-8132AE879C66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399AF9B9-ECFD-4D0B-B4BF-45CC69AA5D63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04583ED4-EE58-4A64-BE74-473FE310843F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36EC1354-E019-4C3B-967F-4056D8DAFF69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A185EB30-60A9-4DBE-B39E-A915BFC0114C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27D7469F-CA99-4194-867E-6231BBA7D121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01591692-5699-42A7-9C82-04A5814A3427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50532BC5-3DCD-4908-8E06-B46365D65948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101" name="Graphic 100">
                <a:extLst>
                  <a:ext uri="{FF2B5EF4-FFF2-40B4-BE49-F238E27FC236}">
                    <a16:creationId xmlns:a16="http://schemas.microsoft.com/office/drawing/2014/main" id="{4DCC1984-519B-4056-939D-7A42FA80D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97" name="Picture 96" descr="Diagram&#10;&#10;Description automatically generated">
              <a:extLst>
                <a:ext uri="{FF2B5EF4-FFF2-40B4-BE49-F238E27FC236}">
                  <a16:creationId xmlns:a16="http://schemas.microsoft.com/office/drawing/2014/main" id="{D33BCC02-CDD5-4CC8-8B5E-A703278E82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51292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98D9D40-36CC-2D47-BC77-A77BA312C58B}"/>
              </a:ext>
            </a:extLst>
          </p:cNvPr>
          <p:cNvSpPr/>
          <p:nvPr userDrawn="1"/>
        </p:nvSpPr>
        <p:spPr>
          <a:xfrm>
            <a:off x="0" y="5802284"/>
            <a:ext cx="12192000" cy="10557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C58CEA-2ED2-284B-B041-45FA3103082D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C2513B8D-32F5-4D46-8213-371EC3D37EE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5504411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Content Placeholder 6">
            <a:extLst>
              <a:ext uri="{FF2B5EF4-FFF2-40B4-BE49-F238E27FC236}">
                <a16:creationId xmlns:a16="http://schemas.microsoft.com/office/drawing/2014/main" id="{7EEB8E92-0D2B-C040-A336-3D9518A3656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95749" y="1383792"/>
            <a:ext cx="5504411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23586026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5318214A-2D20-42DC-9E1E-5FE8646C4D6C}"/>
              </a:ext>
            </a:extLst>
          </p:cNvPr>
          <p:cNvSpPr/>
          <p:nvPr/>
        </p:nvSpPr>
        <p:spPr bwMode="ltGray"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341392 h 6874379"/>
              <a:gd name="connsiteX3" fmla="*/ 12134257 w 12192000"/>
              <a:gd name="connsiteY3" fmla="*/ 320479 h 6874379"/>
              <a:gd name="connsiteX4" fmla="*/ 11462617 w 12192000"/>
              <a:gd name="connsiteY4" fmla="*/ 234532 h 6874379"/>
              <a:gd name="connsiteX5" fmla="*/ 10560397 w 12192000"/>
              <a:gd name="connsiteY5" fmla="*/ 220643 h 6874379"/>
              <a:gd name="connsiteX6" fmla="*/ 9632386 w 12192000"/>
              <a:gd name="connsiteY6" fmla="*/ 151243 h 6874379"/>
              <a:gd name="connsiteX7" fmla="*/ 8274354 w 12192000"/>
              <a:gd name="connsiteY7" fmla="*/ 139710 h 6874379"/>
              <a:gd name="connsiteX8" fmla="*/ 2672303 w 12192000"/>
              <a:gd name="connsiteY8" fmla="*/ 206769 h 6874379"/>
              <a:gd name="connsiteX9" fmla="*/ 1383398 w 12192000"/>
              <a:gd name="connsiteY9" fmla="*/ 276170 h 6874379"/>
              <a:gd name="connsiteX10" fmla="*/ 352275 w 12192000"/>
              <a:gd name="connsiteY10" fmla="*/ 581565 h 6874379"/>
              <a:gd name="connsiteX11" fmla="*/ 249163 w 12192000"/>
              <a:gd name="connsiteY11" fmla="*/ 1969723 h 6874379"/>
              <a:gd name="connsiteX12" fmla="*/ 197606 w 12192000"/>
              <a:gd name="connsiteY12" fmla="*/ 4051960 h 6874379"/>
              <a:gd name="connsiteX13" fmla="*/ 146050 w 12192000"/>
              <a:gd name="connsiteY13" fmla="*/ 4746040 h 6874379"/>
              <a:gd name="connsiteX14" fmla="*/ 197606 w 12192000"/>
              <a:gd name="connsiteY14" fmla="*/ 5828803 h 6874379"/>
              <a:gd name="connsiteX15" fmla="*/ 223371 w 12192000"/>
              <a:gd name="connsiteY15" fmla="*/ 6175850 h 6874379"/>
              <a:gd name="connsiteX16" fmla="*/ 452464 w 12192000"/>
              <a:gd name="connsiteY16" fmla="*/ 6511675 h 6874379"/>
              <a:gd name="connsiteX17" fmla="*/ 5891167 w 12192000"/>
              <a:gd name="connsiteY17" fmla="*/ 6680936 h 6874379"/>
              <a:gd name="connsiteX18" fmla="*/ 9142589 w 12192000"/>
              <a:gd name="connsiteY18" fmla="*/ 6731113 h 6874379"/>
              <a:gd name="connsiteX19" fmla="*/ 12192000 w 12192000"/>
              <a:gd name="connsiteY19" fmla="*/ 6743126 h 6874379"/>
              <a:gd name="connsiteX20" fmla="*/ 12192000 w 12192000"/>
              <a:gd name="connsiteY20" fmla="*/ 6874379 h 6874379"/>
              <a:gd name="connsiteX21" fmla="*/ 0 w 12192000"/>
              <a:gd name="connsiteY21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341392"/>
                </a:lnTo>
                <a:lnTo>
                  <a:pt x="12134257" y="320479"/>
                </a:lnTo>
                <a:cubicBezTo>
                  <a:pt x="11954012" y="269236"/>
                  <a:pt x="11688175" y="251884"/>
                  <a:pt x="11462617" y="234532"/>
                </a:cubicBezTo>
                <a:cubicBezTo>
                  <a:pt x="11256392" y="220643"/>
                  <a:pt x="10869734" y="248407"/>
                  <a:pt x="10560397" y="220643"/>
                </a:cubicBezTo>
                <a:cubicBezTo>
                  <a:pt x="10328381" y="192880"/>
                  <a:pt x="9890167" y="151243"/>
                  <a:pt x="9632386" y="151243"/>
                </a:cubicBezTo>
                <a:cubicBezTo>
                  <a:pt x="9139380" y="143433"/>
                  <a:pt x="8693500" y="140016"/>
                  <a:pt x="8274354" y="139710"/>
                </a:cubicBezTo>
                <a:cubicBezTo>
                  <a:pt x="6458057" y="138384"/>
                  <a:pt x="5143777" y="195484"/>
                  <a:pt x="2672303" y="206769"/>
                </a:cubicBezTo>
                <a:cubicBezTo>
                  <a:pt x="2388730" y="206769"/>
                  <a:pt x="2002073" y="206769"/>
                  <a:pt x="1383398" y="276170"/>
                </a:cubicBezTo>
                <a:cubicBezTo>
                  <a:pt x="816280" y="331696"/>
                  <a:pt x="532708" y="276170"/>
                  <a:pt x="352275" y="581565"/>
                </a:cubicBezTo>
                <a:cubicBezTo>
                  <a:pt x="197606" y="831433"/>
                  <a:pt x="274927" y="1650454"/>
                  <a:pt x="249163" y="1969723"/>
                </a:cubicBezTo>
                <a:cubicBezTo>
                  <a:pt x="197606" y="2691565"/>
                  <a:pt x="197606" y="3191302"/>
                  <a:pt x="197606" y="4051960"/>
                </a:cubicBezTo>
                <a:lnTo>
                  <a:pt x="146050" y="4746040"/>
                </a:lnTo>
                <a:cubicBezTo>
                  <a:pt x="274927" y="5134724"/>
                  <a:pt x="68702" y="5426244"/>
                  <a:pt x="197606" y="5828803"/>
                </a:cubicBezTo>
                <a:cubicBezTo>
                  <a:pt x="223371" y="5967619"/>
                  <a:pt x="180908" y="6062043"/>
                  <a:pt x="223371" y="6175850"/>
                </a:cubicBezTo>
                <a:cubicBezTo>
                  <a:pt x="265834" y="6289657"/>
                  <a:pt x="263750" y="6295253"/>
                  <a:pt x="452464" y="6511675"/>
                </a:cubicBezTo>
                <a:cubicBezTo>
                  <a:pt x="1044048" y="6836264"/>
                  <a:pt x="4442832" y="6644370"/>
                  <a:pt x="5891167" y="6680936"/>
                </a:cubicBezTo>
                <a:cubicBezTo>
                  <a:pt x="7339503" y="6717501"/>
                  <a:pt x="8163022" y="6744988"/>
                  <a:pt x="9142589" y="6731113"/>
                </a:cubicBezTo>
                <a:lnTo>
                  <a:pt x="12192000" y="6743126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2864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2459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29072198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98D9D40-36CC-2D47-BC77-A77BA312C58B}"/>
              </a:ext>
            </a:extLst>
          </p:cNvPr>
          <p:cNvSpPr/>
          <p:nvPr userDrawn="1"/>
        </p:nvSpPr>
        <p:spPr>
          <a:xfrm>
            <a:off x="0" y="5802284"/>
            <a:ext cx="12192000" cy="10557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C58CEA-2ED2-284B-B041-45FA3103082D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C2513B8D-32F5-4D46-8213-371EC3D37EE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11430000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8" name="Picture 7" descr="Diagram&#10;&#10;Description automatically generated">
            <a:extLst>
              <a:ext uri="{FF2B5EF4-FFF2-40B4-BE49-F238E27FC236}">
                <a16:creationId xmlns:a16="http://schemas.microsoft.com/office/drawing/2014/main" id="{A1C86E85-83DF-CB4C-97CD-CA6F4EB7D8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69600" y="6091252"/>
            <a:ext cx="687288" cy="687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7985636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C0BECE-69FA-4109-A20D-BAC236DE46FF}" type="datetime1">
              <a:rPr lang="en-US" smtClean="0"/>
              <a:t>10/29/2026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437395412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xecutive Summary - Bod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A09EE2D-60DE-460B-683A-FA9CA632C678}"/>
              </a:ext>
            </a:extLst>
          </p:cNvPr>
          <p:cNvSpPr/>
          <p:nvPr userDrawn="1"/>
        </p:nvSpPr>
        <p:spPr>
          <a:xfrm flipV="1">
            <a:off x="-3" y="6260014"/>
            <a:ext cx="12192003" cy="597986"/>
          </a:xfrm>
          <a:custGeom>
            <a:avLst/>
            <a:gdLst>
              <a:gd name="connsiteX0" fmla="*/ 0 w 12198353"/>
              <a:gd name="connsiteY0" fmla="*/ 0 h 597986"/>
              <a:gd name="connsiteX1" fmla="*/ 12198353 w 12198353"/>
              <a:gd name="connsiteY1" fmla="*/ 0 h 597986"/>
              <a:gd name="connsiteX2" fmla="*/ 12198353 w 12198353"/>
              <a:gd name="connsiteY2" fmla="*/ 597986 h 597986"/>
              <a:gd name="connsiteX3" fmla="*/ 12155597 w 12198353"/>
              <a:gd name="connsiteY3" fmla="*/ 595288 h 597986"/>
              <a:gd name="connsiteX4" fmla="*/ 11537013 w 12198353"/>
              <a:gd name="connsiteY4" fmla="*/ 579449 h 597986"/>
              <a:gd name="connsiteX5" fmla="*/ 5874622 w 12198353"/>
              <a:gd name="connsiteY5" fmla="*/ 542064 h 597986"/>
              <a:gd name="connsiteX6" fmla="*/ 5870421 w 12198353"/>
              <a:gd name="connsiteY6" fmla="*/ 542121 h 597986"/>
              <a:gd name="connsiteX7" fmla="*/ 5861621 w 12198353"/>
              <a:gd name="connsiteY7" fmla="*/ 542064 h 597986"/>
              <a:gd name="connsiteX8" fmla="*/ 4796830 w 12198353"/>
              <a:gd name="connsiteY8" fmla="*/ 560081 h 597986"/>
              <a:gd name="connsiteX9" fmla="*/ 4272975 w 12198353"/>
              <a:gd name="connsiteY9" fmla="*/ 564137 h 597986"/>
              <a:gd name="connsiteX10" fmla="*/ 3743444 w 12198353"/>
              <a:gd name="connsiteY10" fmla="*/ 552023 h 597986"/>
              <a:gd name="connsiteX11" fmla="*/ 1215409 w 12198353"/>
              <a:gd name="connsiteY11" fmla="*/ 504543 h 597986"/>
              <a:gd name="connsiteX12" fmla="*/ 1212306 w 12198353"/>
              <a:gd name="connsiteY12" fmla="*/ 504553 h 597986"/>
              <a:gd name="connsiteX13" fmla="*/ 1207546 w 12198353"/>
              <a:gd name="connsiteY13" fmla="*/ 504543 h 597986"/>
              <a:gd name="connsiteX14" fmla="*/ 604566 w 12198353"/>
              <a:gd name="connsiteY14" fmla="*/ 507785 h 597986"/>
              <a:gd name="connsiteX15" fmla="*/ 51254 w 12198353"/>
              <a:gd name="connsiteY15" fmla="*/ 513374 h 597986"/>
              <a:gd name="connsiteX16" fmla="*/ 0 w 12198353"/>
              <a:gd name="connsiteY16" fmla="*/ 520868 h 597986"/>
              <a:gd name="connsiteX17" fmla="*/ 0 w 12198353"/>
              <a:gd name="connsiteY17" fmla="*/ 475462 h 597986"/>
              <a:gd name="connsiteX18" fmla="*/ 0 w 12198353"/>
              <a:gd name="connsiteY18" fmla="*/ 362490 h 597986"/>
              <a:gd name="connsiteX19" fmla="*/ 0 w 12198353"/>
              <a:gd name="connsiteY19" fmla="*/ 0 h 59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8353" h="597986">
                <a:moveTo>
                  <a:pt x="0" y="0"/>
                </a:moveTo>
                <a:lnTo>
                  <a:pt x="12198353" y="0"/>
                </a:lnTo>
                <a:lnTo>
                  <a:pt x="12198353" y="597986"/>
                </a:lnTo>
                <a:lnTo>
                  <a:pt x="12155597" y="595288"/>
                </a:lnTo>
                <a:cubicBezTo>
                  <a:pt x="12045051" y="589265"/>
                  <a:pt x="11858561" y="583555"/>
                  <a:pt x="11537013" y="579449"/>
                </a:cubicBezTo>
                <a:lnTo>
                  <a:pt x="5874622" y="542064"/>
                </a:lnTo>
                <a:lnTo>
                  <a:pt x="5870421" y="542121"/>
                </a:lnTo>
                <a:lnTo>
                  <a:pt x="5861621" y="542064"/>
                </a:lnTo>
                <a:cubicBezTo>
                  <a:pt x="5506814" y="543723"/>
                  <a:pt x="5151759" y="554074"/>
                  <a:pt x="4796830" y="560081"/>
                </a:cubicBezTo>
                <a:lnTo>
                  <a:pt x="4272975" y="564137"/>
                </a:lnTo>
                <a:lnTo>
                  <a:pt x="3743444" y="552023"/>
                </a:lnTo>
                <a:cubicBezTo>
                  <a:pt x="2888186" y="514096"/>
                  <a:pt x="1920487" y="504119"/>
                  <a:pt x="1215409" y="504543"/>
                </a:cubicBezTo>
                <a:lnTo>
                  <a:pt x="1212306" y="504553"/>
                </a:lnTo>
                <a:lnTo>
                  <a:pt x="1207546" y="504543"/>
                </a:lnTo>
                <a:cubicBezTo>
                  <a:pt x="972779" y="504685"/>
                  <a:pt x="767161" y="505980"/>
                  <a:pt x="604566" y="507785"/>
                </a:cubicBezTo>
                <a:cubicBezTo>
                  <a:pt x="279377" y="511391"/>
                  <a:pt x="137600" y="506018"/>
                  <a:pt x="51254" y="513374"/>
                </a:cubicBezTo>
                <a:lnTo>
                  <a:pt x="0" y="520868"/>
                </a:lnTo>
                <a:lnTo>
                  <a:pt x="0" y="475462"/>
                </a:lnTo>
                <a:lnTo>
                  <a:pt x="0" y="362490"/>
                </a:lnTo>
                <a:lnTo>
                  <a:pt x="0" y="0"/>
                </a:lnTo>
                <a:close/>
              </a:path>
            </a:pathLst>
          </a:custGeom>
          <a:solidFill>
            <a:srgbClr val="4F2170"/>
          </a:solidFill>
          <a:ln w="9525" cap="flat" cmpd="sng" algn="ctr">
            <a:noFill/>
            <a:prstDash val="solid"/>
          </a:ln>
          <a:effectLst/>
        </p:spPr>
        <p:txBody>
          <a:bodyPr wrap="square" rtlCol="0" anchor="t" anchorCtr="0">
            <a:noAutofit/>
          </a:bodyPr>
          <a:lstStyle/>
          <a:p>
            <a:pPr marL="0" marR="0" lvl="0" indent="0" algn="ctr" defTabSz="91394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99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 Light" panose="020F0302020204030204" pitchFamily="34" charset="0"/>
              <a:ea typeface="+mn-ea"/>
              <a:cs typeface="+mn-cs"/>
            </a:endParaRP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0D3CA8CB-ED55-24F7-0E23-220E31AA421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75216" y="176560"/>
            <a:ext cx="11445671" cy="476250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220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356438" indent="0">
              <a:buNone/>
              <a:defRPr/>
            </a:lvl2pPr>
            <a:lvl3pPr marL="712875" indent="0">
              <a:buNone/>
              <a:defRPr/>
            </a:lvl3pPr>
            <a:lvl4pPr marL="1069313" indent="0">
              <a:buNone/>
              <a:defRPr/>
            </a:lvl4pPr>
            <a:lvl5pPr marL="1425751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68901DA-2A0F-F951-4E20-47AF3A2E95DA}"/>
              </a:ext>
            </a:extLst>
          </p:cNvPr>
          <p:cNvGrpSpPr/>
          <p:nvPr userDrawn="1"/>
        </p:nvGrpSpPr>
        <p:grpSpPr>
          <a:xfrm>
            <a:off x="11579334" y="6512572"/>
            <a:ext cx="207854" cy="194072"/>
            <a:chOff x="10671148" y="6546850"/>
            <a:chExt cx="284862" cy="265974"/>
          </a:xfrm>
        </p:grpSpPr>
        <p:sp>
          <p:nvSpPr>
            <p:cNvPr id="25" name="Oval 24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076CB9D6-FAE5-F0BC-C710-C5FCE4DE073F}"/>
                </a:ext>
              </a:extLst>
            </p:cNvPr>
            <p:cNvSpPr/>
            <p:nvPr userDrawn="1"/>
          </p:nvSpPr>
          <p:spPr>
            <a:xfrm>
              <a:off x="10671148" y="6546850"/>
              <a:ext cx="284862" cy="2659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l"/>
              <a:endParaRPr lang="en-US" sz="12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 6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09BBC4D8-2880-D344-4705-99578327CC26}"/>
                </a:ext>
              </a:extLst>
            </p:cNvPr>
            <p:cNvSpPr/>
            <p:nvPr userDrawn="1"/>
          </p:nvSpPr>
          <p:spPr>
            <a:xfrm rot="16200000" flipH="1" flipV="1">
              <a:off x="10737300" y="6628307"/>
              <a:ext cx="200250" cy="107186"/>
            </a:xfrm>
            <a:custGeom>
              <a:avLst/>
              <a:gdLst>
                <a:gd name="connsiteX0" fmla="*/ 279098 w 813775"/>
                <a:gd name="connsiteY0" fmla="*/ 121396 h 816885"/>
                <a:gd name="connsiteX1" fmla="*/ 338316 w 813775"/>
                <a:gd name="connsiteY1" fmla="*/ 65295 h 816885"/>
                <a:gd name="connsiteX2" fmla="*/ 370730 w 813775"/>
                <a:gd name="connsiteY2" fmla="*/ 26025 h 816885"/>
                <a:gd name="connsiteX3" fmla="*/ 414987 w 813775"/>
                <a:gd name="connsiteY3" fmla="*/ 6077 h 816885"/>
                <a:gd name="connsiteX4" fmla="*/ 607601 w 813775"/>
                <a:gd name="connsiteY4" fmla="*/ 200561 h 816885"/>
                <a:gd name="connsiteX5" fmla="*/ 714193 w 813775"/>
                <a:gd name="connsiteY5" fmla="*/ 305906 h 816885"/>
                <a:gd name="connsiteX6" fmla="*/ 807694 w 813775"/>
                <a:gd name="connsiteY6" fmla="*/ 393798 h 816885"/>
                <a:gd name="connsiteX7" fmla="*/ 754710 w 813775"/>
                <a:gd name="connsiteY7" fmla="*/ 488546 h 816885"/>
                <a:gd name="connsiteX8" fmla="*/ 654975 w 813775"/>
                <a:gd name="connsiteY8" fmla="*/ 587658 h 816885"/>
                <a:gd name="connsiteX9" fmla="*/ 566460 w 813775"/>
                <a:gd name="connsiteY9" fmla="*/ 677420 h 816885"/>
                <a:gd name="connsiteX10" fmla="*/ 504126 w 813775"/>
                <a:gd name="connsiteY10" fmla="*/ 739755 h 816885"/>
                <a:gd name="connsiteX11" fmla="*/ 424337 w 813775"/>
                <a:gd name="connsiteY11" fmla="*/ 813933 h 816885"/>
                <a:gd name="connsiteX12" fmla="*/ 379457 w 813775"/>
                <a:gd name="connsiteY12" fmla="*/ 798349 h 816885"/>
                <a:gd name="connsiteX13" fmla="*/ 348290 w 813775"/>
                <a:gd name="connsiteY13" fmla="*/ 768428 h 816885"/>
                <a:gd name="connsiteX14" fmla="*/ 312135 w 813775"/>
                <a:gd name="connsiteY14" fmla="*/ 740378 h 816885"/>
                <a:gd name="connsiteX15" fmla="*/ 90848 w 813775"/>
                <a:gd name="connsiteY15" fmla="*/ 509740 h 816885"/>
                <a:gd name="connsiteX16" fmla="*/ 35994 w 813775"/>
                <a:gd name="connsiteY16" fmla="*/ 451769 h 816885"/>
                <a:gd name="connsiteX17" fmla="*/ 3579 w 813775"/>
                <a:gd name="connsiteY17" fmla="*/ 401902 h 816885"/>
                <a:gd name="connsiteX18" fmla="*/ 97705 w 813775"/>
                <a:gd name="connsiteY18" fmla="*/ 302790 h 816885"/>
                <a:gd name="connsiteX19" fmla="*/ 236711 w 813775"/>
                <a:gd name="connsiteY19" fmla="*/ 167524 h 816885"/>
                <a:gd name="connsiteX20" fmla="*/ 279098 w 813775"/>
                <a:gd name="connsiteY20" fmla="*/ 121396 h 816885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310573 w 813775"/>
                <a:gd name="connsiteY14" fmla="*/ 740378 h 816886"/>
                <a:gd name="connsiteX15" fmla="*/ 90848 w 813775"/>
                <a:gd name="connsiteY15" fmla="*/ 509740 h 816886"/>
                <a:gd name="connsiteX16" fmla="*/ 35994 w 813775"/>
                <a:gd name="connsiteY16" fmla="*/ 451769 h 816886"/>
                <a:gd name="connsiteX17" fmla="*/ 3579 w 813775"/>
                <a:gd name="connsiteY17" fmla="*/ 401902 h 816886"/>
                <a:gd name="connsiteX18" fmla="*/ 97705 w 813775"/>
                <a:gd name="connsiteY18" fmla="*/ 302790 h 816886"/>
                <a:gd name="connsiteX19" fmla="*/ 236711 w 813775"/>
                <a:gd name="connsiteY19" fmla="*/ 167524 h 816886"/>
                <a:gd name="connsiteX20" fmla="*/ 279098 w 813775"/>
                <a:gd name="connsiteY20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90848 w 813775"/>
                <a:gd name="connsiteY14" fmla="*/ 509740 h 816886"/>
                <a:gd name="connsiteX15" fmla="*/ 35994 w 813775"/>
                <a:gd name="connsiteY15" fmla="*/ 451769 h 816886"/>
                <a:gd name="connsiteX16" fmla="*/ 3579 w 813775"/>
                <a:gd name="connsiteY16" fmla="*/ 401902 h 816886"/>
                <a:gd name="connsiteX17" fmla="*/ 97705 w 813775"/>
                <a:gd name="connsiteY17" fmla="*/ 302790 h 816886"/>
                <a:gd name="connsiteX18" fmla="*/ 236711 w 813775"/>
                <a:gd name="connsiteY18" fmla="*/ 167524 h 816886"/>
                <a:gd name="connsiteX19" fmla="*/ 279098 w 813775"/>
                <a:gd name="connsiteY19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90848 w 813775"/>
                <a:gd name="connsiteY13" fmla="*/ 509740 h 816886"/>
                <a:gd name="connsiteX14" fmla="*/ 35994 w 813775"/>
                <a:gd name="connsiteY14" fmla="*/ 451769 h 816886"/>
                <a:gd name="connsiteX15" fmla="*/ 3579 w 813775"/>
                <a:gd name="connsiteY15" fmla="*/ 401902 h 816886"/>
                <a:gd name="connsiteX16" fmla="*/ 97705 w 813775"/>
                <a:gd name="connsiteY16" fmla="*/ 302790 h 816886"/>
                <a:gd name="connsiteX17" fmla="*/ 236711 w 813775"/>
                <a:gd name="connsiteY17" fmla="*/ 167524 h 816886"/>
                <a:gd name="connsiteX18" fmla="*/ 279098 w 813775"/>
                <a:gd name="connsiteY18" fmla="*/ 121396 h 816886"/>
                <a:gd name="connsiteX0" fmla="*/ 279098 w 813775"/>
                <a:gd name="connsiteY0" fmla="*/ 121396 h 813933"/>
                <a:gd name="connsiteX1" fmla="*/ 338316 w 813775"/>
                <a:gd name="connsiteY1" fmla="*/ 65295 h 813933"/>
                <a:gd name="connsiteX2" fmla="*/ 370730 w 813775"/>
                <a:gd name="connsiteY2" fmla="*/ 26025 h 813933"/>
                <a:gd name="connsiteX3" fmla="*/ 414987 w 813775"/>
                <a:gd name="connsiteY3" fmla="*/ 6077 h 813933"/>
                <a:gd name="connsiteX4" fmla="*/ 607601 w 813775"/>
                <a:gd name="connsiteY4" fmla="*/ 200561 h 813933"/>
                <a:gd name="connsiteX5" fmla="*/ 714193 w 813775"/>
                <a:gd name="connsiteY5" fmla="*/ 305906 h 813933"/>
                <a:gd name="connsiteX6" fmla="*/ 807694 w 813775"/>
                <a:gd name="connsiteY6" fmla="*/ 393798 h 813933"/>
                <a:gd name="connsiteX7" fmla="*/ 754710 w 813775"/>
                <a:gd name="connsiteY7" fmla="*/ 488546 h 813933"/>
                <a:gd name="connsiteX8" fmla="*/ 654975 w 813775"/>
                <a:gd name="connsiteY8" fmla="*/ 587658 h 813933"/>
                <a:gd name="connsiteX9" fmla="*/ 566460 w 813775"/>
                <a:gd name="connsiteY9" fmla="*/ 677420 h 813933"/>
                <a:gd name="connsiteX10" fmla="*/ 504126 w 813775"/>
                <a:gd name="connsiteY10" fmla="*/ 739755 h 813933"/>
                <a:gd name="connsiteX11" fmla="*/ 424337 w 813775"/>
                <a:gd name="connsiteY11" fmla="*/ 813933 h 813933"/>
                <a:gd name="connsiteX12" fmla="*/ 90848 w 813775"/>
                <a:gd name="connsiteY12" fmla="*/ 509740 h 813933"/>
                <a:gd name="connsiteX13" fmla="*/ 35994 w 813775"/>
                <a:gd name="connsiteY13" fmla="*/ 451769 h 813933"/>
                <a:gd name="connsiteX14" fmla="*/ 3579 w 813775"/>
                <a:gd name="connsiteY14" fmla="*/ 401902 h 813933"/>
                <a:gd name="connsiteX15" fmla="*/ 97705 w 813775"/>
                <a:gd name="connsiteY15" fmla="*/ 302790 h 813933"/>
                <a:gd name="connsiteX16" fmla="*/ 236711 w 813775"/>
                <a:gd name="connsiteY16" fmla="*/ 167524 h 813933"/>
                <a:gd name="connsiteX17" fmla="*/ 279098 w 813775"/>
                <a:gd name="connsiteY17" fmla="*/ 121396 h 813933"/>
                <a:gd name="connsiteX0" fmla="*/ 279098 w 813775"/>
                <a:gd name="connsiteY0" fmla="*/ 121396 h 746231"/>
                <a:gd name="connsiteX1" fmla="*/ 338316 w 813775"/>
                <a:gd name="connsiteY1" fmla="*/ 65295 h 746231"/>
                <a:gd name="connsiteX2" fmla="*/ 370730 w 813775"/>
                <a:gd name="connsiteY2" fmla="*/ 26025 h 746231"/>
                <a:gd name="connsiteX3" fmla="*/ 414987 w 813775"/>
                <a:gd name="connsiteY3" fmla="*/ 6077 h 746231"/>
                <a:gd name="connsiteX4" fmla="*/ 607601 w 813775"/>
                <a:gd name="connsiteY4" fmla="*/ 200561 h 746231"/>
                <a:gd name="connsiteX5" fmla="*/ 714193 w 813775"/>
                <a:gd name="connsiteY5" fmla="*/ 305906 h 746231"/>
                <a:gd name="connsiteX6" fmla="*/ 807694 w 813775"/>
                <a:gd name="connsiteY6" fmla="*/ 393798 h 746231"/>
                <a:gd name="connsiteX7" fmla="*/ 754710 w 813775"/>
                <a:gd name="connsiteY7" fmla="*/ 488546 h 746231"/>
                <a:gd name="connsiteX8" fmla="*/ 654975 w 813775"/>
                <a:gd name="connsiteY8" fmla="*/ 587658 h 746231"/>
                <a:gd name="connsiteX9" fmla="*/ 566460 w 813775"/>
                <a:gd name="connsiteY9" fmla="*/ 677420 h 746231"/>
                <a:gd name="connsiteX10" fmla="*/ 504126 w 813775"/>
                <a:gd name="connsiteY10" fmla="*/ 739755 h 746231"/>
                <a:gd name="connsiteX11" fmla="*/ 90848 w 813775"/>
                <a:gd name="connsiteY11" fmla="*/ 509740 h 746231"/>
                <a:gd name="connsiteX12" fmla="*/ 35994 w 813775"/>
                <a:gd name="connsiteY12" fmla="*/ 451769 h 746231"/>
                <a:gd name="connsiteX13" fmla="*/ 3579 w 813775"/>
                <a:gd name="connsiteY13" fmla="*/ 401902 h 746231"/>
                <a:gd name="connsiteX14" fmla="*/ 97705 w 813775"/>
                <a:gd name="connsiteY14" fmla="*/ 302790 h 746231"/>
                <a:gd name="connsiteX15" fmla="*/ 236711 w 813775"/>
                <a:gd name="connsiteY15" fmla="*/ 167524 h 746231"/>
                <a:gd name="connsiteX16" fmla="*/ 279098 w 813775"/>
                <a:gd name="connsiteY16" fmla="*/ 121396 h 746231"/>
                <a:gd name="connsiteX0" fmla="*/ 279098 w 813775"/>
                <a:gd name="connsiteY0" fmla="*/ 121396 h 677420"/>
                <a:gd name="connsiteX1" fmla="*/ 338316 w 813775"/>
                <a:gd name="connsiteY1" fmla="*/ 65295 h 677420"/>
                <a:gd name="connsiteX2" fmla="*/ 370730 w 813775"/>
                <a:gd name="connsiteY2" fmla="*/ 26025 h 677420"/>
                <a:gd name="connsiteX3" fmla="*/ 414987 w 813775"/>
                <a:gd name="connsiteY3" fmla="*/ 6077 h 677420"/>
                <a:gd name="connsiteX4" fmla="*/ 607601 w 813775"/>
                <a:gd name="connsiteY4" fmla="*/ 200561 h 677420"/>
                <a:gd name="connsiteX5" fmla="*/ 714193 w 813775"/>
                <a:gd name="connsiteY5" fmla="*/ 305906 h 677420"/>
                <a:gd name="connsiteX6" fmla="*/ 807694 w 813775"/>
                <a:gd name="connsiteY6" fmla="*/ 393798 h 677420"/>
                <a:gd name="connsiteX7" fmla="*/ 754710 w 813775"/>
                <a:gd name="connsiteY7" fmla="*/ 488546 h 677420"/>
                <a:gd name="connsiteX8" fmla="*/ 654975 w 813775"/>
                <a:gd name="connsiteY8" fmla="*/ 587658 h 677420"/>
                <a:gd name="connsiteX9" fmla="*/ 566460 w 813775"/>
                <a:gd name="connsiteY9" fmla="*/ 677420 h 677420"/>
                <a:gd name="connsiteX10" fmla="*/ 90848 w 813775"/>
                <a:gd name="connsiteY10" fmla="*/ 509740 h 677420"/>
                <a:gd name="connsiteX11" fmla="*/ 35994 w 813775"/>
                <a:gd name="connsiteY11" fmla="*/ 451769 h 677420"/>
                <a:gd name="connsiteX12" fmla="*/ 3579 w 813775"/>
                <a:gd name="connsiteY12" fmla="*/ 401902 h 677420"/>
                <a:gd name="connsiteX13" fmla="*/ 97705 w 813775"/>
                <a:gd name="connsiteY13" fmla="*/ 302790 h 677420"/>
                <a:gd name="connsiteX14" fmla="*/ 236711 w 813775"/>
                <a:gd name="connsiteY14" fmla="*/ 167524 h 677420"/>
                <a:gd name="connsiteX15" fmla="*/ 279098 w 813775"/>
                <a:gd name="connsiteY15" fmla="*/ 121396 h 677420"/>
                <a:gd name="connsiteX0" fmla="*/ 279098 w 813775"/>
                <a:gd name="connsiteY0" fmla="*/ 121396 h 587810"/>
                <a:gd name="connsiteX1" fmla="*/ 338316 w 813775"/>
                <a:gd name="connsiteY1" fmla="*/ 65295 h 587810"/>
                <a:gd name="connsiteX2" fmla="*/ 370730 w 813775"/>
                <a:gd name="connsiteY2" fmla="*/ 26025 h 587810"/>
                <a:gd name="connsiteX3" fmla="*/ 414987 w 813775"/>
                <a:gd name="connsiteY3" fmla="*/ 6077 h 587810"/>
                <a:gd name="connsiteX4" fmla="*/ 607601 w 813775"/>
                <a:gd name="connsiteY4" fmla="*/ 200561 h 587810"/>
                <a:gd name="connsiteX5" fmla="*/ 714193 w 813775"/>
                <a:gd name="connsiteY5" fmla="*/ 305906 h 587810"/>
                <a:gd name="connsiteX6" fmla="*/ 807694 w 813775"/>
                <a:gd name="connsiteY6" fmla="*/ 393798 h 587810"/>
                <a:gd name="connsiteX7" fmla="*/ 754710 w 813775"/>
                <a:gd name="connsiteY7" fmla="*/ 488546 h 587810"/>
                <a:gd name="connsiteX8" fmla="*/ 654975 w 813775"/>
                <a:gd name="connsiteY8" fmla="*/ 587658 h 587810"/>
                <a:gd name="connsiteX9" fmla="*/ 90848 w 813775"/>
                <a:gd name="connsiteY9" fmla="*/ 509740 h 587810"/>
                <a:gd name="connsiteX10" fmla="*/ 35994 w 813775"/>
                <a:gd name="connsiteY10" fmla="*/ 451769 h 587810"/>
                <a:gd name="connsiteX11" fmla="*/ 3579 w 813775"/>
                <a:gd name="connsiteY11" fmla="*/ 401902 h 587810"/>
                <a:gd name="connsiteX12" fmla="*/ 97705 w 813775"/>
                <a:gd name="connsiteY12" fmla="*/ 302790 h 587810"/>
                <a:gd name="connsiteX13" fmla="*/ 236711 w 813775"/>
                <a:gd name="connsiteY13" fmla="*/ 167524 h 587810"/>
                <a:gd name="connsiteX14" fmla="*/ 279098 w 813775"/>
                <a:gd name="connsiteY14" fmla="*/ 121396 h 587810"/>
                <a:gd name="connsiteX0" fmla="*/ 279098 w 808427"/>
                <a:gd name="connsiteY0" fmla="*/ 121396 h 590821"/>
                <a:gd name="connsiteX1" fmla="*/ 338316 w 808427"/>
                <a:gd name="connsiteY1" fmla="*/ 65295 h 590821"/>
                <a:gd name="connsiteX2" fmla="*/ 370730 w 808427"/>
                <a:gd name="connsiteY2" fmla="*/ 26025 h 590821"/>
                <a:gd name="connsiteX3" fmla="*/ 414987 w 808427"/>
                <a:gd name="connsiteY3" fmla="*/ 6077 h 590821"/>
                <a:gd name="connsiteX4" fmla="*/ 607601 w 808427"/>
                <a:gd name="connsiteY4" fmla="*/ 200561 h 590821"/>
                <a:gd name="connsiteX5" fmla="*/ 714193 w 808427"/>
                <a:gd name="connsiteY5" fmla="*/ 305906 h 590821"/>
                <a:gd name="connsiteX6" fmla="*/ 807694 w 808427"/>
                <a:gd name="connsiteY6" fmla="*/ 393798 h 590821"/>
                <a:gd name="connsiteX7" fmla="*/ 654975 w 808427"/>
                <a:gd name="connsiteY7" fmla="*/ 587658 h 590821"/>
                <a:gd name="connsiteX8" fmla="*/ 90848 w 808427"/>
                <a:gd name="connsiteY8" fmla="*/ 509740 h 590821"/>
                <a:gd name="connsiteX9" fmla="*/ 35994 w 808427"/>
                <a:gd name="connsiteY9" fmla="*/ 451769 h 590821"/>
                <a:gd name="connsiteX10" fmla="*/ 3579 w 808427"/>
                <a:gd name="connsiteY10" fmla="*/ 401902 h 590821"/>
                <a:gd name="connsiteX11" fmla="*/ 97705 w 808427"/>
                <a:gd name="connsiteY11" fmla="*/ 302790 h 590821"/>
                <a:gd name="connsiteX12" fmla="*/ 236711 w 808427"/>
                <a:gd name="connsiteY12" fmla="*/ 167524 h 590821"/>
                <a:gd name="connsiteX13" fmla="*/ 279098 w 808427"/>
                <a:gd name="connsiteY13" fmla="*/ 121396 h 590821"/>
                <a:gd name="connsiteX0" fmla="*/ 279098 w 839033"/>
                <a:gd name="connsiteY0" fmla="*/ 121396 h 509740"/>
                <a:gd name="connsiteX1" fmla="*/ 338316 w 839033"/>
                <a:gd name="connsiteY1" fmla="*/ 65295 h 509740"/>
                <a:gd name="connsiteX2" fmla="*/ 370730 w 839033"/>
                <a:gd name="connsiteY2" fmla="*/ 26025 h 509740"/>
                <a:gd name="connsiteX3" fmla="*/ 414987 w 839033"/>
                <a:gd name="connsiteY3" fmla="*/ 6077 h 509740"/>
                <a:gd name="connsiteX4" fmla="*/ 607601 w 839033"/>
                <a:gd name="connsiteY4" fmla="*/ 200561 h 509740"/>
                <a:gd name="connsiteX5" fmla="*/ 714193 w 839033"/>
                <a:gd name="connsiteY5" fmla="*/ 305906 h 509740"/>
                <a:gd name="connsiteX6" fmla="*/ 807694 w 839033"/>
                <a:gd name="connsiteY6" fmla="*/ 393798 h 509740"/>
                <a:gd name="connsiteX7" fmla="*/ 90848 w 839033"/>
                <a:gd name="connsiteY7" fmla="*/ 509740 h 509740"/>
                <a:gd name="connsiteX8" fmla="*/ 35994 w 839033"/>
                <a:gd name="connsiteY8" fmla="*/ 451769 h 509740"/>
                <a:gd name="connsiteX9" fmla="*/ 3579 w 839033"/>
                <a:gd name="connsiteY9" fmla="*/ 401902 h 509740"/>
                <a:gd name="connsiteX10" fmla="*/ 97705 w 839033"/>
                <a:gd name="connsiteY10" fmla="*/ 302790 h 509740"/>
                <a:gd name="connsiteX11" fmla="*/ 236711 w 839033"/>
                <a:gd name="connsiteY11" fmla="*/ 167524 h 509740"/>
                <a:gd name="connsiteX12" fmla="*/ 279098 w 839033"/>
                <a:gd name="connsiteY12" fmla="*/ 121396 h 509740"/>
                <a:gd name="connsiteX0" fmla="*/ 316279 w 879881"/>
                <a:gd name="connsiteY0" fmla="*/ 121396 h 451821"/>
                <a:gd name="connsiteX1" fmla="*/ 375497 w 879881"/>
                <a:gd name="connsiteY1" fmla="*/ 65295 h 451821"/>
                <a:gd name="connsiteX2" fmla="*/ 407911 w 879881"/>
                <a:gd name="connsiteY2" fmla="*/ 26025 h 451821"/>
                <a:gd name="connsiteX3" fmla="*/ 452168 w 879881"/>
                <a:gd name="connsiteY3" fmla="*/ 6077 h 451821"/>
                <a:gd name="connsiteX4" fmla="*/ 644782 w 879881"/>
                <a:gd name="connsiteY4" fmla="*/ 200561 h 451821"/>
                <a:gd name="connsiteX5" fmla="*/ 751374 w 879881"/>
                <a:gd name="connsiteY5" fmla="*/ 305906 h 451821"/>
                <a:gd name="connsiteX6" fmla="*/ 844875 w 879881"/>
                <a:gd name="connsiteY6" fmla="*/ 393798 h 451821"/>
                <a:gd name="connsiteX7" fmla="*/ 73175 w 879881"/>
                <a:gd name="connsiteY7" fmla="*/ 451769 h 451821"/>
                <a:gd name="connsiteX8" fmla="*/ 40760 w 879881"/>
                <a:gd name="connsiteY8" fmla="*/ 401902 h 451821"/>
                <a:gd name="connsiteX9" fmla="*/ 134886 w 879881"/>
                <a:gd name="connsiteY9" fmla="*/ 302790 h 451821"/>
                <a:gd name="connsiteX10" fmla="*/ 273892 w 879881"/>
                <a:gd name="connsiteY10" fmla="*/ 167524 h 451821"/>
                <a:gd name="connsiteX11" fmla="*/ 316279 w 879881"/>
                <a:gd name="connsiteY11" fmla="*/ 121396 h 451821"/>
                <a:gd name="connsiteX0" fmla="*/ 313722 w 879511"/>
                <a:gd name="connsiteY0" fmla="*/ 121396 h 410225"/>
                <a:gd name="connsiteX1" fmla="*/ 372940 w 879511"/>
                <a:gd name="connsiteY1" fmla="*/ 65295 h 410225"/>
                <a:gd name="connsiteX2" fmla="*/ 405354 w 879511"/>
                <a:gd name="connsiteY2" fmla="*/ 26025 h 410225"/>
                <a:gd name="connsiteX3" fmla="*/ 449611 w 879511"/>
                <a:gd name="connsiteY3" fmla="*/ 6077 h 410225"/>
                <a:gd name="connsiteX4" fmla="*/ 642225 w 879511"/>
                <a:gd name="connsiteY4" fmla="*/ 200561 h 410225"/>
                <a:gd name="connsiteX5" fmla="*/ 748817 w 879511"/>
                <a:gd name="connsiteY5" fmla="*/ 305906 h 410225"/>
                <a:gd name="connsiteX6" fmla="*/ 842318 w 879511"/>
                <a:gd name="connsiteY6" fmla="*/ 393798 h 410225"/>
                <a:gd name="connsiteX7" fmla="*/ 38203 w 879511"/>
                <a:gd name="connsiteY7" fmla="*/ 401902 h 410225"/>
                <a:gd name="connsiteX8" fmla="*/ 132329 w 879511"/>
                <a:gd name="connsiteY8" fmla="*/ 302790 h 410225"/>
                <a:gd name="connsiteX9" fmla="*/ 271335 w 879511"/>
                <a:gd name="connsiteY9" fmla="*/ 167524 h 410225"/>
                <a:gd name="connsiteX10" fmla="*/ 313722 w 879511"/>
                <a:gd name="connsiteY10" fmla="*/ 121396 h 410225"/>
                <a:gd name="connsiteX0" fmla="*/ 215961 w 773096"/>
                <a:gd name="connsiteY0" fmla="*/ 121396 h 413673"/>
                <a:gd name="connsiteX1" fmla="*/ 275179 w 773096"/>
                <a:gd name="connsiteY1" fmla="*/ 65295 h 413673"/>
                <a:gd name="connsiteX2" fmla="*/ 307593 w 773096"/>
                <a:gd name="connsiteY2" fmla="*/ 26025 h 413673"/>
                <a:gd name="connsiteX3" fmla="*/ 351850 w 773096"/>
                <a:gd name="connsiteY3" fmla="*/ 6077 h 413673"/>
                <a:gd name="connsiteX4" fmla="*/ 544464 w 773096"/>
                <a:gd name="connsiteY4" fmla="*/ 200561 h 413673"/>
                <a:gd name="connsiteX5" fmla="*/ 651056 w 773096"/>
                <a:gd name="connsiteY5" fmla="*/ 305906 h 413673"/>
                <a:gd name="connsiteX6" fmla="*/ 744557 w 773096"/>
                <a:gd name="connsiteY6" fmla="*/ 393798 h 413673"/>
                <a:gd name="connsiteX7" fmla="*/ 70104 w 773096"/>
                <a:gd name="connsiteY7" fmla="*/ 406499 h 413673"/>
                <a:gd name="connsiteX8" fmla="*/ 34568 w 773096"/>
                <a:gd name="connsiteY8" fmla="*/ 302790 h 413673"/>
                <a:gd name="connsiteX9" fmla="*/ 173574 w 773096"/>
                <a:gd name="connsiteY9" fmla="*/ 167524 h 413673"/>
                <a:gd name="connsiteX10" fmla="*/ 215961 w 773096"/>
                <a:gd name="connsiteY10" fmla="*/ 121396 h 413673"/>
                <a:gd name="connsiteX0" fmla="*/ 212088 w 722355"/>
                <a:gd name="connsiteY0" fmla="*/ 121396 h 416698"/>
                <a:gd name="connsiteX1" fmla="*/ 271306 w 722355"/>
                <a:gd name="connsiteY1" fmla="*/ 65295 h 416698"/>
                <a:gd name="connsiteX2" fmla="*/ 303720 w 722355"/>
                <a:gd name="connsiteY2" fmla="*/ 26025 h 416698"/>
                <a:gd name="connsiteX3" fmla="*/ 347977 w 722355"/>
                <a:gd name="connsiteY3" fmla="*/ 6077 h 416698"/>
                <a:gd name="connsiteX4" fmla="*/ 540591 w 722355"/>
                <a:gd name="connsiteY4" fmla="*/ 200561 h 416698"/>
                <a:gd name="connsiteX5" fmla="*/ 647183 w 722355"/>
                <a:gd name="connsiteY5" fmla="*/ 305906 h 416698"/>
                <a:gd name="connsiteX6" fmla="*/ 682884 w 722355"/>
                <a:gd name="connsiteY6" fmla="*/ 401460 h 416698"/>
                <a:gd name="connsiteX7" fmla="*/ 66231 w 722355"/>
                <a:gd name="connsiteY7" fmla="*/ 406499 h 416698"/>
                <a:gd name="connsiteX8" fmla="*/ 30695 w 722355"/>
                <a:gd name="connsiteY8" fmla="*/ 302790 h 416698"/>
                <a:gd name="connsiteX9" fmla="*/ 169701 w 722355"/>
                <a:gd name="connsiteY9" fmla="*/ 167524 h 416698"/>
                <a:gd name="connsiteX10" fmla="*/ 212088 w 722355"/>
                <a:gd name="connsiteY10" fmla="*/ 121396 h 416698"/>
                <a:gd name="connsiteX0" fmla="*/ 212088 w 707270"/>
                <a:gd name="connsiteY0" fmla="*/ 121396 h 413558"/>
                <a:gd name="connsiteX1" fmla="*/ 271306 w 707270"/>
                <a:gd name="connsiteY1" fmla="*/ 65295 h 413558"/>
                <a:gd name="connsiteX2" fmla="*/ 303720 w 707270"/>
                <a:gd name="connsiteY2" fmla="*/ 26025 h 413558"/>
                <a:gd name="connsiteX3" fmla="*/ 347977 w 707270"/>
                <a:gd name="connsiteY3" fmla="*/ 6077 h 413558"/>
                <a:gd name="connsiteX4" fmla="*/ 540591 w 707270"/>
                <a:gd name="connsiteY4" fmla="*/ 200561 h 413558"/>
                <a:gd name="connsiteX5" fmla="*/ 647183 w 707270"/>
                <a:gd name="connsiteY5" fmla="*/ 305906 h 413558"/>
                <a:gd name="connsiteX6" fmla="*/ 682884 w 707270"/>
                <a:gd name="connsiteY6" fmla="*/ 401460 h 413558"/>
                <a:gd name="connsiteX7" fmla="*/ 66231 w 707270"/>
                <a:gd name="connsiteY7" fmla="*/ 406499 h 413558"/>
                <a:gd name="connsiteX8" fmla="*/ 30695 w 707270"/>
                <a:gd name="connsiteY8" fmla="*/ 302790 h 413558"/>
                <a:gd name="connsiteX9" fmla="*/ 169701 w 707270"/>
                <a:gd name="connsiteY9" fmla="*/ 167524 h 413558"/>
                <a:gd name="connsiteX10" fmla="*/ 212088 w 707270"/>
                <a:gd name="connsiteY10" fmla="*/ 121396 h 413558"/>
                <a:gd name="connsiteX0" fmla="*/ 213334 w 708516"/>
                <a:gd name="connsiteY0" fmla="*/ 121396 h 406601"/>
                <a:gd name="connsiteX1" fmla="*/ 272552 w 708516"/>
                <a:gd name="connsiteY1" fmla="*/ 65295 h 406601"/>
                <a:gd name="connsiteX2" fmla="*/ 304966 w 708516"/>
                <a:gd name="connsiteY2" fmla="*/ 26025 h 406601"/>
                <a:gd name="connsiteX3" fmla="*/ 349223 w 708516"/>
                <a:gd name="connsiteY3" fmla="*/ 6077 h 406601"/>
                <a:gd name="connsiteX4" fmla="*/ 541837 w 708516"/>
                <a:gd name="connsiteY4" fmla="*/ 200561 h 406601"/>
                <a:gd name="connsiteX5" fmla="*/ 648429 w 708516"/>
                <a:gd name="connsiteY5" fmla="*/ 305906 h 406601"/>
                <a:gd name="connsiteX6" fmla="*/ 684130 w 708516"/>
                <a:gd name="connsiteY6" fmla="*/ 401460 h 406601"/>
                <a:gd name="connsiteX7" fmla="*/ 67477 w 708516"/>
                <a:gd name="connsiteY7" fmla="*/ 406499 h 406601"/>
                <a:gd name="connsiteX8" fmla="*/ 31941 w 708516"/>
                <a:gd name="connsiteY8" fmla="*/ 302790 h 406601"/>
                <a:gd name="connsiteX9" fmla="*/ 170947 w 708516"/>
                <a:gd name="connsiteY9" fmla="*/ 167524 h 406601"/>
                <a:gd name="connsiteX10" fmla="*/ 213334 w 708516"/>
                <a:gd name="connsiteY10" fmla="*/ 121396 h 406601"/>
                <a:gd name="connsiteX0" fmla="*/ 213662 w 708844"/>
                <a:gd name="connsiteY0" fmla="*/ 121396 h 411798"/>
                <a:gd name="connsiteX1" fmla="*/ 272880 w 708844"/>
                <a:gd name="connsiteY1" fmla="*/ 65295 h 411798"/>
                <a:gd name="connsiteX2" fmla="*/ 305294 w 708844"/>
                <a:gd name="connsiteY2" fmla="*/ 26025 h 411798"/>
                <a:gd name="connsiteX3" fmla="*/ 349551 w 708844"/>
                <a:gd name="connsiteY3" fmla="*/ 6077 h 411798"/>
                <a:gd name="connsiteX4" fmla="*/ 542165 w 708844"/>
                <a:gd name="connsiteY4" fmla="*/ 200561 h 411798"/>
                <a:gd name="connsiteX5" fmla="*/ 648757 w 708844"/>
                <a:gd name="connsiteY5" fmla="*/ 305906 h 411798"/>
                <a:gd name="connsiteX6" fmla="*/ 684458 w 708844"/>
                <a:gd name="connsiteY6" fmla="*/ 401460 h 411798"/>
                <a:gd name="connsiteX7" fmla="*/ 67805 w 708844"/>
                <a:gd name="connsiteY7" fmla="*/ 406499 h 411798"/>
                <a:gd name="connsiteX8" fmla="*/ 29263 w 708844"/>
                <a:gd name="connsiteY8" fmla="*/ 326630 h 411798"/>
                <a:gd name="connsiteX9" fmla="*/ 171275 w 708844"/>
                <a:gd name="connsiteY9" fmla="*/ 167524 h 411798"/>
                <a:gd name="connsiteX10" fmla="*/ 213662 w 708844"/>
                <a:gd name="connsiteY10" fmla="*/ 121396 h 411798"/>
                <a:gd name="connsiteX0" fmla="*/ 214471 w 724849"/>
                <a:gd name="connsiteY0" fmla="*/ 121396 h 408024"/>
                <a:gd name="connsiteX1" fmla="*/ 273689 w 724849"/>
                <a:gd name="connsiteY1" fmla="*/ 65295 h 408024"/>
                <a:gd name="connsiteX2" fmla="*/ 306103 w 724849"/>
                <a:gd name="connsiteY2" fmla="*/ 26025 h 408024"/>
                <a:gd name="connsiteX3" fmla="*/ 350360 w 724849"/>
                <a:gd name="connsiteY3" fmla="*/ 6077 h 408024"/>
                <a:gd name="connsiteX4" fmla="*/ 542974 w 724849"/>
                <a:gd name="connsiteY4" fmla="*/ 200561 h 408024"/>
                <a:gd name="connsiteX5" fmla="*/ 649566 w 724849"/>
                <a:gd name="connsiteY5" fmla="*/ 305906 h 408024"/>
                <a:gd name="connsiteX6" fmla="*/ 685267 w 724849"/>
                <a:gd name="connsiteY6" fmla="*/ 401460 h 408024"/>
                <a:gd name="connsiteX7" fmla="*/ 67112 w 724849"/>
                <a:gd name="connsiteY7" fmla="*/ 391599 h 408024"/>
                <a:gd name="connsiteX8" fmla="*/ 30072 w 724849"/>
                <a:gd name="connsiteY8" fmla="*/ 326630 h 408024"/>
                <a:gd name="connsiteX9" fmla="*/ 172084 w 724849"/>
                <a:gd name="connsiteY9" fmla="*/ 167524 h 408024"/>
                <a:gd name="connsiteX10" fmla="*/ 214471 w 724849"/>
                <a:gd name="connsiteY10" fmla="*/ 121396 h 408024"/>
                <a:gd name="connsiteX0" fmla="*/ 211535 w 721913"/>
                <a:gd name="connsiteY0" fmla="*/ 121396 h 406258"/>
                <a:gd name="connsiteX1" fmla="*/ 270753 w 721913"/>
                <a:gd name="connsiteY1" fmla="*/ 65295 h 406258"/>
                <a:gd name="connsiteX2" fmla="*/ 303167 w 721913"/>
                <a:gd name="connsiteY2" fmla="*/ 26025 h 406258"/>
                <a:gd name="connsiteX3" fmla="*/ 347424 w 721913"/>
                <a:gd name="connsiteY3" fmla="*/ 6077 h 406258"/>
                <a:gd name="connsiteX4" fmla="*/ 540038 w 721913"/>
                <a:gd name="connsiteY4" fmla="*/ 200561 h 406258"/>
                <a:gd name="connsiteX5" fmla="*/ 646630 w 721913"/>
                <a:gd name="connsiteY5" fmla="*/ 305906 h 406258"/>
                <a:gd name="connsiteX6" fmla="*/ 682331 w 721913"/>
                <a:gd name="connsiteY6" fmla="*/ 401460 h 406258"/>
                <a:gd name="connsiteX7" fmla="*/ 64176 w 721913"/>
                <a:gd name="connsiteY7" fmla="*/ 391599 h 406258"/>
                <a:gd name="connsiteX8" fmla="*/ 27136 w 721913"/>
                <a:gd name="connsiteY8" fmla="*/ 326630 h 406258"/>
                <a:gd name="connsiteX9" fmla="*/ 169148 w 721913"/>
                <a:gd name="connsiteY9" fmla="*/ 167524 h 406258"/>
                <a:gd name="connsiteX10" fmla="*/ 211535 w 721913"/>
                <a:gd name="connsiteY10" fmla="*/ 121396 h 406258"/>
                <a:gd name="connsiteX0" fmla="*/ 211535 w 722361"/>
                <a:gd name="connsiteY0" fmla="*/ 121396 h 401460"/>
                <a:gd name="connsiteX1" fmla="*/ 270753 w 722361"/>
                <a:gd name="connsiteY1" fmla="*/ 65295 h 401460"/>
                <a:gd name="connsiteX2" fmla="*/ 303167 w 722361"/>
                <a:gd name="connsiteY2" fmla="*/ 26025 h 401460"/>
                <a:gd name="connsiteX3" fmla="*/ 347424 w 722361"/>
                <a:gd name="connsiteY3" fmla="*/ 6077 h 401460"/>
                <a:gd name="connsiteX4" fmla="*/ 540038 w 722361"/>
                <a:gd name="connsiteY4" fmla="*/ 200561 h 401460"/>
                <a:gd name="connsiteX5" fmla="*/ 646630 w 722361"/>
                <a:gd name="connsiteY5" fmla="*/ 305906 h 401460"/>
                <a:gd name="connsiteX6" fmla="*/ 682331 w 722361"/>
                <a:gd name="connsiteY6" fmla="*/ 401460 h 401460"/>
                <a:gd name="connsiteX7" fmla="*/ 64176 w 722361"/>
                <a:gd name="connsiteY7" fmla="*/ 391599 h 401460"/>
                <a:gd name="connsiteX8" fmla="*/ 27136 w 722361"/>
                <a:gd name="connsiteY8" fmla="*/ 326630 h 401460"/>
                <a:gd name="connsiteX9" fmla="*/ 169148 w 722361"/>
                <a:gd name="connsiteY9" fmla="*/ 167524 h 401460"/>
                <a:gd name="connsiteX10" fmla="*/ 211535 w 722361"/>
                <a:gd name="connsiteY10" fmla="*/ 121396 h 401460"/>
                <a:gd name="connsiteX0" fmla="*/ 212327 w 722815"/>
                <a:gd name="connsiteY0" fmla="*/ 121396 h 407600"/>
                <a:gd name="connsiteX1" fmla="*/ 271545 w 722815"/>
                <a:gd name="connsiteY1" fmla="*/ 65295 h 407600"/>
                <a:gd name="connsiteX2" fmla="*/ 303959 w 722815"/>
                <a:gd name="connsiteY2" fmla="*/ 26025 h 407600"/>
                <a:gd name="connsiteX3" fmla="*/ 348216 w 722815"/>
                <a:gd name="connsiteY3" fmla="*/ 6077 h 407600"/>
                <a:gd name="connsiteX4" fmla="*/ 540830 w 722815"/>
                <a:gd name="connsiteY4" fmla="*/ 200561 h 407600"/>
                <a:gd name="connsiteX5" fmla="*/ 647422 w 722815"/>
                <a:gd name="connsiteY5" fmla="*/ 305906 h 407600"/>
                <a:gd name="connsiteX6" fmla="*/ 683123 w 722815"/>
                <a:gd name="connsiteY6" fmla="*/ 401460 h 407600"/>
                <a:gd name="connsiteX7" fmla="*/ 63466 w 722815"/>
                <a:gd name="connsiteY7" fmla="*/ 397558 h 407600"/>
                <a:gd name="connsiteX8" fmla="*/ 27928 w 722815"/>
                <a:gd name="connsiteY8" fmla="*/ 326630 h 407600"/>
                <a:gd name="connsiteX9" fmla="*/ 169940 w 722815"/>
                <a:gd name="connsiteY9" fmla="*/ 167524 h 407600"/>
                <a:gd name="connsiteX10" fmla="*/ 212327 w 722815"/>
                <a:gd name="connsiteY10" fmla="*/ 121396 h 407600"/>
                <a:gd name="connsiteX0" fmla="*/ 215192 w 724454"/>
                <a:gd name="connsiteY0" fmla="*/ 121396 h 405756"/>
                <a:gd name="connsiteX1" fmla="*/ 274410 w 724454"/>
                <a:gd name="connsiteY1" fmla="*/ 65295 h 405756"/>
                <a:gd name="connsiteX2" fmla="*/ 306824 w 724454"/>
                <a:gd name="connsiteY2" fmla="*/ 26025 h 405756"/>
                <a:gd name="connsiteX3" fmla="*/ 351081 w 724454"/>
                <a:gd name="connsiteY3" fmla="*/ 6077 h 405756"/>
                <a:gd name="connsiteX4" fmla="*/ 543695 w 724454"/>
                <a:gd name="connsiteY4" fmla="*/ 200561 h 405756"/>
                <a:gd name="connsiteX5" fmla="*/ 650287 w 724454"/>
                <a:gd name="connsiteY5" fmla="*/ 305906 h 405756"/>
                <a:gd name="connsiteX6" fmla="*/ 684485 w 724454"/>
                <a:gd name="connsiteY6" fmla="*/ 394010 h 405756"/>
                <a:gd name="connsiteX7" fmla="*/ 66331 w 724454"/>
                <a:gd name="connsiteY7" fmla="*/ 397558 h 405756"/>
                <a:gd name="connsiteX8" fmla="*/ 30793 w 724454"/>
                <a:gd name="connsiteY8" fmla="*/ 326630 h 405756"/>
                <a:gd name="connsiteX9" fmla="*/ 172805 w 724454"/>
                <a:gd name="connsiteY9" fmla="*/ 167524 h 405756"/>
                <a:gd name="connsiteX10" fmla="*/ 215192 w 724454"/>
                <a:gd name="connsiteY10" fmla="*/ 121396 h 405756"/>
                <a:gd name="connsiteX0" fmla="*/ 215192 w 719153"/>
                <a:gd name="connsiteY0" fmla="*/ 121396 h 405912"/>
                <a:gd name="connsiteX1" fmla="*/ 274410 w 719153"/>
                <a:gd name="connsiteY1" fmla="*/ 65295 h 405912"/>
                <a:gd name="connsiteX2" fmla="*/ 306824 w 719153"/>
                <a:gd name="connsiteY2" fmla="*/ 26025 h 405912"/>
                <a:gd name="connsiteX3" fmla="*/ 351081 w 719153"/>
                <a:gd name="connsiteY3" fmla="*/ 6077 h 405912"/>
                <a:gd name="connsiteX4" fmla="*/ 543695 w 719153"/>
                <a:gd name="connsiteY4" fmla="*/ 200561 h 405912"/>
                <a:gd name="connsiteX5" fmla="*/ 650287 w 719153"/>
                <a:gd name="connsiteY5" fmla="*/ 305906 h 405912"/>
                <a:gd name="connsiteX6" fmla="*/ 684485 w 719153"/>
                <a:gd name="connsiteY6" fmla="*/ 394010 h 405912"/>
                <a:gd name="connsiteX7" fmla="*/ 66331 w 719153"/>
                <a:gd name="connsiteY7" fmla="*/ 397558 h 405912"/>
                <a:gd name="connsiteX8" fmla="*/ 30793 w 719153"/>
                <a:gd name="connsiteY8" fmla="*/ 326630 h 405912"/>
                <a:gd name="connsiteX9" fmla="*/ 172805 w 719153"/>
                <a:gd name="connsiteY9" fmla="*/ 167524 h 405912"/>
                <a:gd name="connsiteX10" fmla="*/ 215192 w 719153"/>
                <a:gd name="connsiteY10" fmla="*/ 121396 h 40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153" h="405912">
                  <a:moveTo>
                    <a:pt x="215192" y="121396"/>
                  </a:moveTo>
                  <a:cubicBezTo>
                    <a:pt x="244489" y="100203"/>
                    <a:pt x="245112" y="87112"/>
                    <a:pt x="274410" y="65295"/>
                  </a:cubicBezTo>
                  <a:cubicBezTo>
                    <a:pt x="284384" y="58439"/>
                    <a:pt x="294357" y="40985"/>
                    <a:pt x="306824" y="26025"/>
                  </a:cubicBezTo>
                  <a:cubicBezTo>
                    <a:pt x="323655" y="6077"/>
                    <a:pt x="333628" y="-8883"/>
                    <a:pt x="351081" y="6077"/>
                  </a:cubicBezTo>
                  <a:cubicBezTo>
                    <a:pt x="417779" y="60309"/>
                    <a:pt x="476374" y="132617"/>
                    <a:pt x="543695" y="200561"/>
                  </a:cubicBezTo>
                  <a:cubicBezTo>
                    <a:pt x="577979" y="234845"/>
                    <a:pt x="626822" y="273665"/>
                    <a:pt x="650287" y="305906"/>
                  </a:cubicBezTo>
                  <a:cubicBezTo>
                    <a:pt x="673752" y="338147"/>
                    <a:pt x="769786" y="380225"/>
                    <a:pt x="684485" y="394010"/>
                  </a:cubicBezTo>
                  <a:cubicBezTo>
                    <a:pt x="587229" y="409727"/>
                    <a:pt x="175280" y="408788"/>
                    <a:pt x="66331" y="397558"/>
                  </a:cubicBezTo>
                  <a:cubicBezTo>
                    <a:pt x="-42618" y="386328"/>
                    <a:pt x="10846" y="347823"/>
                    <a:pt x="30793" y="326630"/>
                  </a:cubicBezTo>
                  <a:cubicBezTo>
                    <a:pt x="75050" y="278632"/>
                    <a:pt x="117951" y="222378"/>
                    <a:pt x="172805" y="167524"/>
                  </a:cubicBezTo>
                  <a:lnTo>
                    <a:pt x="215192" y="121396"/>
                  </a:lnTo>
                  <a:close/>
                </a:path>
              </a:pathLst>
            </a:custGeom>
            <a:solidFill>
              <a:srgbClr val="C4C4CD"/>
            </a:solidFill>
            <a:ln w="6231" cap="flat">
              <a:noFill/>
              <a:prstDash val="solid"/>
              <a:miter/>
            </a:ln>
          </p:spPr>
          <p:txBody>
            <a:bodyPr wrap="none" rtlCol="0" anchor="ctr"/>
            <a:lstStyle/>
            <a:p>
              <a:pPr algn="ctr"/>
              <a:endParaRPr lang="en-US" sz="320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EFE362C-1AE1-88DF-7BDA-0A955D2ED422}"/>
              </a:ext>
            </a:extLst>
          </p:cNvPr>
          <p:cNvGrpSpPr/>
          <p:nvPr userDrawn="1"/>
        </p:nvGrpSpPr>
        <p:grpSpPr>
          <a:xfrm flipH="1">
            <a:off x="10992567" y="6512572"/>
            <a:ext cx="207854" cy="194072"/>
            <a:chOff x="10671148" y="6546850"/>
            <a:chExt cx="284862" cy="265974"/>
          </a:xfrm>
        </p:grpSpPr>
        <p:sp>
          <p:nvSpPr>
            <p:cNvPr id="29" name="Oval 28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8D290EC5-87DC-5CE0-1F8A-568DA2A8F615}"/>
                </a:ext>
              </a:extLst>
            </p:cNvPr>
            <p:cNvSpPr/>
            <p:nvPr userDrawn="1"/>
          </p:nvSpPr>
          <p:spPr>
            <a:xfrm>
              <a:off x="10671148" y="6546850"/>
              <a:ext cx="284862" cy="2659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l"/>
              <a:endParaRPr lang="en-US" sz="12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 6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570D6E1A-981C-3506-C0D9-B0337F62496B}"/>
                </a:ext>
              </a:extLst>
            </p:cNvPr>
            <p:cNvSpPr/>
            <p:nvPr userDrawn="1"/>
          </p:nvSpPr>
          <p:spPr>
            <a:xfrm rot="16200000" flipH="1" flipV="1">
              <a:off x="10737300" y="6628307"/>
              <a:ext cx="200250" cy="107186"/>
            </a:xfrm>
            <a:custGeom>
              <a:avLst/>
              <a:gdLst>
                <a:gd name="connsiteX0" fmla="*/ 279098 w 813775"/>
                <a:gd name="connsiteY0" fmla="*/ 121396 h 816885"/>
                <a:gd name="connsiteX1" fmla="*/ 338316 w 813775"/>
                <a:gd name="connsiteY1" fmla="*/ 65295 h 816885"/>
                <a:gd name="connsiteX2" fmla="*/ 370730 w 813775"/>
                <a:gd name="connsiteY2" fmla="*/ 26025 h 816885"/>
                <a:gd name="connsiteX3" fmla="*/ 414987 w 813775"/>
                <a:gd name="connsiteY3" fmla="*/ 6077 h 816885"/>
                <a:gd name="connsiteX4" fmla="*/ 607601 w 813775"/>
                <a:gd name="connsiteY4" fmla="*/ 200561 h 816885"/>
                <a:gd name="connsiteX5" fmla="*/ 714193 w 813775"/>
                <a:gd name="connsiteY5" fmla="*/ 305906 h 816885"/>
                <a:gd name="connsiteX6" fmla="*/ 807694 w 813775"/>
                <a:gd name="connsiteY6" fmla="*/ 393798 h 816885"/>
                <a:gd name="connsiteX7" fmla="*/ 754710 w 813775"/>
                <a:gd name="connsiteY7" fmla="*/ 488546 h 816885"/>
                <a:gd name="connsiteX8" fmla="*/ 654975 w 813775"/>
                <a:gd name="connsiteY8" fmla="*/ 587658 h 816885"/>
                <a:gd name="connsiteX9" fmla="*/ 566460 w 813775"/>
                <a:gd name="connsiteY9" fmla="*/ 677420 h 816885"/>
                <a:gd name="connsiteX10" fmla="*/ 504126 w 813775"/>
                <a:gd name="connsiteY10" fmla="*/ 739755 h 816885"/>
                <a:gd name="connsiteX11" fmla="*/ 424337 w 813775"/>
                <a:gd name="connsiteY11" fmla="*/ 813933 h 816885"/>
                <a:gd name="connsiteX12" fmla="*/ 379457 w 813775"/>
                <a:gd name="connsiteY12" fmla="*/ 798349 h 816885"/>
                <a:gd name="connsiteX13" fmla="*/ 348290 w 813775"/>
                <a:gd name="connsiteY13" fmla="*/ 768428 h 816885"/>
                <a:gd name="connsiteX14" fmla="*/ 312135 w 813775"/>
                <a:gd name="connsiteY14" fmla="*/ 740378 h 816885"/>
                <a:gd name="connsiteX15" fmla="*/ 90848 w 813775"/>
                <a:gd name="connsiteY15" fmla="*/ 509740 h 816885"/>
                <a:gd name="connsiteX16" fmla="*/ 35994 w 813775"/>
                <a:gd name="connsiteY16" fmla="*/ 451769 h 816885"/>
                <a:gd name="connsiteX17" fmla="*/ 3579 w 813775"/>
                <a:gd name="connsiteY17" fmla="*/ 401902 h 816885"/>
                <a:gd name="connsiteX18" fmla="*/ 97705 w 813775"/>
                <a:gd name="connsiteY18" fmla="*/ 302790 h 816885"/>
                <a:gd name="connsiteX19" fmla="*/ 236711 w 813775"/>
                <a:gd name="connsiteY19" fmla="*/ 167524 h 816885"/>
                <a:gd name="connsiteX20" fmla="*/ 279098 w 813775"/>
                <a:gd name="connsiteY20" fmla="*/ 121396 h 816885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310573 w 813775"/>
                <a:gd name="connsiteY14" fmla="*/ 740378 h 816886"/>
                <a:gd name="connsiteX15" fmla="*/ 90848 w 813775"/>
                <a:gd name="connsiteY15" fmla="*/ 509740 h 816886"/>
                <a:gd name="connsiteX16" fmla="*/ 35994 w 813775"/>
                <a:gd name="connsiteY16" fmla="*/ 451769 h 816886"/>
                <a:gd name="connsiteX17" fmla="*/ 3579 w 813775"/>
                <a:gd name="connsiteY17" fmla="*/ 401902 h 816886"/>
                <a:gd name="connsiteX18" fmla="*/ 97705 w 813775"/>
                <a:gd name="connsiteY18" fmla="*/ 302790 h 816886"/>
                <a:gd name="connsiteX19" fmla="*/ 236711 w 813775"/>
                <a:gd name="connsiteY19" fmla="*/ 167524 h 816886"/>
                <a:gd name="connsiteX20" fmla="*/ 279098 w 813775"/>
                <a:gd name="connsiteY20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90848 w 813775"/>
                <a:gd name="connsiteY14" fmla="*/ 509740 h 816886"/>
                <a:gd name="connsiteX15" fmla="*/ 35994 w 813775"/>
                <a:gd name="connsiteY15" fmla="*/ 451769 h 816886"/>
                <a:gd name="connsiteX16" fmla="*/ 3579 w 813775"/>
                <a:gd name="connsiteY16" fmla="*/ 401902 h 816886"/>
                <a:gd name="connsiteX17" fmla="*/ 97705 w 813775"/>
                <a:gd name="connsiteY17" fmla="*/ 302790 h 816886"/>
                <a:gd name="connsiteX18" fmla="*/ 236711 w 813775"/>
                <a:gd name="connsiteY18" fmla="*/ 167524 h 816886"/>
                <a:gd name="connsiteX19" fmla="*/ 279098 w 813775"/>
                <a:gd name="connsiteY19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90848 w 813775"/>
                <a:gd name="connsiteY13" fmla="*/ 509740 h 816886"/>
                <a:gd name="connsiteX14" fmla="*/ 35994 w 813775"/>
                <a:gd name="connsiteY14" fmla="*/ 451769 h 816886"/>
                <a:gd name="connsiteX15" fmla="*/ 3579 w 813775"/>
                <a:gd name="connsiteY15" fmla="*/ 401902 h 816886"/>
                <a:gd name="connsiteX16" fmla="*/ 97705 w 813775"/>
                <a:gd name="connsiteY16" fmla="*/ 302790 h 816886"/>
                <a:gd name="connsiteX17" fmla="*/ 236711 w 813775"/>
                <a:gd name="connsiteY17" fmla="*/ 167524 h 816886"/>
                <a:gd name="connsiteX18" fmla="*/ 279098 w 813775"/>
                <a:gd name="connsiteY18" fmla="*/ 121396 h 816886"/>
                <a:gd name="connsiteX0" fmla="*/ 279098 w 813775"/>
                <a:gd name="connsiteY0" fmla="*/ 121396 h 813933"/>
                <a:gd name="connsiteX1" fmla="*/ 338316 w 813775"/>
                <a:gd name="connsiteY1" fmla="*/ 65295 h 813933"/>
                <a:gd name="connsiteX2" fmla="*/ 370730 w 813775"/>
                <a:gd name="connsiteY2" fmla="*/ 26025 h 813933"/>
                <a:gd name="connsiteX3" fmla="*/ 414987 w 813775"/>
                <a:gd name="connsiteY3" fmla="*/ 6077 h 813933"/>
                <a:gd name="connsiteX4" fmla="*/ 607601 w 813775"/>
                <a:gd name="connsiteY4" fmla="*/ 200561 h 813933"/>
                <a:gd name="connsiteX5" fmla="*/ 714193 w 813775"/>
                <a:gd name="connsiteY5" fmla="*/ 305906 h 813933"/>
                <a:gd name="connsiteX6" fmla="*/ 807694 w 813775"/>
                <a:gd name="connsiteY6" fmla="*/ 393798 h 813933"/>
                <a:gd name="connsiteX7" fmla="*/ 754710 w 813775"/>
                <a:gd name="connsiteY7" fmla="*/ 488546 h 813933"/>
                <a:gd name="connsiteX8" fmla="*/ 654975 w 813775"/>
                <a:gd name="connsiteY8" fmla="*/ 587658 h 813933"/>
                <a:gd name="connsiteX9" fmla="*/ 566460 w 813775"/>
                <a:gd name="connsiteY9" fmla="*/ 677420 h 813933"/>
                <a:gd name="connsiteX10" fmla="*/ 504126 w 813775"/>
                <a:gd name="connsiteY10" fmla="*/ 739755 h 813933"/>
                <a:gd name="connsiteX11" fmla="*/ 424337 w 813775"/>
                <a:gd name="connsiteY11" fmla="*/ 813933 h 813933"/>
                <a:gd name="connsiteX12" fmla="*/ 90848 w 813775"/>
                <a:gd name="connsiteY12" fmla="*/ 509740 h 813933"/>
                <a:gd name="connsiteX13" fmla="*/ 35994 w 813775"/>
                <a:gd name="connsiteY13" fmla="*/ 451769 h 813933"/>
                <a:gd name="connsiteX14" fmla="*/ 3579 w 813775"/>
                <a:gd name="connsiteY14" fmla="*/ 401902 h 813933"/>
                <a:gd name="connsiteX15" fmla="*/ 97705 w 813775"/>
                <a:gd name="connsiteY15" fmla="*/ 302790 h 813933"/>
                <a:gd name="connsiteX16" fmla="*/ 236711 w 813775"/>
                <a:gd name="connsiteY16" fmla="*/ 167524 h 813933"/>
                <a:gd name="connsiteX17" fmla="*/ 279098 w 813775"/>
                <a:gd name="connsiteY17" fmla="*/ 121396 h 813933"/>
                <a:gd name="connsiteX0" fmla="*/ 279098 w 813775"/>
                <a:gd name="connsiteY0" fmla="*/ 121396 h 746231"/>
                <a:gd name="connsiteX1" fmla="*/ 338316 w 813775"/>
                <a:gd name="connsiteY1" fmla="*/ 65295 h 746231"/>
                <a:gd name="connsiteX2" fmla="*/ 370730 w 813775"/>
                <a:gd name="connsiteY2" fmla="*/ 26025 h 746231"/>
                <a:gd name="connsiteX3" fmla="*/ 414987 w 813775"/>
                <a:gd name="connsiteY3" fmla="*/ 6077 h 746231"/>
                <a:gd name="connsiteX4" fmla="*/ 607601 w 813775"/>
                <a:gd name="connsiteY4" fmla="*/ 200561 h 746231"/>
                <a:gd name="connsiteX5" fmla="*/ 714193 w 813775"/>
                <a:gd name="connsiteY5" fmla="*/ 305906 h 746231"/>
                <a:gd name="connsiteX6" fmla="*/ 807694 w 813775"/>
                <a:gd name="connsiteY6" fmla="*/ 393798 h 746231"/>
                <a:gd name="connsiteX7" fmla="*/ 754710 w 813775"/>
                <a:gd name="connsiteY7" fmla="*/ 488546 h 746231"/>
                <a:gd name="connsiteX8" fmla="*/ 654975 w 813775"/>
                <a:gd name="connsiteY8" fmla="*/ 587658 h 746231"/>
                <a:gd name="connsiteX9" fmla="*/ 566460 w 813775"/>
                <a:gd name="connsiteY9" fmla="*/ 677420 h 746231"/>
                <a:gd name="connsiteX10" fmla="*/ 504126 w 813775"/>
                <a:gd name="connsiteY10" fmla="*/ 739755 h 746231"/>
                <a:gd name="connsiteX11" fmla="*/ 90848 w 813775"/>
                <a:gd name="connsiteY11" fmla="*/ 509740 h 746231"/>
                <a:gd name="connsiteX12" fmla="*/ 35994 w 813775"/>
                <a:gd name="connsiteY12" fmla="*/ 451769 h 746231"/>
                <a:gd name="connsiteX13" fmla="*/ 3579 w 813775"/>
                <a:gd name="connsiteY13" fmla="*/ 401902 h 746231"/>
                <a:gd name="connsiteX14" fmla="*/ 97705 w 813775"/>
                <a:gd name="connsiteY14" fmla="*/ 302790 h 746231"/>
                <a:gd name="connsiteX15" fmla="*/ 236711 w 813775"/>
                <a:gd name="connsiteY15" fmla="*/ 167524 h 746231"/>
                <a:gd name="connsiteX16" fmla="*/ 279098 w 813775"/>
                <a:gd name="connsiteY16" fmla="*/ 121396 h 746231"/>
                <a:gd name="connsiteX0" fmla="*/ 279098 w 813775"/>
                <a:gd name="connsiteY0" fmla="*/ 121396 h 677420"/>
                <a:gd name="connsiteX1" fmla="*/ 338316 w 813775"/>
                <a:gd name="connsiteY1" fmla="*/ 65295 h 677420"/>
                <a:gd name="connsiteX2" fmla="*/ 370730 w 813775"/>
                <a:gd name="connsiteY2" fmla="*/ 26025 h 677420"/>
                <a:gd name="connsiteX3" fmla="*/ 414987 w 813775"/>
                <a:gd name="connsiteY3" fmla="*/ 6077 h 677420"/>
                <a:gd name="connsiteX4" fmla="*/ 607601 w 813775"/>
                <a:gd name="connsiteY4" fmla="*/ 200561 h 677420"/>
                <a:gd name="connsiteX5" fmla="*/ 714193 w 813775"/>
                <a:gd name="connsiteY5" fmla="*/ 305906 h 677420"/>
                <a:gd name="connsiteX6" fmla="*/ 807694 w 813775"/>
                <a:gd name="connsiteY6" fmla="*/ 393798 h 677420"/>
                <a:gd name="connsiteX7" fmla="*/ 754710 w 813775"/>
                <a:gd name="connsiteY7" fmla="*/ 488546 h 677420"/>
                <a:gd name="connsiteX8" fmla="*/ 654975 w 813775"/>
                <a:gd name="connsiteY8" fmla="*/ 587658 h 677420"/>
                <a:gd name="connsiteX9" fmla="*/ 566460 w 813775"/>
                <a:gd name="connsiteY9" fmla="*/ 677420 h 677420"/>
                <a:gd name="connsiteX10" fmla="*/ 90848 w 813775"/>
                <a:gd name="connsiteY10" fmla="*/ 509740 h 677420"/>
                <a:gd name="connsiteX11" fmla="*/ 35994 w 813775"/>
                <a:gd name="connsiteY11" fmla="*/ 451769 h 677420"/>
                <a:gd name="connsiteX12" fmla="*/ 3579 w 813775"/>
                <a:gd name="connsiteY12" fmla="*/ 401902 h 677420"/>
                <a:gd name="connsiteX13" fmla="*/ 97705 w 813775"/>
                <a:gd name="connsiteY13" fmla="*/ 302790 h 677420"/>
                <a:gd name="connsiteX14" fmla="*/ 236711 w 813775"/>
                <a:gd name="connsiteY14" fmla="*/ 167524 h 677420"/>
                <a:gd name="connsiteX15" fmla="*/ 279098 w 813775"/>
                <a:gd name="connsiteY15" fmla="*/ 121396 h 677420"/>
                <a:gd name="connsiteX0" fmla="*/ 279098 w 813775"/>
                <a:gd name="connsiteY0" fmla="*/ 121396 h 587810"/>
                <a:gd name="connsiteX1" fmla="*/ 338316 w 813775"/>
                <a:gd name="connsiteY1" fmla="*/ 65295 h 587810"/>
                <a:gd name="connsiteX2" fmla="*/ 370730 w 813775"/>
                <a:gd name="connsiteY2" fmla="*/ 26025 h 587810"/>
                <a:gd name="connsiteX3" fmla="*/ 414987 w 813775"/>
                <a:gd name="connsiteY3" fmla="*/ 6077 h 587810"/>
                <a:gd name="connsiteX4" fmla="*/ 607601 w 813775"/>
                <a:gd name="connsiteY4" fmla="*/ 200561 h 587810"/>
                <a:gd name="connsiteX5" fmla="*/ 714193 w 813775"/>
                <a:gd name="connsiteY5" fmla="*/ 305906 h 587810"/>
                <a:gd name="connsiteX6" fmla="*/ 807694 w 813775"/>
                <a:gd name="connsiteY6" fmla="*/ 393798 h 587810"/>
                <a:gd name="connsiteX7" fmla="*/ 754710 w 813775"/>
                <a:gd name="connsiteY7" fmla="*/ 488546 h 587810"/>
                <a:gd name="connsiteX8" fmla="*/ 654975 w 813775"/>
                <a:gd name="connsiteY8" fmla="*/ 587658 h 587810"/>
                <a:gd name="connsiteX9" fmla="*/ 90848 w 813775"/>
                <a:gd name="connsiteY9" fmla="*/ 509740 h 587810"/>
                <a:gd name="connsiteX10" fmla="*/ 35994 w 813775"/>
                <a:gd name="connsiteY10" fmla="*/ 451769 h 587810"/>
                <a:gd name="connsiteX11" fmla="*/ 3579 w 813775"/>
                <a:gd name="connsiteY11" fmla="*/ 401902 h 587810"/>
                <a:gd name="connsiteX12" fmla="*/ 97705 w 813775"/>
                <a:gd name="connsiteY12" fmla="*/ 302790 h 587810"/>
                <a:gd name="connsiteX13" fmla="*/ 236711 w 813775"/>
                <a:gd name="connsiteY13" fmla="*/ 167524 h 587810"/>
                <a:gd name="connsiteX14" fmla="*/ 279098 w 813775"/>
                <a:gd name="connsiteY14" fmla="*/ 121396 h 587810"/>
                <a:gd name="connsiteX0" fmla="*/ 279098 w 808427"/>
                <a:gd name="connsiteY0" fmla="*/ 121396 h 590821"/>
                <a:gd name="connsiteX1" fmla="*/ 338316 w 808427"/>
                <a:gd name="connsiteY1" fmla="*/ 65295 h 590821"/>
                <a:gd name="connsiteX2" fmla="*/ 370730 w 808427"/>
                <a:gd name="connsiteY2" fmla="*/ 26025 h 590821"/>
                <a:gd name="connsiteX3" fmla="*/ 414987 w 808427"/>
                <a:gd name="connsiteY3" fmla="*/ 6077 h 590821"/>
                <a:gd name="connsiteX4" fmla="*/ 607601 w 808427"/>
                <a:gd name="connsiteY4" fmla="*/ 200561 h 590821"/>
                <a:gd name="connsiteX5" fmla="*/ 714193 w 808427"/>
                <a:gd name="connsiteY5" fmla="*/ 305906 h 590821"/>
                <a:gd name="connsiteX6" fmla="*/ 807694 w 808427"/>
                <a:gd name="connsiteY6" fmla="*/ 393798 h 590821"/>
                <a:gd name="connsiteX7" fmla="*/ 654975 w 808427"/>
                <a:gd name="connsiteY7" fmla="*/ 587658 h 590821"/>
                <a:gd name="connsiteX8" fmla="*/ 90848 w 808427"/>
                <a:gd name="connsiteY8" fmla="*/ 509740 h 590821"/>
                <a:gd name="connsiteX9" fmla="*/ 35994 w 808427"/>
                <a:gd name="connsiteY9" fmla="*/ 451769 h 590821"/>
                <a:gd name="connsiteX10" fmla="*/ 3579 w 808427"/>
                <a:gd name="connsiteY10" fmla="*/ 401902 h 590821"/>
                <a:gd name="connsiteX11" fmla="*/ 97705 w 808427"/>
                <a:gd name="connsiteY11" fmla="*/ 302790 h 590821"/>
                <a:gd name="connsiteX12" fmla="*/ 236711 w 808427"/>
                <a:gd name="connsiteY12" fmla="*/ 167524 h 590821"/>
                <a:gd name="connsiteX13" fmla="*/ 279098 w 808427"/>
                <a:gd name="connsiteY13" fmla="*/ 121396 h 590821"/>
                <a:gd name="connsiteX0" fmla="*/ 279098 w 839033"/>
                <a:gd name="connsiteY0" fmla="*/ 121396 h 509740"/>
                <a:gd name="connsiteX1" fmla="*/ 338316 w 839033"/>
                <a:gd name="connsiteY1" fmla="*/ 65295 h 509740"/>
                <a:gd name="connsiteX2" fmla="*/ 370730 w 839033"/>
                <a:gd name="connsiteY2" fmla="*/ 26025 h 509740"/>
                <a:gd name="connsiteX3" fmla="*/ 414987 w 839033"/>
                <a:gd name="connsiteY3" fmla="*/ 6077 h 509740"/>
                <a:gd name="connsiteX4" fmla="*/ 607601 w 839033"/>
                <a:gd name="connsiteY4" fmla="*/ 200561 h 509740"/>
                <a:gd name="connsiteX5" fmla="*/ 714193 w 839033"/>
                <a:gd name="connsiteY5" fmla="*/ 305906 h 509740"/>
                <a:gd name="connsiteX6" fmla="*/ 807694 w 839033"/>
                <a:gd name="connsiteY6" fmla="*/ 393798 h 509740"/>
                <a:gd name="connsiteX7" fmla="*/ 90848 w 839033"/>
                <a:gd name="connsiteY7" fmla="*/ 509740 h 509740"/>
                <a:gd name="connsiteX8" fmla="*/ 35994 w 839033"/>
                <a:gd name="connsiteY8" fmla="*/ 451769 h 509740"/>
                <a:gd name="connsiteX9" fmla="*/ 3579 w 839033"/>
                <a:gd name="connsiteY9" fmla="*/ 401902 h 509740"/>
                <a:gd name="connsiteX10" fmla="*/ 97705 w 839033"/>
                <a:gd name="connsiteY10" fmla="*/ 302790 h 509740"/>
                <a:gd name="connsiteX11" fmla="*/ 236711 w 839033"/>
                <a:gd name="connsiteY11" fmla="*/ 167524 h 509740"/>
                <a:gd name="connsiteX12" fmla="*/ 279098 w 839033"/>
                <a:gd name="connsiteY12" fmla="*/ 121396 h 509740"/>
                <a:gd name="connsiteX0" fmla="*/ 316279 w 879881"/>
                <a:gd name="connsiteY0" fmla="*/ 121396 h 451821"/>
                <a:gd name="connsiteX1" fmla="*/ 375497 w 879881"/>
                <a:gd name="connsiteY1" fmla="*/ 65295 h 451821"/>
                <a:gd name="connsiteX2" fmla="*/ 407911 w 879881"/>
                <a:gd name="connsiteY2" fmla="*/ 26025 h 451821"/>
                <a:gd name="connsiteX3" fmla="*/ 452168 w 879881"/>
                <a:gd name="connsiteY3" fmla="*/ 6077 h 451821"/>
                <a:gd name="connsiteX4" fmla="*/ 644782 w 879881"/>
                <a:gd name="connsiteY4" fmla="*/ 200561 h 451821"/>
                <a:gd name="connsiteX5" fmla="*/ 751374 w 879881"/>
                <a:gd name="connsiteY5" fmla="*/ 305906 h 451821"/>
                <a:gd name="connsiteX6" fmla="*/ 844875 w 879881"/>
                <a:gd name="connsiteY6" fmla="*/ 393798 h 451821"/>
                <a:gd name="connsiteX7" fmla="*/ 73175 w 879881"/>
                <a:gd name="connsiteY7" fmla="*/ 451769 h 451821"/>
                <a:gd name="connsiteX8" fmla="*/ 40760 w 879881"/>
                <a:gd name="connsiteY8" fmla="*/ 401902 h 451821"/>
                <a:gd name="connsiteX9" fmla="*/ 134886 w 879881"/>
                <a:gd name="connsiteY9" fmla="*/ 302790 h 451821"/>
                <a:gd name="connsiteX10" fmla="*/ 273892 w 879881"/>
                <a:gd name="connsiteY10" fmla="*/ 167524 h 451821"/>
                <a:gd name="connsiteX11" fmla="*/ 316279 w 879881"/>
                <a:gd name="connsiteY11" fmla="*/ 121396 h 451821"/>
                <a:gd name="connsiteX0" fmla="*/ 313722 w 879511"/>
                <a:gd name="connsiteY0" fmla="*/ 121396 h 410225"/>
                <a:gd name="connsiteX1" fmla="*/ 372940 w 879511"/>
                <a:gd name="connsiteY1" fmla="*/ 65295 h 410225"/>
                <a:gd name="connsiteX2" fmla="*/ 405354 w 879511"/>
                <a:gd name="connsiteY2" fmla="*/ 26025 h 410225"/>
                <a:gd name="connsiteX3" fmla="*/ 449611 w 879511"/>
                <a:gd name="connsiteY3" fmla="*/ 6077 h 410225"/>
                <a:gd name="connsiteX4" fmla="*/ 642225 w 879511"/>
                <a:gd name="connsiteY4" fmla="*/ 200561 h 410225"/>
                <a:gd name="connsiteX5" fmla="*/ 748817 w 879511"/>
                <a:gd name="connsiteY5" fmla="*/ 305906 h 410225"/>
                <a:gd name="connsiteX6" fmla="*/ 842318 w 879511"/>
                <a:gd name="connsiteY6" fmla="*/ 393798 h 410225"/>
                <a:gd name="connsiteX7" fmla="*/ 38203 w 879511"/>
                <a:gd name="connsiteY7" fmla="*/ 401902 h 410225"/>
                <a:gd name="connsiteX8" fmla="*/ 132329 w 879511"/>
                <a:gd name="connsiteY8" fmla="*/ 302790 h 410225"/>
                <a:gd name="connsiteX9" fmla="*/ 271335 w 879511"/>
                <a:gd name="connsiteY9" fmla="*/ 167524 h 410225"/>
                <a:gd name="connsiteX10" fmla="*/ 313722 w 879511"/>
                <a:gd name="connsiteY10" fmla="*/ 121396 h 410225"/>
                <a:gd name="connsiteX0" fmla="*/ 215961 w 773096"/>
                <a:gd name="connsiteY0" fmla="*/ 121396 h 413673"/>
                <a:gd name="connsiteX1" fmla="*/ 275179 w 773096"/>
                <a:gd name="connsiteY1" fmla="*/ 65295 h 413673"/>
                <a:gd name="connsiteX2" fmla="*/ 307593 w 773096"/>
                <a:gd name="connsiteY2" fmla="*/ 26025 h 413673"/>
                <a:gd name="connsiteX3" fmla="*/ 351850 w 773096"/>
                <a:gd name="connsiteY3" fmla="*/ 6077 h 413673"/>
                <a:gd name="connsiteX4" fmla="*/ 544464 w 773096"/>
                <a:gd name="connsiteY4" fmla="*/ 200561 h 413673"/>
                <a:gd name="connsiteX5" fmla="*/ 651056 w 773096"/>
                <a:gd name="connsiteY5" fmla="*/ 305906 h 413673"/>
                <a:gd name="connsiteX6" fmla="*/ 744557 w 773096"/>
                <a:gd name="connsiteY6" fmla="*/ 393798 h 413673"/>
                <a:gd name="connsiteX7" fmla="*/ 70104 w 773096"/>
                <a:gd name="connsiteY7" fmla="*/ 406499 h 413673"/>
                <a:gd name="connsiteX8" fmla="*/ 34568 w 773096"/>
                <a:gd name="connsiteY8" fmla="*/ 302790 h 413673"/>
                <a:gd name="connsiteX9" fmla="*/ 173574 w 773096"/>
                <a:gd name="connsiteY9" fmla="*/ 167524 h 413673"/>
                <a:gd name="connsiteX10" fmla="*/ 215961 w 773096"/>
                <a:gd name="connsiteY10" fmla="*/ 121396 h 413673"/>
                <a:gd name="connsiteX0" fmla="*/ 212088 w 722355"/>
                <a:gd name="connsiteY0" fmla="*/ 121396 h 416698"/>
                <a:gd name="connsiteX1" fmla="*/ 271306 w 722355"/>
                <a:gd name="connsiteY1" fmla="*/ 65295 h 416698"/>
                <a:gd name="connsiteX2" fmla="*/ 303720 w 722355"/>
                <a:gd name="connsiteY2" fmla="*/ 26025 h 416698"/>
                <a:gd name="connsiteX3" fmla="*/ 347977 w 722355"/>
                <a:gd name="connsiteY3" fmla="*/ 6077 h 416698"/>
                <a:gd name="connsiteX4" fmla="*/ 540591 w 722355"/>
                <a:gd name="connsiteY4" fmla="*/ 200561 h 416698"/>
                <a:gd name="connsiteX5" fmla="*/ 647183 w 722355"/>
                <a:gd name="connsiteY5" fmla="*/ 305906 h 416698"/>
                <a:gd name="connsiteX6" fmla="*/ 682884 w 722355"/>
                <a:gd name="connsiteY6" fmla="*/ 401460 h 416698"/>
                <a:gd name="connsiteX7" fmla="*/ 66231 w 722355"/>
                <a:gd name="connsiteY7" fmla="*/ 406499 h 416698"/>
                <a:gd name="connsiteX8" fmla="*/ 30695 w 722355"/>
                <a:gd name="connsiteY8" fmla="*/ 302790 h 416698"/>
                <a:gd name="connsiteX9" fmla="*/ 169701 w 722355"/>
                <a:gd name="connsiteY9" fmla="*/ 167524 h 416698"/>
                <a:gd name="connsiteX10" fmla="*/ 212088 w 722355"/>
                <a:gd name="connsiteY10" fmla="*/ 121396 h 416698"/>
                <a:gd name="connsiteX0" fmla="*/ 212088 w 707270"/>
                <a:gd name="connsiteY0" fmla="*/ 121396 h 413558"/>
                <a:gd name="connsiteX1" fmla="*/ 271306 w 707270"/>
                <a:gd name="connsiteY1" fmla="*/ 65295 h 413558"/>
                <a:gd name="connsiteX2" fmla="*/ 303720 w 707270"/>
                <a:gd name="connsiteY2" fmla="*/ 26025 h 413558"/>
                <a:gd name="connsiteX3" fmla="*/ 347977 w 707270"/>
                <a:gd name="connsiteY3" fmla="*/ 6077 h 413558"/>
                <a:gd name="connsiteX4" fmla="*/ 540591 w 707270"/>
                <a:gd name="connsiteY4" fmla="*/ 200561 h 413558"/>
                <a:gd name="connsiteX5" fmla="*/ 647183 w 707270"/>
                <a:gd name="connsiteY5" fmla="*/ 305906 h 413558"/>
                <a:gd name="connsiteX6" fmla="*/ 682884 w 707270"/>
                <a:gd name="connsiteY6" fmla="*/ 401460 h 413558"/>
                <a:gd name="connsiteX7" fmla="*/ 66231 w 707270"/>
                <a:gd name="connsiteY7" fmla="*/ 406499 h 413558"/>
                <a:gd name="connsiteX8" fmla="*/ 30695 w 707270"/>
                <a:gd name="connsiteY8" fmla="*/ 302790 h 413558"/>
                <a:gd name="connsiteX9" fmla="*/ 169701 w 707270"/>
                <a:gd name="connsiteY9" fmla="*/ 167524 h 413558"/>
                <a:gd name="connsiteX10" fmla="*/ 212088 w 707270"/>
                <a:gd name="connsiteY10" fmla="*/ 121396 h 413558"/>
                <a:gd name="connsiteX0" fmla="*/ 213334 w 708516"/>
                <a:gd name="connsiteY0" fmla="*/ 121396 h 406601"/>
                <a:gd name="connsiteX1" fmla="*/ 272552 w 708516"/>
                <a:gd name="connsiteY1" fmla="*/ 65295 h 406601"/>
                <a:gd name="connsiteX2" fmla="*/ 304966 w 708516"/>
                <a:gd name="connsiteY2" fmla="*/ 26025 h 406601"/>
                <a:gd name="connsiteX3" fmla="*/ 349223 w 708516"/>
                <a:gd name="connsiteY3" fmla="*/ 6077 h 406601"/>
                <a:gd name="connsiteX4" fmla="*/ 541837 w 708516"/>
                <a:gd name="connsiteY4" fmla="*/ 200561 h 406601"/>
                <a:gd name="connsiteX5" fmla="*/ 648429 w 708516"/>
                <a:gd name="connsiteY5" fmla="*/ 305906 h 406601"/>
                <a:gd name="connsiteX6" fmla="*/ 684130 w 708516"/>
                <a:gd name="connsiteY6" fmla="*/ 401460 h 406601"/>
                <a:gd name="connsiteX7" fmla="*/ 67477 w 708516"/>
                <a:gd name="connsiteY7" fmla="*/ 406499 h 406601"/>
                <a:gd name="connsiteX8" fmla="*/ 31941 w 708516"/>
                <a:gd name="connsiteY8" fmla="*/ 302790 h 406601"/>
                <a:gd name="connsiteX9" fmla="*/ 170947 w 708516"/>
                <a:gd name="connsiteY9" fmla="*/ 167524 h 406601"/>
                <a:gd name="connsiteX10" fmla="*/ 213334 w 708516"/>
                <a:gd name="connsiteY10" fmla="*/ 121396 h 406601"/>
                <a:gd name="connsiteX0" fmla="*/ 213662 w 708844"/>
                <a:gd name="connsiteY0" fmla="*/ 121396 h 411798"/>
                <a:gd name="connsiteX1" fmla="*/ 272880 w 708844"/>
                <a:gd name="connsiteY1" fmla="*/ 65295 h 411798"/>
                <a:gd name="connsiteX2" fmla="*/ 305294 w 708844"/>
                <a:gd name="connsiteY2" fmla="*/ 26025 h 411798"/>
                <a:gd name="connsiteX3" fmla="*/ 349551 w 708844"/>
                <a:gd name="connsiteY3" fmla="*/ 6077 h 411798"/>
                <a:gd name="connsiteX4" fmla="*/ 542165 w 708844"/>
                <a:gd name="connsiteY4" fmla="*/ 200561 h 411798"/>
                <a:gd name="connsiteX5" fmla="*/ 648757 w 708844"/>
                <a:gd name="connsiteY5" fmla="*/ 305906 h 411798"/>
                <a:gd name="connsiteX6" fmla="*/ 684458 w 708844"/>
                <a:gd name="connsiteY6" fmla="*/ 401460 h 411798"/>
                <a:gd name="connsiteX7" fmla="*/ 67805 w 708844"/>
                <a:gd name="connsiteY7" fmla="*/ 406499 h 411798"/>
                <a:gd name="connsiteX8" fmla="*/ 29263 w 708844"/>
                <a:gd name="connsiteY8" fmla="*/ 326630 h 411798"/>
                <a:gd name="connsiteX9" fmla="*/ 171275 w 708844"/>
                <a:gd name="connsiteY9" fmla="*/ 167524 h 411798"/>
                <a:gd name="connsiteX10" fmla="*/ 213662 w 708844"/>
                <a:gd name="connsiteY10" fmla="*/ 121396 h 411798"/>
                <a:gd name="connsiteX0" fmla="*/ 214471 w 724849"/>
                <a:gd name="connsiteY0" fmla="*/ 121396 h 408024"/>
                <a:gd name="connsiteX1" fmla="*/ 273689 w 724849"/>
                <a:gd name="connsiteY1" fmla="*/ 65295 h 408024"/>
                <a:gd name="connsiteX2" fmla="*/ 306103 w 724849"/>
                <a:gd name="connsiteY2" fmla="*/ 26025 h 408024"/>
                <a:gd name="connsiteX3" fmla="*/ 350360 w 724849"/>
                <a:gd name="connsiteY3" fmla="*/ 6077 h 408024"/>
                <a:gd name="connsiteX4" fmla="*/ 542974 w 724849"/>
                <a:gd name="connsiteY4" fmla="*/ 200561 h 408024"/>
                <a:gd name="connsiteX5" fmla="*/ 649566 w 724849"/>
                <a:gd name="connsiteY5" fmla="*/ 305906 h 408024"/>
                <a:gd name="connsiteX6" fmla="*/ 685267 w 724849"/>
                <a:gd name="connsiteY6" fmla="*/ 401460 h 408024"/>
                <a:gd name="connsiteX7" fmla="*/ 67112 w 724849"/>
                <a:gd name="connsiteY7" fmla="*/ 391599 h 408024"/>
                <a:gd name="connsiteX8" fmla="*/ 30072 w 724849"/>
                <a:gd name="connsiteY8" fmla="*/ 326630 h 408024"/>
                <a:gd name="connsiteX9" fmla="*/ 172084 w 724849"/>
                <a:gd name="connsiteY9" fmla="*/ 167524 h 408024"/>
                <a:gd name="connsiteX10" fmla="*/ 214471 w 724849"/>
                <a:gd name="connsiteY10" fmla="*/ 121396 h 408024"/>
                <a:gd name="connsiteX0" fmla="*/ 211535 w 721913"/>
                <a:gd name="connsiteY0" fmla="*/ 121396 h 406258"/>
                <a:gd name="connsiteX1" fmla="*/ 270753 w 721913"/>
                <a:gd name="connsiteY1" fmla="*/ 65295 h 406258"/>
                <a:gd name="connsiteX2" fmla="*/ 303167 w 721913"/>
                <a:gd name="connsiteY2" fmla="*/ 26025 h 406258"/>
                <a:gd name="connsiteX3" fmla="*/ 347424 w 721913"/>
                <a:gd name="connsiteY3" fmla="*/ 6077 h 406258"/>
                <a:gd name="connsiteX4" fmla="*/ 540038 w 721913"/>
                <a:gd name="connsiteY4" fmla="*/ 200561 h 406258"/>
                <a:gd name="connsiteX5" fmla="*/ 646630 w 721913"/>
                <a:gd name="connsiteY5" fmla="*/ 305906 h 406258"/>
                <a:gd name="connsiteX6" fmla="*/ 682331 w 721913"/>
                <a:gd name="connsiteY6" fmla="*/ 401460 h 406258"/>
                <a:gd name="connsiteX7" fmla="*/ 64176 w 721913"/>
                <a:gd name="connsiteY7" fmla="*/ 391599 h 406258"/>
                <a:gd name="connsiteX8" fmla="*/ 27136 w 721913"/>
                <a:gd name="connsiteY8" fmla="*/ 326630 h 406258"/>
                <a:gd name="connsiteX9" fmla="*/ 169148 w 721913"/>
                <a:gd name="connsiteY9" fmla="*/ 167524 h 406258"/>
                <a:gd name="connsiteX10" fmla="*/ 211535 w 721913"/>
                <a:gd name="connsiteY10" fmla="*/ 121396 h 406258"/>
                <a:gd name="connsiteX0" fmla="*/ 211535 w 722361"/>
                <a:gd name="connsiteY0" fmla="*/ 121396 h 401460"/>
                <a:gd name="connsiteX1" fmla="*/ 270753 w 722361"/>
                <a:gd name="connsiteY1" fmla="*/ 65295 h 401460"/>
                <a:gd name="connsiteX2" fmla="*/ 303167 w 722361"/>
                <a:gd name="connsiteY2" fmla="*/ 26025 h 401460"/>
                <a:gd name="connsiteX3" fmla="*/ 347424 w 722361"/>
                <a:gd name="connsiteY3" fmla="*/ 6077 h 401460"/>
                <a:gd name="connsiteX4" fmla="*/ 540038 w 722361"/>
                <a:gd name="connsiteY4" fmla="*/ 200561 h 401460"/>
                <a:gd name="connsiteX5" fmla="*/ 646630 w 722361"/>
                <a:gd name="connsiteY5" fmla="*/ 305906 h 401460"/>
                <a:gd name="connsiteX6" fmla="*/ 682331 w 722361"/>
                <a:gd name="connsiteY6" fmla="*/ 401460 h 401460"/>
                <a:gd name="connsiteX7" fmla="*/ 64176 w 722361"/>
                <a:gd name="connsiteY7" fmla="*/ 391599 h 401460"/>
                <a:gd name="connsiteX8" fmla="*/ 27136 w 722361"/>
                <a:gd name="connsiteY8" fmla="*/ 326630 h 401460"/>
                <a:gd name="connsiteX9" fmla="*/ 169148 w 722361"/>
                <a:gd name="connsiteY9" fmla="*/ 167524 h 401460"/>
                <a:gd name="connsiteX10" fmla="*/ 211535 w 722361"/>
                <a:gd name="connsiteY10" fmla="*/ 121396 h 401460"/>
                <a:gd name="connsiteX0" fmla="*/ 212327 w 722815"/>
                <a:gd name="connsiteY0" fmla="*/ 121396 h 407600"/>
                <a:gd name="connsiteX1" fmla="*/ 271545 w 722815"/>
                <a:gd name="connsiteY1" fmla="*/ 65295 h 407600"/>
                <a:gd name="connsiteX2" fmla="*/ 303959 w 722815"/>
                <a:gd name="connsiteY2" fmla="*/ 26025 h 407600"/>
                <a:gd name="connsiteX3" fmla="*/ 348216 w 722815"/>
                <a:gd name="connsiteY3" fmla="*/ 6077 h 407600"/>
                <a:gd name="connsiteX4" fmla="*/ 540830 w 722815"/>
                <a:gd name="connsiteY4" fmla="*/ 200561 h 407600"/>
                <a:gd name="connsiteX5" fmla="*/ 647422 w 722815"/>
                <a:gd name="connsiteY5" fmla="*/ 305906 h 407600"/>
                <a:gd name="connsiteX6" fmla="*/ 683123 w 722815"/>
                <a:gd name="connsiteY6" fmla="*/ 401460 h 407600"/>
                <a:gd name="connsiteX7" fmla="*/ 63466 w 722815"/>
                <a:gd name="connsiteY7" fmla="*/ 397558 h 407600"/>
                <a:gd name="connsiteX8" fmla="*/ 27928 w 722815"/>
                <a:gd name="connsiteY8" fmla="*/ 326630 h 407600"/>
                <a:gd name="connsiteX9" fmla="*/ 169940 w 722815"/>
                <a:gd name="connsiteY9" fmla="*/ 167524 h 407600"/>
                <a:gd name="connsiteX10" fmla="*/ 212327 w 722815"/>
                <a:gd name="connsiteY10" fmla="*/ 121396 h 407600"/>
                <a:gd name="connsiteX0" fmla="*/ 215192 w 724454"/>
                <a:gd name="connsiteY0" fmla="*/ 121396 h 405756"/>
                <a:gd name="connsiteX1" fmla="*/ 274410 w 724454"/>
                <a:gd name="connsiteY1" fmla="*/ 65295 h 405756"/>
                <a:gd name="connsiteX2" fmla="*/ 306824 w 724454"/>
                <a:gd name="connsiteY2" fmla="*/ 26025 h 405756"/>
                <a:gd name="connsiteX3" fmla="*/ 351081 w 724454"/>
                <a:gd name="connsiteY3" fmla="*/ 6077 h 405756"/>
                <a:gd name="connsiteX4" fmla="*/ 543695 w 724454"/>
                <a:gd name="connsiteY4" fmla="*/ 200561 h 405756"/>
                <a:gd name="connsiteX5" fmla="*/ 650287 w 724454"/>
                <a:gd name="connsiteY5" fmla="*/ 305906 h 405756"/>
                <a:gd name="connsiteX6" fmla="*/ 684485 w 724454"/>
                <a:gd name="connsiteY6" fmla="*/ 394010 h 405756"/>
                <a:gd name="connsiteX7" fmla="*/ 66331 w 724454"/>
                <a:gd name="connsiteY7" fmla="*/ 397558 h 405756"/>
                <a:gd name="connsiteX8" fmla="*/ 30793 w 724454"/>
                <a:gd name="connsiteY8" fmla="*/ 326630 h 405756"/>
                <a:gd name="connsiteX9" fmla="*/ 172805 w 724454"/>
                <a:gd name="connsiteY9" fmla="*/ 167524 h 405756"/>
                <a:gd name="connsiteX10" fmla="*/ 215192 w 724454"/>
                <a:gd name="connsiteY10" fmla="*/ 121396 h 405756"/>
                <a:gd name="connsiteX0" fmla="*/ 215192 w 719153"/>
                <a:gd name="connsiteY0" fmla="*/ 121396 h 405912"/>
                <a:gd name="connsiteX1" fmla="*/ 274410 w 719153"/>
                <a:gd name="connsiteY1" fmla="*/ 65295 h 405912"/>
                <a:gd name="connsiteX2" fmla="*/ 306824 w 719153"/>
                <a:gd name="connsiteY2" fmla="*/ 26025 h 405912"/>
                <a:gd name="connsiteX3" fmla="*/ 351081 w 719153"/>
                <a:gd name="connsiteY3" fmla="*/ 6077 h 405912"/>
                <a:gd name="connsiteX4" fmla="*/ 543695 w 719153"/>
                <a:gd name="connsiteY4" fmla="*/ 200561 h 405912"/>
                <a:gd name="connsiteX5" fmla="*/ 650287 w 719153"/>
                <a:gd name="connsiteY5" fmla="*/ 305906 h 405912"/>
                <a:gd name="connsiteX6" fmla="*/ 684485 w 719153"/>
                <a:gd name="connsiteY6" fmla="*/ 394010 h 405912"/>
                <a:gd name="connsiteX7" fmla="*/ 66331 w 719153"/>
                <a:gd name="connsiteY7" fmla="*/ 397558 h 405912"/>
                <a:gd name="connsiteX8" fmla="*/ 30793 w 719153"/>
                <a:gd name="connsiteY8" fmla="*/ 326630 h 405912"/>
                <a:gd name="connsiteX9" fmla="*/ 172805 w 719153"/>
                <a:gd name="connsiteY9" fmla="*/ 167524 h 405912"/>
                <a:gd name="connsiteX10" fmla="*/ 215192 w 719153"/>
                <a:gd name="connsiteY10" fmla="*/ 121396 h 40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153" h="405912">
                  <a:moveTo>
                    <a:pt x="215192" y="121396"/>
                  </a:moveTo>
                  <a:cubicBezTo>
                    <a:pt x="244489" y="100203"/>
                    <a:pt x="245112" y="87112"/>
                    <a:pt x="274410" y="65295"/>
                  </a:cubicBezTo>
                  <a:cubicBezTo>
                    <a:pt x="284384" y="58439"/>
                    <a:pt x="294357" y="40985"/>
                    <a:pt x="306824" y="26025"/>
                  </a:cubicBezTo>
                  <a:cubicBezTo>
                    <a:pt x="323655" y="6077"/>
                    <a:pt x="333628" y="-8883"/>
                    <a:pt x="351081" y="6077"/>
                  </a:cubicBezTo>
                  <a:cubicBezTo>
                    <a:pt x="417779" y="60309"/>
                    <a:pt x="476374" y="132617"/>
                    <a:pt x="543695" y="200561"/>
                  </a:cubicBezTo>
                  <a:cubicBezTo>
                    <a:pt x="577979" y="234845"/>
                    <a:pt x="626822" y="273665"/>
                    <a:pt x="650287" y="305906"/>
                  </a:cubicBezTo>
                  <a:cubicBezTo>
                    <a:pt x="673752" y="338147"/>
                    <a:pt x="769786" y="380225"/>
                    <a:pt x="684485" y="394010"/>
                  </a:cubicBezTo>
                  <a:cubicBezTo>
                    <a:pt x="587229" y="409727"/>
                    <a:pt x="175280" y="408788"/>
                    <a:pt x="66331" y="397558"/>
                  </a:cubicBezTo>
                  <a:cubicBezTo>
                    <a:pt x="-42618" y="386328"/>
                    <a:pt x="10846" y="347823"/>
                    <a:pt x="30793" y="326630"/>
                  </a:cubicBezTo>
                  <a:cubicBezTo>
                    <a:pt x="75050" y="278632"/>
                    <a:pt x="117951" y="222378"/>
                    <a:pt x="172805" y="167524"/>
                  </a:cubicBezTo>
                  <a:lnTo>
                    <a:pt x="215192" y="121396"/>
                  </a:lnTo>
                  <a:close/>
                </a:path>
              </a:pathLst>
            </a:custGeom>
            <a:solidFill>
              <a:srgbClr val="C4C4CD"/>
            </a:solidFill>
            <a:ln w="6231" cap="flat">
              <a:noFill/>
              <a:prstDash val="solid"/>
              <a:miter/>
            </a:ln>
          </p:spPr>
          <p:txBody>
            <a:bodyPr wrap="none" rtlCol="0" anchor="ctr"/>
            <a:lstStyle/>
            <a:p>
              <a:pPr algn="ctr"/>
              <a:endParaRPr lang="en-US" sz="320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grpSp>
        <p:nvGrpSpPr>
          <p:cNvPr id="39" name="Group 4">
            <a:extLst>
              <a:ext uri="{FF2B5EF4-FFF2-40B4-BE49-F238E27FC236}">
                <a16:creationId xmlns:a16="http://schemas.microsoft.com/office/drawing/2014/main" id="{8A55C170-751C-D815-B538-985CB1CF9FB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37152" y="6432784"/>
            <a:ext cx="303055" cy="311150"/>
            <a:chOff x="7110" y="4004"/>
            <a:chExt cx="191" cy="196"/>
          </a:xfrm>
        </p:grpSpPr>
        <p:sp>
          <p:nvSpPr>
            <p:cNvPr id="40" name="Freeform 5">
              <a:extLst>
                <a:ext uri="{FF2B5EF4-FFF2-40B4-BE49-F238E27FC236}">
                  <a16:creationId xmlns:a16="http://schemas.microsoft.com/office/drawing/2014/main" id="{0149DD49-4C2B-5340-FAE8-1AE58D9B45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41" name="Freeform 6">
              <a:extLst>
                <a:ext uri="{FF2B5EF4-FFF2-40B4-BE49-F238E27FC236}">
                  <a16:creationId xmlns:a16="http://schemas.microsoft.com/office/drawing/2014/main" id="{664C948F-2387-C0BD-3F74-2030C2CAC2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42" name="Freeform 7">
              <a:extLst>
                <a:ext uri="{FF2B5EF4-FFF2-40B4-BE49-F238E27FC236}">
                  <a16:creationId xmlns:a16="http://schemas.microsoft.com/office/drawing/2014/main" id="{FE8247BA-B3CB-D3D6-FFAD-64D2C93DA3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</p:grpSp>
      <p:pic>
        <p:nvPicPr>
          <p:cNvPr id="43" name="Picture 42">
            <a:extLst>
              <a:ext uri="{FF2B5EF4-FFF2-40B4-BE49-F238E27FC236}">
                <a16:creationId xmlns:a16="http://schemas.microsoft.com/office/drawing/2014/main" id="{E41CC0AD-79C8-3DB5-655F-2E524224E12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7494" y="6439417"/>
            <a:ext cx="963660" cy="316638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2B1C420-5837-42A7-53D5-F64B8DD9F7EC}"/>
              </a:ext>
            </a:extLst>
          </p:cNvPr>
          <p:cNvCxnSpPr/>
          <p:nvPr userDrawn="1"/>
        </p:nvCxnSpPr>
        <p:spPr>
          <a:xfrm>
            <a:off x="514662" y="6512572"/>
            <a:ext cx="0" cy="214202"/>
          </a:xfrm>
          <a:prstGeom prst="line">
            <a:avLst/>
          </a:prstGeom>
          <a:ln w="9525">
            <a:solidFill>
              <a:schemeClr val="bg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6AC585EF-07FD-C27B-E48B-4131BAD1E2BE}"/>
              </a:ext>
            </a:extLst>
          </p:cNvPr>
          <p:cNvSpPr txBox="1">
            <a:spLocks/>
          </p:cNvSpPr>
          <p:nvPr userDrawn="1"/>
        </p:nvSpPr>
        <p:spPr>
          <a:xfrm>
            <a:off x="11190504" y="6530420"/>
            <a:ext cx="398746" cy="158377"/>
          </a:xfrm>
          <a:prstGeom prst="rect">
            <a:avLst/>
          </a:prstGeom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/>
                </a:solidFill>
                <a:latin typeface="EYInterstate Regular" panose="02000503020000020004" pitchFamily="2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algn="ctr" defTabSz="913943" rtl="0" eaLnBrk="1" latinLnBrk="0" hangingPunct="1">
              <a:lnSpc>
                <a:spcPct val="85000"/>
              </a:lnSpc>
              <a:spcBef>
                <a:spcPct val="0"/>
              </a:spcBef>
              <a:buNone/>
            </a:pPr>
            <a:fld id="{D5B76411-544C-4F9A-8EDE-9EEB2BD21F95}" type="slidenum">
              <a:rPr lang="en-IN" sz="1200" b="1" kern="1200" spc="100" smtClean="0">
                <a:solidFill>
                  <a:schemeClr val="bg1">
                    <a:lumMod val="20000"/>
                    <a:lumOff val="80000"/>
                  </a:schemeClr>
                </a:solidFill>
                <a:latin typeface="Calibri Light" panose="020F0302020204030204" pitchFamily="34" charset="0"/>
                <a:ea typeface="+mj-ea"/>
                <a:cs typeface="Calibri Light" panose="020F0302020204030204" pitchFamily="34" charset="0"/>
              </a:rPr>
              <a:pPr marL="0" lvl="0" algn="ctr" defTabSz="913943" rtl="0" eaLnBrk="1" latinLnBrk="0" hangingPunct="1">
                <a:lnSpc>
                  <a:spcPct val="85000"/>
                </a:lnSpc>
                <a:spcBef>
                  <a:spcPct val="0"/>
                </a:spcBef>
                <a:buNone/>
              </a:pPr>
              <a:t>‹#›</a:t>
            </a:fld>
            <a:endParaRPr sz="1200" b="1" kern="1200" spc="100">
              <a:solidFill>
                <a:schemeClr val="bg1">
                  <a:lumMod val="20000"/>
                  <a:lumOff val="80000"/>
                </a:schemeClr>
              </a:solidFill>
              <a:latin typeface="Calibri Light" panose="020F0302020204030204" pitchFamily="34" charset="0"/>
              <a:ea typeface="+mj-ea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60808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  <p15:guide id="3" orient="horz" pos="3906">
          <p15:clr>
            <a:srgbClr val="FBAE40"/>
          </p15:clr>
        </p15:guide>
        <p15:guide id="4" pos="281">
          <p15:clr>
            <a:srgbClr val="FBAE40"/>
          </p15:clr>
        </p15:guide>
        <p15:guide id="5" pos="7425">
          <p15:clr>
            <a:srgbClr val="FBAE40"/>
          </p15:clr>
        </p15:guide>
        <p15:guide id="6" orient="horz" pos="777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33B562A0-3D6C-45D0-9E85-8A28A804D0F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006638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592" imgH="591" progId="TCLayout.ActiveDocument.1">
                  <p:embed/>
                </p:oleObj>
              </mc:Choice>
              <mc:Fallback>
                <p:oleObj name="think-cell Slide" r:id="rId7" imgW="592" imgH="591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33B562A0-3D6C-45D0-9E85-8A28A804D0F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7" name="Picture 56">
            <a:extLst>
              <a:ext uri="{FF2B5EF4-FFF2-40B4-BE49-F238E27FC236}">
                <a16:creationId xmlns:a16="http://schemas.microsoft.com/office/drawing/2014/main" id="{9DCEF449-9BF1-4822-A678-CDF058AAA07A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 bwMode="ltGray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CC42428D-965F-410A-AAB0-2F4E028AF07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4400" b="1" i="0" baseline="0">
              <a:solidFill>
                <a:schemeClr val="bg1"/>
              </a:solidFill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16" name="Documenttype">
            <a:extLst>
              <a:ext uri="{FF2B5EF4-FFF2-40B4-BE49-F238E27FC236}">
                <a16:creationId xmlns:a16="http://schemas.microsoft.com/office/drawing/2014/main" id="{0CADA7EB-5C2E-4AD4-A32E-534A28817C8A}"/>
              </a:ext>
            </a:extLst>
          </p:cNvPr>
          <p:cNvSpPr>
            <a:spLocks noGrp="1"/>
          </p:cNvSpPr>
          <p:nvPr>
            <p:ph type="body" sz="quarter" idx="13" hasCustomPrompt="1"/>
            <p:custDataLst>
              <p:tags r:id="rId3"/>
            </p:custDataLst>
          </p:nvPr>
        </p:nvSpPr>
        <p:spPr bwMode="ltGray">
          <a:xfrm>
            <a:off x="550800" y="5455062"/>
            <a:ext cx="4075477" cy="215444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lvl1pPr>
              <a:defRPr lang="en-US" sz="1400" dirty="0">
                <a:solidFill>
                  <a:schemeClr val="bg1"/>
                </a:solidFill>
              </a:defRPr>
            </a:lvl1pPr>
          </a:lstStyle>
          <a:p>
            <a:pPr lvl="0">
              <a:buNone/>
            </a:pPr>
            <a:r>
              <a:rPr lang="en-US"/>
              <a:t>Edit date or title/role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C85A1636-E33D-4640-A4BA-89E2008C1ED4}"/>
              </a:ext>
            </a:extLst>
          </p:cNvPr>
          <p:cNvSpPr>
            <a:spLocks noGrp="1"/>
          </p:cNvSpPr>
          <p:nvPr>
            <p:ph type="subTitle" idx="1"/>
            <p:custDataLst>
              <p:tags r:id="rId4"/>
            </p:custDataLst>
          </p:nvPr>
        </p:nvSpPr>
        <p:spPr bwMode="ltGray">
          <a:xfrm>
            <a:off x="551941" y="4487784"/>
            <a:ext cx="4075477" cy="30777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lvl1pPr>
              <a:defRPr lang="en-US" sz="2000" dirty="0">
                <a:solidFill>
                  <a:schemeClr val="bg1"/>
                </a:solidFill>
              </a:defRPr>
            </a:lvl1pPr>
          </a:lstStyle>
          <a:p>
            <a:pPr lvl="0">
              <a:buNone/>
            </a:pPr>
            <a:r>
              <a:rPr lang="en-US"/>
              <a:t>Click to edit Master subtitle style</a:t>
            </a:r>
          </a:p>
        </p:txBody>
      </p:sp>
      <p:sp>
        <p:nvSpPr>
          <p:cNvPr id="20" name="Title">
            <a:extLst>
              <a:ext uri="{FF2B5EF4-FFF2-40B4-BE49-F238E27FC236}">
                <a16:creationId xmlns:a16="http://schemas.microsoft.com/office/drawing/2014/main" id="{AA4E4E19-7239-46DA-AE24-CE9556C9BE7D}"/>
              </a:ext>
            </a:extLst>
          </p:cNvPr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 bwMode="ltGray">
          <a:xfrm>
            <a:off x="551941" y="3012521"/>
            <a:ext cx="4075477" cy="135421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b" anchorCtr="0">
            <a:normAutofit/>
          </a:bodyPr>
          <a:lstStyle>
            <a:lvl1pPr>
              <a:defRPr lang="en-US" sz="44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pic>
        <p:nvPicPr>
          <p:cNvPr id="58" name="Picture 57">
            <a:extLst>
              <a:ext uri="{FF2B5EF4-FFF2-40B4-BE49-F238E27FC236}">
                <a16:creationId xmlns:a16="http://schemas.microsoft.com/office/drawing/2014/main" id="{3B0C58A9-0B18-491B-BA32-F6683372E4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 l="7197" t="19954" r="7424" b="21932"/>
          <a:stretch/>
        </p:blipFill>
        <p:spPr>
          <a:xfrm>
            <a:off x="609600" y="556426"/>
            <a:ext cx="2277530" cy="860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89275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 - title only -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30CF4F-91F5-4252-9F54-B7E4E79069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2AD60A62-D79C-4E7D-8F8E-8A07D848AD2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885BFB3-E4D4-458A-9775-FB7D052D90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4353" y="501882"/>
            <a:ext cx="11441529" cy="346249"/>
          </a:xfrm>
        </p:spPr>
        <p:txBody>
          <a:bodyPr anchor="b"/>
          <a:lstStyle>
            <a:lvl1pPr>
              <a:defRPr/>
            </a:lvl1pPr>
          </a:lstStyle>
          <a:p>
            <a:r>
              <a:rPr lang="en-US"/>
              <a:t>Click to edit slide title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4A7FCE2D-D85A-43BA-BE8C-ED9F686E68B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4353" y="241237"/>
            <a:ext cx="3670140" cy="208416"/>
          </a:xfrm>
        </p:spPr>
        <p:txBody>
          <a:bodyPr wrap="square" tIns="54000" anchor="t">
            <a:spAutoFit/>
          </a:bodyPr>
          <a:lstStyle>
            <a:lvl1pPr marL="0" indent="0" algn="l">
              <a:lnSpc>
                <a:spcPct val="100000"/>
              </a:lnSpc>
              <a:buNone/>
              <a:defRPr sz="1000" b="1" cap="all" baseline="0">
                <a:solidFill>
                  <a:schemeClr val="tx2"/>
                </a:solidFill>
              </a:defRPr>
            </a:lvl1pPr>
            <a:lvl2pPr marL="457154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3" indent="0" algn="ctr">
              <a:buNone/>
              <a:defRPr sz="1600"/>
            </a:lvl4pPr>
            <a:lvl5pPr marL="1828617" indent="0" algn="ctr">
              <a:buNone/>
              <a:defRPr sz="1600"/>
            </a:lvl5pPr>
            <a:lvl6pPr marL="2285771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4" indent="0" algn="ctr">
              <a:buNone/>
              <a:defRPr sz="1600"/>
            </a:lvl9pPr>
          </a:lstStyle>
          <a:p>
            <a:r>
              <a:rPr lang="en-US"/>
              <a:t>Click to Edit slide header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5ACBA25A-8C5C-46D9-9582-E45E5693753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75015" y="900360"/>
            <a:ext cx="11447463" cy="204671"/>
          </a:xfrm>
        </p:spPr>
        <p:txBody>
          <a:bodyPr/>
          <a:lstStyle>
            <a:lvl1pPr>
              <a:defRPr sz="14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GB" sz="1400"/>
              <a:t>Click to edit strapline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18394058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 Column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059E7DC-CA48-EA48-9A74-4948465CD3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371600" y="2468878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FD302041-278B-E541-A2F8-B3C818F3665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9200" y="2468880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59F7DCC-CE37-2248-AB86-59685FC9AD9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716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BA6EFC5F-0FC3-3744-B6A5-6FA3E40E10E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0292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C1548EE5-5E99-C941-9FEA-B1D02BBE5A2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686800" y="2468880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93BE6FEE-4470-0D46-ACB9-31C6A5F6A9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6868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BF8E4B07-A5CB-8D41-83F9-2CBDCA250C7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40080" y="1076480"/>
            <a:ext cx="10972800" cy="284490"/>
          </a:xfrm>
        </p:spPr>
        <p:txBody>
          <a:bodyPr/>
          <a:lstStyle>
            <a:lvl1pPr>
              <a:defRPr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enter sub-title (or leave blank)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0AF7CC0-4040-9F4C-9826-436CE1DC0779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32DF331-0B3A-7348-9339-3438EB44D598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pPr defTabSz="228603">
              <a:spcAft>
                <a:spcPts val="1200"/>
              </a:spcAft>
              <a:defRPr/>
            </a:pPr>
            <a:r>
              <a:rPr lang="en-US"/>
              <a:t>Playbook 2 / Lean Portfolio Management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5BC6CE-552A-1745-A424-DBF8D6940B66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1F90F471-3972-4120-B8B3-0237DE626C35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412DB75-2D11-264A-A0F1-CD8BD401A9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2643877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3">
            <a:extLst>
              <a:ext uri="{FF2B5EF4-FFF2-40B4-BE49-F238E27FC236}">
                <a16:creationId xmlns:a16="http://schemas.microsoft.com/office/drawing/2014/main" id="{14C875A0-8D13-4B5A-A5C7-608556CDF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7" y="384048"/>
            <a:ext cx="10871194" cy="473816"/>
          </a:xfrm>
        </p:spPr>
        <p:txBody>
          <a:bodyPr tIns="45720" anchor="t" anchorCtr="0">
            <a:noAutofit/>
          </a:bodyPr>
          <a:lstStyle>
            <a:lvl1pPr>
              <a:lnSpc>
                <a:spcPct val="85000"/>
              </a:lnSpc>
              <a:defRPr sz="3200" b="1" cap="none">
                <a:solidFill>
                  <a:srgbClr val="2F5597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61C7D92-FF2B-4E48-BE65-F37F5E54CE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07879" y="6592827"/>
            <a:ext cx="125034" cy="123111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marL="0" algn="ctr" defTabSz="914400" rtl="0" eaLnBrk="1" latinLnBrk="0" hangingPunct="1">
              <a:defRPr lang="en-US" sz="800" kern="1200" baseline="0" smtClean="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fld id="{7505E45A-03BB-464B-8278-1A9522AE72B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6395883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Column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4D53D27E-5392-254B-9FD6-6E0C1FCF70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0080" y="1554480"/>
            <a:ext cx="10972800" cy="4572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(bullet 20pt)</a:t>
            </a:r>
          </a:p>
          <a:p>
            <a:pPr lvl="1"/>
            <a:r>
              <a:rPr lang="en-US"/>
              <a:t>Second level (bullet 20pt)</a:t>
            </a:r>
          </a:p>
          <a:p>
            <a:pPr lvl="2"/>
            <a:r>
              <a:rPr lang="en-US"/>
              <a:t>Third level (bullet 20pt)</a:t>
            </a:r>
          </a:p>
          <a:p>
            <a:pPr lvl="3"/>
            <a:r>
              <a:rPr lang="en-US"/>
              <a:t>Fourth level (bullet 18pt)</a:t>
            </a:r>
          </a:p>
          <a:p>
            <a:pPr lvl="4"/>
            <a:r>
              <a:rPr lang="en-US"/>
              <a:t>Fifth level (bullet 18pt)</a:t>
            </a:r>
          </a:p>
          <a:p>
            <a:pPr lvl="5"/>
            <a:r>
              <a:rPr lang="en-US"/>
              <a:t>Sixth level (copy 16pt)</a:t>
            </a:r>
          </a:p>
          <a:p>
            <a:pPr lvl="6"/>
            <a:r>
              <a:rPr lang="en-US"/>
              <a:t>Seventh level (small copy 12pt)</a:t>
            </a:r>
          </a:p>
          <a:p>
            <a:pPr lvl="7"/>
            <a:r>
              <a:rPr lang="en-US"/>
              <a:t>EIGHT LEVEL (DESCRIPTOR 10PT)</a:t>
            </a:r>
          </a:p>
          <a:p>
            <a:pPr lvl="8"/>
            <a:r>
              <a:rPr lang="en-US"/>
              <a:t>Ninth level (footer 8pt)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7CB69E8-B407-9C46-AB14-05B87A077F3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40080" y="1076480"/>
            <a:ext cx="10972800" cy="284490"/>
          </a:xfrm>
        </p:spPr>
        <p:txBody>
          <a:bodyPr/>
          <a:lstStyle>
            <a:lvl1pPr>
              <a:defRPr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enter sub-title (or leave blank)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BE275479-AEE0-A841-B060-89D41E1D0308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F5BB1583-56CB-6543-97AE-D65F620A54F5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pPr defTabSz="228603">
              <a:spcAft>
                <a:spcPts val="1200"/>
              </a:spcAft>
              <a:defRPr/>
            </a:pPr>
            <a:r>
              <a:rPr lang="en-US"/>
              <a:t>Playbook 2 / Lean Portfolio Management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A2B3F3A6-63E6-2E44-86AF-23180993AAE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1F90F471-3972-4120-B8B3-0237DE626C35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8D141D2F-A271-2D48-B8BD-ECFC98FF25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93468477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 - title only -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793569-3587-4BA8-B8C1-5953DA9559D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4352" y="878400"/>
            <a:ext cx="11441529" cy="346249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slide title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30CF4F-91F5-4252-9F54-B7E4E79069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2AD60A62-D79C-4E7D-8F8E-8A07D848AD2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B5951E3F-CAF6-4EC8-8BCC-41AAB1B475E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4351" y="442571"/>
            <a:ext cx="3670140" cy="208416"/>
          </a:xfrm>
        </p:spPr>
        <p:txBody>
          <a:bodyPr wrap="square" tIns="54000" anchor="b">
            <a:spAutoFit/>
          </a:bodyPr>
          <a:lstStyle>
            <a:lvl1pPr marL="0" indent="0" algn="l">
              <a:lnSpc>
                <a:spcPct val="100000"/>
              </a:lnSpc>
              <a:buNone/>
              <a:defRPr sz="1000" b="1" cap="all" baseline="0">
                <a:solidFill>
                  <a:schemeClr val="tx2"/>
                </a:solidFill>
              </a:defRPr>
            </a:lvl1pPr>
            <a:lvl2pPr marL="457154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3" indent="0" algn="ctr">
              <a:buNone/>
              <a:defRPr sz="1600"/>
            </a:lvl4pPr>
            <a:lvl5pPr marL="1828617" indent="0" algn="ctr">
              <a:buNone/>
              <a:defRPr sz="1600"/>
            </a:lvl5pPr>
            <a:lvl6pPr marL="2285771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4" indent="0" algn="ctr">
              <a:buNone/>
              <a:defRPr sz="1600"/>
            </a:lvl9pPr>
          </a:lstStyle>
          <a:p>
            <a:r>
              <a:rPr lang="en-US"/>
              <a:t>Click to Edit slide header</a:t>
            </a:r>
          </a:p>
        </p:txBody>
      </p:sp>
    </p:spTree>
    <p:extLst>
      <p:ext uri="{BB962C8B-B14F-4D97-AF65-F5344CB8AC3E}">
        <p14:creationId xmlns:p14="http://schemas.microsoft.com/office/powerpoint/2010/main" val="960743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0.xml"/><Relationship Id="rId18" Type="http://schemas.openxmlformats.org/officeDocument/2006/relationships/slideLayout" Target="../slideLayouts/slideLayout75.xml"/><Relationship Id="rId26" Type="http://schemas.openxmlformats.org/officeDocument/2006/relationships/slideLayout" Target="../slideLayouts/slideLayout83.xml"/><Relationship Id="rId39" Type="http://schemas.openxmlformats.org/officeDocument/2006/relationships/slideLayout" Target="../slideLayouts/slideLayout96.xml"/><Relationship Id="rId21" Type="http://schemas.openxmlformats.org/officeDocument/2006/relationships/slideLayout" Target="../slideLayouts/slideLayout78.xml"/><Relationship Id="rId34" Type="http://schemas.openxmlformats.org/officeDocument/2006/relationships/slideLayout" Target="../slideLayouts/slideLayout91.xml"/><Relationship Id="rId7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9.xml"/><Relationship Id="rId17" Type="http://schemas.openxmlformats.org/officeDocument/2006/relationships/slideLayout" Target="../slideLayouts/slideLayout74.xml"/><Relationship Id="rId25" Type="http://schemas.openxmlformats.org/officeDocument/2006/relationships/slideLayout" Target="../slideLayouts/slideLayout82.xml"/><Relationship Id="rId33" Type="http://schemas.openxmlformats.org/officeDocument/2006/relationships/slideLayout" Target="../slideLayouts/slideLayout90.xml"/><Relationship Id="rId38" Type="http://schemas.openxmlformats.org/officeDocument/2006/relationships/slideLayout" Target="../slideLayouts/slideLayout95.xml"/><Relationship Id="rId2" Type="http://schemas.openxmlformats.org/officeDocument/2006/relationships/slideLayout" Target="../slideLayouts/slideLayout59.xml"/><Relationship Id="rId16" Type="http://schemas.openxmlformats.org/officeDocument/2006/relationships/slideLayout" Target="../slideLayouts/slideLayout73.xml"/><Relationship Id="rId20" Type="http://schemas.openxmlformats.org/officeDocument/2006/relationships/slideLayout" Target="../slideLayouts/slideLayout77.xml"/><Relationship Id="rId29" Type="http://schemas.openxmlformats.org/officeDocument/2006/relationships/slideLayout" Target="../slideLayouts/slideLayout86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24" Type="http://schemas.openxmlformats.org/officeDocument/2006/relationships/slideLayout" Target="../slideLayouts/slideLayout81.xml"/><Relationship Id="rId32" Type="http://schemas.openxmlformats.org/officeDocument/2006/relationships/slideLayout" Target="../slideLayouts/slideLayout89.xml"/><Relationship Id="rId37" Type="http://schemas.openxmlformats.org/officeDocument/2006/relationships/slideLayout" Target="../slideLayouts/slideLayout94.xml"/><Relationship Id="rId40" Type="http://schemas.openxmlformats.org/officeDocument/2006/relationships/theme" Target="../theme/theme2.xml"/><Relationship Id="rId5" Type="http://schemas.openxmlformats.org/officeDocument/2006/relationships/slideLayout" Target="../slideLayouts/slideLayout62.xml"/><Relationship Id="rId15" Type="http://schemas.openxmlformats.org/officeDocument/2006/relationships/slideLayout" Target="../slideLayouts/slideLayout72.xml"/><Relationship Id="rId23" Type="http://schemas.openxmlformats.org/officeDocument/2006/relationships/slideLayout" Target="../slideLayouts/slideLayout80.xml"/><Relationship Id="rId28" Type="http://schemas.openxmlformats.org/officeDocument/2006/relationships/slideLayout" Target="../slideLayouts/slideLayout85.xml"/><Relationship Id="rId36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67.xml"/><Relationship Id="rId19" Type="http://schemas.openxmlformats.org/officeDocument/2006/relationships/slideLayout" Target="../slideLayouts/slideLayout76.xml"/><Relationship Id="rId31" Type="http://schemas.openxmlformats.org/officeDocument/2006/relationships/slideLayout" Target="../slideLayouts/slideLayout88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71.xml"/><Relationship Id="rId22" Type="http://schemas.openxmlformats.org/officeDocument/2006/relationships/slideLayout" Target="../slideLayouts/slideLayout79.xml"/><Relationship Id="rId27" Type="http://schemas.openxmlformats.org/officeDocument/2006/relationships/slideLayout" Target="../slideLayouts/slideLayout84.xml"/><Relationship Id="rId30" Type="http://schemas.openxmlformats.org/officeDocument/2006/relationships/slideLayout" Target="../slideLayouts/slideLayout87.xml"/><Relationship Id="rId35" Type="http://schemas.openxmlformats.org/officeDocument/2006/relationships/slideLayout" Target="../slideLayouts/slideLayout92.xml"/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14.xml"/><Relationship Id="rId26" Type="http://schemas.openxmlformats.org/officeDocument/2006/relationships/slideLayout" Target="../slideLayouts/slideLayout122.xml"/><Relationship Id="rId21" Type="http://schemas.openxmlformats.org/officeDocument/2006/relationships/slideLayout" Target="../slideLayouts/slideLayout117.xml"/><Relationship Id="rId34" Type="http://schemas.openxmlformats.org/officeDocument/2006/relationships/theme" Target="../theme/theme3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17" Type="http://schemas.openxmlformats.org/officeDocument/2006/relationships/slideLayout" Target="../slideLayouts/slideLayout113.xml"/><Relationship Id="rId25" Type="http://schemas.openxmlformats.org/officeDocument/2006/relationships/slideLayout" Target="../slideLayouts/slideLayout121.xml"/><Relationship Id="rId33" Type="http://schemas.openxmlformats.org/officeDocument/2006/relationships/slideLayout" Target="../slideLayouts/slideLayout129.xml"/><Relationship Id="rId38" Type="http://schemas.openxmlformats.org/officeDocument/2006/relationships/image" Target="../media/image51.jpeg"/><Relationship Id="rId2" Type="http://schemas.openxmlformats.org/officeDocument/2006/relationships/slideLayout" Target="../slideLayouts/slideLayout98.xml"/><Relationship Id="rId16" Type="http://schemas.openxmlformats.org/officeDocument/2006/relationships/slideLayout" Target="../slideLayouts/slideLayout112.xml"/><Relationship Id="rId20" Type="http://schemas.openxmlformats.org/officeDocument/2006/relationships/slideLayout" Target="../slideLayouts/slideLayout116.xml"/><Relationship Id="rId29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24" Type="http://schemas.openxmlformats.org/officeDocument/2006/relationships/slideLayout" Target="../slideLayouts/slideLayout120.xml"/><Relationship Id="rId32" Type="http://schemas.openxmlformats.org/officeDocument/2006/relationships/slideLayout" Target="../slideLayouts/slideLayout128.xml"/><Relationship Id="rId37" Type="http://schemas.openxmlformats.org/officeDocument/2006/relationships/image" Target="../media/image50.emf"/><Relationship Id="rId5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11.xml"/><Relationship Id="rId23" Type="http://schemas.openxmlformats.org/officeDocument/2006/relationships/slideLayout" Target="../slideLayouts/slideLayout119.xml"/><Relationship Id="rId28" Type="http://schemas.openxmlformats.org/officeDocument/2006/relationships/slideLayout" Target="../slideLayouts/slideLayout124.xml"/><Relationship Id="rId36" Type="http://schemas.openxmlformats.org/officeDocument/2006/relationships/oleObject" Target="../embeddings/oleObject1.bin"/><Relationship Id="rId10" Type="http://schemas.openxmlformats.org/officeDocument/2006/relationships/slideLayout" Target="../slideLayouts/slideLayout106.xml"/><Relationship Id="rId19" Type="http://schemas.openxmlformats.org/officeDocument/2006/relationships/slideLayout" Target="../slideLayouts/slideLayout115.xml"/><Relationship Id="rId31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8.xml"/><Relationship Id="rId27" Type="http://schemas.openxmlformats.org/officeDocument/2006/relationships/slideLayout" Target="../slideLayouts/slideLayout123.xml"/><Relationship Id="rId30" Type="http://schemas.openxmlformats.org/officeDocument/2006/relationships/slideLayout" Target="../slideLayouts/slideLayout126.xml"/><Relationship Id="rId35" Type="http://schemas.openxmlformats.org/officeDocument/2006/relationships/tags" Target="../tags/tag1.xml"/><Relationship Id="rId8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9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65EEB2C-1B6C-392E-C467-E23BC2E605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152400"/>
            <a:ext cx="11430000" cy="48577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027" name="Text Placeholder 2">
            <a:extLst>
              <a:ext uri="{FF2B5EF4-FFF2-40B4-BE49-F238E27FC236}">
                <a16:creationId xmlns:a16="http://schemas.microsoft.com/office/drawing/2014/main" id="{FD201EC3-9496-D20E-4F37-52E967B8EB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914400"/>
            <a:ext cx="11430000" cy="510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2A2C9E0-909F-D867-0F94-642A01FACC24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28244426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  <p:sldLayoutId id="2147483694" r:id="rId34"/>
    <p:sldLayoutId id="2147483695" r:id="rId35"/>
    <p:sldLayoutId id="2147483696" r:id="rId36"/>
    <p:sldLayoutId id="2147483697" r:id="rId37"/>
    <p:sldLayoutId id="2147483699" r:id="rId38"/>
    <p:sldLayoutId id="2147483700" r:id="rId39"/>
    <p:sldLayoutId id="2147483755" r:id="rId40"/>
    <p:sldLayoutId id="2147483756" r:id="rId41"/>
    <p:sldLayoutId id="2147483757" r:id="rId42"/>
    <p:sldLayoutId id="2147483758" r:id="rId43"/>
    <p:sldLayoutId id="2147483759" r:id="rId44"/>
    <p:sldLayoutId id="2147483760" r:id="rId45"/>
    <p:sldLayoutId id="2147483761" r:id="rId46"/>
    <p:sldLayoutId id="2147483762" r:id="rId47"/>
    <p:sldLayoutId id="2147483763" r:id="rId48"/>
    <p:sldLayoutId id="2147483764" r:id="rId49"/>
    <p:sldLayoutId id="2147483765" r:id="rId50"/>
    <p:sldLayoutId id="2147483766" r:id="rId51"/>
    <p:sldLayoutId id="2147483767" r:id="rId52"/>
    <p:sldLayoutId id="2147483768" r:id="rId53"/>
    <p:sldLayoutId id="2147483769" r:id="rId54"/>
    <p:sldLayoutId id="2147483782" r:id="rId55"/>
    <p:sldLayoutId id="2147483937" r:id="rId56"/>
    <p:sldLayoutId id="2147483938" r:id="rId57"/>
  </p:sldLayoutIdLst>
  <p:txStyles>
    <p:titleStyle>
      <a:lvl1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 kern="1200" cap="all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2pPr>
      <a:lvl3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3pPr>
      <a:lvl4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4pPr>
      <a:lvl5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5pPr>
      <a:lvl6pPr marL="4572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6pPr>
      <a:lvl7pPr marL="9144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7pPr>
      <a:lvl8pPr marL="13716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8pPr>
      <a:lvl9pPr marL="18288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2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7688" indent="-230188" algn="l" rtl="0" eaLnBrk="1" fontAlgn="base" hangingPunct="1">
        <a:lnSpc>
          <a:spcPct val="90000"/>
        </a:lnSpc>
        <a:spcBef>
          <a:spcPts val="8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–"/>
        <a:defRPr kern="1200">
          <a:solidFill>
            <a:schemeClr val="tx1"/>
          </a:solidFill>
          <a:latin typeface="+mn-lt"/>
          <a:ea typeface="+mn-ea"/>
          <a:cs typeface="+mn-cs"/>
        </a:defRPr>
      </a:lvl2pPr>
      <a:lvl3pPr marL="822325" indent="-182563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6963" indent="-182563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050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C3EA3B-7385-407F-B31D-54E05682D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361816-B597-4099-B06F-8143822EE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1001" y="914400"/>
            <a:ext cx="11430000" cy="5105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</a:t>
            </a:r>
          </a:p>
          <a:p>
            <a:pPr lvl="6"/>
            <a:r>
              <a:rPr lang="en-US"/>
              <a:t>Seven</a:t>
            </a:r>
          </a:p>
          <a:p>
            <a:pPr lvl="7"/>
            <a:r>
              <a:rPr lang="en-US"/>
              <a:t>Eight</a:t>
            </a:r>
          </a:p>
          <a:p>
            <a:pPr lvl="8"/>
            <a:r>
              <a:rPr lang="en-US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FE5C58-BFA4-48F6-B378-D01D44FD9B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055389" y="6307159"/>
            <a:ext cx="91440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2EB1475D-EF5B-48A6-8CCB-3BD08F726926}" type="datetimeFigureOut">
              <a:rPr lang="en-US" smtClean="0"/>
              <a:pPr/>
              <a:t>10/29/2026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8099AD-9927-4956-A3D5-E4606FDF098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832534" y="6307159"/>
            <a:ext cx="710477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314636-AB6E-4ED7-B39A-C71F11A513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381001" y="6307159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DF94D-DF42-4DC1-B915-F4687A8A6C9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DDFB966-99CE-4D00-B369-4873B39B004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D4893C-4239-4261-AAAA-144E77C081D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3F3835C-7401-448E-A828-2AB0236A295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1D31F7F-A45A-4A7D-9412-437ED4532711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CFFA8A5-B56A-4E5D-84C7-1DA7EC642538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6382E1-A9BA-4A26-983B-2982AB4A1E99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1943EE-46A4-4440-BF00-038EF24C329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89999A4-40ED-44FF-8230-ACE6D5A307FF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6298649-002A-4EEF-ACB1-CFCDC30BCA2B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2091D89-9B4E-4856-9468-815914855F9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7F2BB29-4780-4E13-9447-551D7705D3EF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71254D5-4491-4E5C-A533-A0FDC183833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453BC8-0B36-4D4E-AC2E-A19401EAC3C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17E3687-21BC-4B66-82A1-9652DB0C0A88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E08B6C-E100-4F26-B629-3732E3E024E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F095C42-829F-4A42-936F-5E5F8E797CA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0D3CA62-E398-459B-A561-78BE2297E0B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95AE45-21CF-4D1B-B9A4-3378621E31F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16FC84-D2D6-4A19-8ECF-E28FA6872E1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4D8E5A-0B60-43A6-9CB4-0637AD08F72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DC8310-343B-4477-9D7F-D6D4956A7823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FAAD271-016E-4F1D-8EF6-91D222D38060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2742EF4-689F-485B-BB36-52633521360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93F6E36-55ED-4F20-8333-159A45A3E524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920CE9-16CC-42EA-AAD6-0680F860CC1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0987E9D-29E3-4FAD-B97E-DC5A0FA2C3B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34AA60-0EF3-44BF-AB11-460538F37AF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2C14CBB-D0EA-4098-8F25-912BA05B86AD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990F68E-345F-4F2A-88A6-34880AC5235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B53308-CE8E-45AD-BA18-F188CE4630E5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E3F4F14-A16D-4D77-9802-11BABF61484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C607246-0D6B-4302-A63C-E82116AD65D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33FD0A1-B4A7-40CA-B9EE-32085C09603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BFD3D4-F4DA-42C1-8F72-C50C400F25E5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1C17497-81A0-4FD0-9BEB-3D32B47739B3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DC50316-A07C-4F98-A88F-9678B26F0223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7E78CC9-07D3-4E5F-9486-4571F99E25AF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83C7F09-BDBA-419E-A82F-29A47CF0602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7094D88-7910-4ABA-AB84-F44B55F3B694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F0F00D5-B1EC-45A7-A3B2-BE9B8DD2EEB7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61B4D71-5303-4C03-83AA-70CBCD0F8408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28577AE-EFA5-4972-9144-42D3352495E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D926D19-BEC4-4A57-B78B-4B4CBB7FFDAC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39237504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  <p:sldLayoutId id="2147483726" r:id="rId12"/>
    <p:sldLayoutId id="2147483727" r:id="rId13"/>
    <p:sldLayoutId id="2147483728" r:id="rId14"/>
    <p:sldLayoutId id="2147483729" r:id="rId15"/>
    <p:sldLayoutId id="2147483730" r:id="rId16"/>
    <p:sldLayoutId id="2147483731" r:id="rId17"/>
    <p:sldLayoutId id="2147483732" r:id="rId18"/>
    <p:sldLayoutId id="2147483733" r:id="rId19"/>
    <p:sldLayoutId id="2147483734" r:id="rId20"/>
    <p:sldLayoutId id="2147483735" r:id="rId21"/>
    <p:sldLayoutId id="2147483736" r:id="rId22"/>
    <p:sldLayoutId id="2147483737" r:id="rId23"/>
    <p:sldLayoutId id="2147483738" r:id="rId24"/>
    <p:sldLayoutId id="2147483739" r:id="rId25"/>
    <p:sldLayoutId id="2147483740" r:id="rId26"/>
    <p:sldLayoutId id="2147483741" r:id="rId27"/>
    <p:sldLayoutId id="2147483742" r:id="rId28"/>
    <p:sldLayoutId id="2147483743" r:id="rId29"/>
    <p:sldLayoutId id="2147483744" r:id="rId30"/>
    <p:sldLayoutId id="2147483745" r:id="rId31"/>
    <p:sldLayoutId id="2147483746" r:id="rId32"/>
    <p:sldLayoutId id="2147483747" r:id="rId33"/>
    <p:sldLayoutId id="2147483748" r:id="rId34"/>
    <p:sldLayoutId id="2147483749" r:id="rId35"/>
    <p:sldLayoutId id="2147483750" r:id="rId36"/>
    <p:sldLayoutId id="2147483751" r:id="rId37"/>
    <p:sldLayoutId id="2147483752" r:id="rId38"/>
    <p:sldLayoutId id="2147483753" r:id="rId39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3200" b="0" kern="1200" cap="all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indent="-230188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Font typeface="Arial" panose="020B060402020202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3" pos="240">
          <p15:clr>
            <a:srgbClr val="F26B43"/>
          </p15:clr>
        </p15:guide>
        <p15:guide id="4" pos="2592">
          <p15:clr>
            <a:srgbClr val="F26B43"/>
          </p15:clr>
        </p15:guide>
        <p15:guide id="5" pos="2664">
          <p15:clr>
            <a:srgbClr val="F26B43"/>
          </p15:clr>
        </p15:guide>
        <p15:guide id="6" pos="5016">
          <p15:clr>
            <a:srgbClr val="F26B43"/>
          </p15:clr>
        </p15:guide>
        <p15:guide id="7" pos="5088">
          <p15:clr>
            <a:srgbClr val="F26B43"/>
          </p15:clr>
        </p15:guide>
        <p15:guide id="8" pos="7440">
          <p15:clr>
            <a:srgbClr val="F26B43"/>
          </p15:clr>
        </p15:guide>
        <p15:guide id="13" orient="horz" pos="2160">
          <p15:clr>
            <a:srgbClr val="5ACBF0"/>
          </p15:clr>
        </p15:guide>
        <p15:guide id="17" orient="horz" pos="576">
          <p15:clr>
            <a:srgbClr val="F26B43"/>
          </p15:clr>
        </p15:guide>
        <p15:guide id="18" orient="horz" pos="3792">
          <p15:clr>
            <a:srgbClr val="F26B43"/>
          </p15:clr>
        </p15:guide>
        <p15:guide id="19" pos="3840">
          <p15:clr>
            <a:srgbClr val="5ACBF0"/>
          </p15:clr>
        </p15:guide>
        <p15:guide id="20" orient="horz" pos="413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think-cell data - do not delete" hidden="1">
            <a:extLst>
              <a:ext uri="{FF2B5EF4-FFF2-40B4-BE49-F238E27FC236}">
                <a16:creationId xmlns:a16="http://schemas.microsoft.com/office/drawing/2014/main" id="{4A756CB1-139B-D58E-AA6D-3229C34C107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5"/>
            </p:custDataLst>
            <p:extLst>
              <p:ext uri="{D42A27DB-BD31-4B8C-83A1-F6EECF244321}">
                <p14:modId xmlns:p14="http://schemas.microsoft.com/office/powerpoint/2010/main" val="219804936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6" imgW="395" imgH="396" progId="TCLayout.ActiveDocument.1">
                  <p:embed/>
                </p:oleObj>
              </mc:Choice>
              <mc:Fallback>
                <p:oleObj name="think-cell Slide" r:id="rId36" imgW="395" imgH="396" progId="TCLayout.ActiveDocument.1">
                  <p:embed/>
                  <p:pic>
                    <p:nvPicPr>
                      <p:cNvPr id="5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A756CB1-139B-D58E-AA6D-3229C34C10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C3EA3B-7385-407F-B31D-54E05682D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361816-B597-4099-B06F-8143822EE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1001" y="914400"/>
            <a:ext cx="11430000" cy="5105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FE5C58-BFA4-48F6-B378-D01D44FD9B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601200" y="6307159"/>
            <a:ext cx="91440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2EB1475D-EF5B-48A6-8CCB-3BD08F726926}" type="datetimeFigureOut">
              <a:rPr lang="en-US" smtClean="0"/>
              <a:pPr/>
              <a:t>10/29/2026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8099AD-9927-4956-A3D5-E4606FDF098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78345" y="6307159"/>
            <a:ext cx="710477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314636-AB6E-4ED7-B39A-C71F11A513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926812" y="6307159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DF94D-DF42-4DC1-B915-F4687A8A6C9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DDFB966-99CE-4D00-B369-4873B39B004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D4893C-4239-4261-AAAA-144E77C081D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3F3835C-7401-448E-A828-2AB0236A295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1D31F7F-A45A-4A7D-9412-437ED4532711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CFFA8A5-B56A-4E5D-84C7-1DA7EC642538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6382E1-A9BA-4A26-983B-2982AB4A1E99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1943EE-46A4-4440-BF00-038EF24C329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89999A4-40ED-44FF-8230-ACE6D5A307FF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6298649-002A-4EEF-ACB1-CFCDC30BCA2B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2091D89-9B4E-4856-9468-815914855F9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7F2BB29-4780-4E13-9447-551D7705D3EF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71254D5-4491-4E5C-A533-A0FDC183833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453BC8-0B36-4D4E-AC2E-A19401EAC3C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17E3687-21BC-4B66-82A1-9652DB0C0A88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E08B6C-E100-4F26-B629-3732E3E024E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F095C42-829F-4A42-936F-5E5F8E797CA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0D3CA62-E398-459B-A561-78BE2297E0B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95AE45-21CF-4D1B-B9A4-3378621E31F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16FC84-D2D6-4A19-8ECF-E28FA6872E1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4D8E5A-0B60-43A6-9CB4-0637AD08F72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DC8310-343B-4477-9D7F-D6D4956A7823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FAAD271-016E-4F1D-8EF6-91D222D38060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2742EF4-689F-485B-BB36-52633521360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93F6E36-55ED-4F20-8333-159A45A3E524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920CE9-16CC-42EA-AAD6-0680F860CC1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0987E9D-29E3-4FAD-B97E-DC5A0FA2C3B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34AA60-0EF3-44BF-AB11-460538F37AF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2C14CBB-D0EA-4098-8F25-912BA05B86AD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990F68E-345F-4F2A-88A6-34880AC5235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B53308-CE8E-45AD-BA18-F188CE4630E5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E3F4F14-A16D-4D77-9802-11BABF61484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C607246-0D6B-4302-A63C-E82116AD65D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33FD0A1-B4A7-40CA-B9EE-32085C09603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BFD3D4-F4DA-42C1-8F72-C50C400F25E5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1C17497-81A0-4FD0-9BEB-3D32B47739B3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DC50316-A07C-4F98-A88F-9678B26F0223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7E78CC9-07D3-4E5F-9486-4571F99E25AF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83C7F09-BDBA-419E-A82F-29A47CF0602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7094D88-7910-4ABA-AB84-F44B55F3B694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F0F00D5-B1EC-45A7-A3B2-BE9B8DD2EEB7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61B4D71-5303-4C03-83AA-70CBCD0F8408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28577AE-EFA5-4972-9144-42D3352495E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" name="Picture 9" descr="Diagram&#10;&#10;Description automatically generated">
            <a:extLst>
              <a:ext uri="{FF2B5EF4-FFF2-40B4-BE49-F238E27FC236}">
                <a16:creationId xmlns:a16="http://schemas.microsoft.com/office/drawing/2014/main" id="{B01C194A-6991-4416-A705-53AE39A55040}"/>
              </a:ext>
            </a:extLst>
          </p:cNvPr>
          <p:cNvPicPr>
            <a:picLocks noChangeAspect="1"/>
          </p:cNvPicPr>
          <p:nvPr userDrawn="1"/>
        </p:nvPicPr>
        <p:blipFill>
          <a:blip r:embed="rId38"/>
          <a:stretch>
            <a:fillRect/>
          </a:stretch>
        </p:blipFill>
        <p:spPr>
          <a:xfrm>
            <a:off x="369600" y="6091252"/>
            <a:ext cx="687288" cy="687288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7A084C9-4098-D03F-81F8-6D3B76073D5C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395077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6" r:id="rId1"/>
    <p:sldLayoutId id="2147483877" r:id="rId2"/>
    <p:sldLayoutId id="2147483878" r:id="rId3"/>
    <p:sldLayoutId id="2147483879" r:id="rId4"/>
    <p:sldLayoutId id="2147483880" r:id="rId5"/>
    <p:sldLayoutId id="2147483881" r:id="rId6"/>
    <p:sldLayoutId id="2147483882" r:id="rId7"/>
    <p:sldLayoutId id="2147483883" r:id="rId8"/>
    <p:sldLayoutId id="2147483884" r:id="rId9"/>
    <p:sldLayoutId id="2147483885" r:id="rId10"/>
    <p:sldLayoutId id="2147483886" r:id="rId11"/>
    <p:sldLayoutId id="2147483887" r:id="rId12"/>
    <p:sldLayoutId id="2147483888" r:id="rId13"/>
    <p:sldLayoutId id="2147483889" r:id="rId14"/>
    <p:sldLayoutId id="2147483890" r:id="rId15"/>
    <p:sldLayoutId id="2147483891" r:id="rId16"/>
    <p:sldLayoutId id="2147483892" r:id="rId17"/>
    <p:sldLayoutId id="2147483893" r:id="rId18"/>
    <p:sldLayoutId id="2147483894" r:id="rId19"/>
    <p:sldLayoutId id="2147483895" r:id="rId20"/>
    <p:sldLayoutId id="2147483896" r:id="rId21"/>
    <p:sldLayoutId id="2147483897" r:id="rId22"/>
    <p:sldLayoutId id="2147483898" r:id="rId23"/>
    <p:sldLayoutId id="2147483899" r:id="rId24"/>
    <p:sldLayoutId id="2147483900" r:id="rId25"/>
    <p:sldLayoutId id="2147483901" r:id="rId26"/>
    <p:sldLayoutId id="2147483902" r:id="rId27"/>
    <p:sldLayoutId id="2147483903" r:id="rId28"/>
    <p:sldLayoutId id="2147483904" r:id="rId29"/>
    <p:sldLayoutId id="2147483905" r:id="rId30"/>
    <p:sldLayoutId id="2147483906" r:id="rId31"/>
    <p:sldLayoutId id="2147483907" r:id="rId32"/>
    <p:sldLayoutId id="2147483908" r:id="rId33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3200" b="0" kern="1200" cap="all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indent="-230188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Font typeface="Arial" panose="020B060402020202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3" pos="240">
          <p15:clr>
            <a:srgbClr val="F26B43"/>
          </p15:clr>
        </p15:guide>
        <p15:guide id="4" pos="2592">
          <p15:clr>
            <a:srgbClr val="F26B43"/>
          </p15:clr>
        </p15:guide>
        <p15:guide id="5" pos="2664">
          <p15:clr>
            <a:srgbClr val="F26B43"/>
          </p15:clr>
        </p15:guide>
        <p15:guide id="6" pos="5016">
          <p15:clr>
            <a:srgbClr val="F26B43"/>
          </p15:clr>
        </p15:guide>
        <p15:guide id="7" pos="5088">
          <p15:clr>
            <a:srgbClr val="F26B43"/>
          </p15:clr>
        </p15:guide>
        <p15:guide id="8" pos="7440">
          <p15:clr>
            <a:srgbClr val="F26B43"/>
          </p15:clr>
        </p15:guide>
        <p15:guide id="13" orient="horz" pos="2160">
          <p15:clr>
            <a:srgbClr val="5ACBF0"/>
          </p15:clr>
        </p15:guide>
        <p15:guide id="17" orient="horz" pos="576">
          <p15:clr>
            <a:srgbClr val="F26B43"/>
          </p15:clr>
        </p15:guide>
        <p15:guide id="18" orient="horz" pos="3792">
          <p15:clr>
            <a:srgbClr val="F26B43"/>
          </p15:clr>
        </p15:guide>
        <p15:guide id="19" pos="3840">
          <p15:clr>
            <a:srgbClr val="5ACBF0"/>
          </p15:clr>
        </p15:guide>
        <p15:guide id="20" orient="horz" pos="413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7669D-CCFF-B4F2-2B50-BC3AAD324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C3CADD4-4B27-3E44-023E-8ADCFEE38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2121" y="262269"/>
            <a:ext cx="7243259" cy="5280837"/>
          </a:xfrm>
        </p:spPr>
        <p:txBody>
          <a:bodyPr anchor="ctr"/>
          <a:lstStyle/>
          <a:p>
            <a:pPr algn="r" fontAlgn="auto">
              <a:spcAft>
                <a:spcPts val="0"/>
              </a:spcAft>
              <a:defRPr/>
            </a:pPr>
            <a:br>
              <a:rPr lang="en-US" sz="6000">
                <a:solidFill>
                  <a:schemeClr val="tx1"/>
                </a:solidFill>
              </a:rPr>
            </a:br>
            <a:br>
              <a:rPr lang="en-US" sz="6000">
                <a:solidFill>
                  <a:schemeClr val="tx1"/>
                </a:solidFill>
              </a:rPr>
            </a:br>
            <a:br>
              <a:rPr lang="en-US" sz="6000">
                <a:solidFill>
                  <a:schemeClr val="tx1"/>
                </a:solidFill>
              </a:rPr>
            </a:br>
            <a:r>
              <a:rPr lang="en-US" sz="4800"/>
              <a:t>Weekly Status </a:t>
            </a:r>
            <a:br>
              <a:rPr lang="en-US" sz="4800"/>
            </a:br>
            <a:r>
              <a:rPr lang="en-US" sz="4800"/>
              <a:t>Update</a:t>
            </a:r>
            <a:br>
              <a:rPr lang="en-US" sz="4800"/>
            </a:br>
            <a:br>
              <a:rPr lang="en-US" sz="4800"/>
            </a:br>
            <a:r>
              <a:rPr lang="en-US" sz="4800"/>
              <a:t>date</a:t>
            </a:r>
            <a:endParaRPr lang="en-US" sz="6000">
              <a:solidFill>
                <a:schemeClr val="tx1"/>
              </a:solidFill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6F15FFE-7C27-26B1-5E5D-76F7467E28A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377" b="12468"/>
          <a:stretch>
            <a:fillRect/>
          </a:stretch>
        </p:blipFill>
        <p:spPr bwMode="auto">
          <a:xfrm>
            <a:off x="7260493" y="262269"/>
            <a:ext cx="4724888" cy="1383323"/>
          </a:xfrm>
          <a:prstGeom prst="round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469528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132637-9FD2-79DD-91F3-C32F43CC9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EC9D779C-4FE6-0AF3-AF16-C418827B4B24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AGENDA – 90 MINUTES MEETING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FCFB0D04-0DAF-6DB6-E316-072CF2EF5C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6566"/>
              </p:ext>
            </p:extLst>
          </p:nvPr>
        </p:nvGraphicFramePr>
        <p:xfrm>
          <a:off x="109112" y="497644"/>
          <a:ext cx="11922868" cy="50009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44726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1037496">
                  <a:extLst>
                    <a:ext uri="{9D8B030D-6E8A-4147-A177-3AD203B41FA5}">
                      <a16:colId xmlns:a16="http://schemas.microsoft.com/office/drawing/2014/main" val="2941944276"/>
                    </a:ext>
                  </a:extLst>
                </a:gridCol>
                <a:gridCol w="8519566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1021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323969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Section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Produced by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Content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Time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Bravos / High fives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Named recognition with the standard legend: above &amp; beyond · outstanding performance · innovation · milestone win · precision · teamwork · delivery success. Keep it — it is the only page in the pack that builds the team.</a:t>
                      </a:r>
                    </a:p>
                  </a:txBody>
                  <a:tcPr marL="68580" marR="68580" marT="0" marB="0" anchor="ctr"/>
                </a:tc>
                <a:tc rowSpan="4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15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9043866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High Risks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 with risk owners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Risk # · Title · Score (movement, e.g. VH → H) · Status with dated update · Owner · Due · Impact on which workstream. Closed risks struck through and kept visible for one week.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70069005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Change / Decision Log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 with change owners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DEC or CHG · ID · Title · Description · Owner · Confirmed on · Workstream · Category (tier) · Dated status. Every decision taken anywhere in the governance model lands here.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High-Level Timeline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Gantt by sub-wave in weekly buckets, with phase colors, tollgates, and the three May 2027 go-lives marked. Status per objective: Complete / On track / Off track / Blocked / Not started.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Program Status Report — Overall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Executive summary page. Status headline (% completion, movement week on week, overall RAG and the one reason for it) · milestone status table by sub-wave with estimated end, % complete with movement, RAG and a summary line · Very High and High risks repeated. This is the page that gets forwarded.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10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101231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Workstream 4-box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Sub-wave leads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Workstream detailed update … total of updates = 11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5 min each</a:t>
                      </a:r>
                    </a:p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55 min total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23969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Q&amp;A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Open for Q&amp;A session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10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23927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D890-0F30-0A56-235D-65B6E83F13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ACE5A738-54B6-55AC-1C13-321EC7C49F5B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BRAVOS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5" name="Tabla 49">
            <a:extLst>
              <a:ext uri="{FF2B5EF4-FFF2-40B4-BE49-F238E27FC236}">
                <a16:creationId xmlns:a16="http://schemas.microsoft.com/office/drawing/2014/main" id="{AC30BEDD-8FB3-BCF3-9F5A-4D6FA1C44D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566851"/>
              </p:ext>
            </p:extLst>
          </p:nvPr>
        </p:nvGraphicFramePr>
        <p:xfrm>
          <a:off x="133349" y="512323"/>
          <a:ext cx="11883391" cy="5071354"/>
        </p:xfrm>
        <a:graphic>
          <a:graphicData uri="http://schemas.openxmlformats.org/drawingml/2006/table">
            <a:tbl>
              <a:tblPr firstRow="1" bandRow="1"/>
              <a:tblGrid>
                <a:gridCol w="11883391">
                  <a:extLst>
                    <a:ext uri="{9D8B030D-6E8A-4147-A177-3AD203B41FA5}">
                      <a16:colId xmlns:a16="http://schemas.microsoft.com/office/drawing/2014/main" val="2092899213"/>
                    </a:ext>
                  </a:extLst>
                </a:gridCol>
              </a:tblGrid>
              <a:tr h="507135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285750" lvl="0" indent="-2857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sz="1600" b="0" i="0" u="none" strike="noStrike" kern="1200" baseline="0" noProof="0">
                          <a:solidFill>
                            <a:schemeClr val="tx2"/>
                          </a:solidFill>
                          <a:latin typeface="Calibri"/>
                          <a:ea typeface="Calibri"/>
                          <a:cs typeface="Calibri"/>
                        </a:rPr>
                        <a:t>Free text</a:t>
                      </a:r>
                    </a:p>
                  </a:txBody>
                  <a:tcPr>
                    <a:lnL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778931"/>
                  </a:ext>
                </a:extLst>
              </a:tr>
            </a:tbl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677B058B-7A02-AB4D-34D6-74D3237938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566"/>
          <a:stretch>
            <a:fillRect/>
          </a:stretch>
        </p:blipFill>
        <p:spPr>
          <a:xfrm>
            <a:off x="10363200" y="92574"/>
            <a:ext cx="1783242" cy="1594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576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B88699-2687-3558-7552-09117E1E8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2D2B37F4-C6FD-D575-38AB-4A68ED5A453D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HIGH RISKS / Dependencies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C850982E-F670-A40E-AEAB-4FEC76728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519967"/>
              </p:ext>
            </p:extLst>
          </p:nvPr>
        </p:nvGraphicFramePr>
        <p:xfrm>
          <a:off x="102184" y="482086"/>
          <a:ext cx="12018717" cy="1712004"/>
        </p:xfrm>
        <a:graphic>
          <a:graphicData uri="http://schemas.openxmlformats.org/drawingml/2006/table">
            <a:tbl>
              <a:tblPr firstRow="1" bandRow="1"/>
              <a:tblGrid>
                <a:gridCol w="731520">
                  <a:extLst>
                    <a:ext uri="{9D8B030D-6E8A-4147-A177-3AD203B41FA5}">
                      <a16:colId xmlns:a16="http://schemas.microsoft.com/office/drawing/2014/main" val="509285000"/>
                    </a:ext>
                  </a:extLst>
                </a:gridCol>
                <a:gridCol w="4297680">
                  <a:extLst>
                    <a:ext uri="{9D8B030D-6E8A-4147-A177-3AD203B41FA5}">
                      <a16:colId xmlns:a16="http://schemas.microsoft.com/office/drawing/2014/main" val="928832146"/>
                    </a:ext>
                  </a:extLst>
                </a:gridCol>
                <a:gridCol w="2926080">
                  <a:extLst>
                    <a:ext uri="{9D8B030D-6E8A-4147-A177-3AD203B41FA5}">
                      <a16:colId xmlns:a16="http://schemas.microsoft.com/office/drawing/2014/main" val="2055676576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497277">
                  <a:extLst>
                    <a:ext uri="{9D8B030D-6E8A-4147-A177-3AD203B41FA5}">
                      <a16:colId xmlns:a16="http://schemas.microsoft.com/office/drawing/2014/main" val="3226996168"/>
                    </a:ext>
                  </a:extLst>
                </a:gridCol>
                <a:gridCol w="1280160">
                  <a:extLst>
                    <a:ext uri="{9D8B030D-6E8A-4147-A177-3AD203B41FA5}">
                      <a16:colId xmlns:a16="http://schemas.microsoft.com/office/drawing/2014/main" val="4035394461"/>
                    </a:ext>
                  </a:extLst>
                </a:gridCol>
                <a:gridCol w="82296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ID Number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solidFill>
                            <a:schemeClr val="bg1"/>
                          </a:solidFill>
                        </a:rPr>
                        <a:t>Risk description and impact assessment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Mitigation / Resolution update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Workstreams impacted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Owner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Mexico DSD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Market Share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Promotions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C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D6EA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Shipments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W02 – Perfect / Right Store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12891">
                <a:tc>
                  <a:txBody>
                    <a:bodyPr/>
                    <a:lstStyle/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W02 – OTC / Inventory / EPOS / Lenses / PVC / VR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32728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6E38E-51E9-1B0C-C97A-3A089C9994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8B7EE8B7-3743-778D-B784-AAA1337CC409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CHANGE / DECISION LOG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94830F9-B4A3-71C8-CF8E-E53ADD2662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2203532"/>
              </p:ext>
            </p:extLst>
          </p:nvPr>
        </p:nvGraphicFramePr>
        <p:xfrm>
          <a:off x="102184" y="482086"/>
          <a:ext cx="12009671" cy="1817830"/>
        </p:xfrm>
        <a:graphic>
          <a:graphicData uri="http://schemas.openxmlformats.org/drawingml/2006/table">
            <a:tbl>
              <a:tblPr firstRow="1" bandRow="1"/>
              <a:tblGrid>
                <a:gridCol w="822960">
                  <a:extLst>
                    <a:ext uri="{9D8B030D-6E8A-4147-A177-3AD203B41FA5}">
                      <a16:colId xmlns:a16="http://schemas.microsoft.com/office/drawing/2014/main" val="509285000"/>
                    </a:ext>
                  </a:extLst>
                </a:gridCol>
                <a:gridCol w="1293800">
                  <a:extLst>
                    <a:ext uri="{9D8B030D-6E8A-4147-A177-3AD203B41FA5}">
                      <a16:colId xmlns:a16="http://schemas.microsoft.com/office/drawing/2014/main" val="928832146"/>
                    </a:ext>
                  </a:extLst>
                </a:gridCol>
                <a:gridCol w="4009720">
                  <a:extLst>
                    <a:ext uri="{9D8B030D-6E8A-4147-A177-3AD203B41FA5}">
                      <a16:colId xmlns:a16="http://schemas.microsoft.com/office/drawing/2014/main" val="2055676576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3384383786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3612036327"/>
                    </a:ext>
                  </a:extLst>
                </a:gridCol>
                <a:gridCol w="1036871">
                  <a:extLst>
                    <a:ext uri="{9D8B030D-6E8A-4147-A177-3AD203B41FA5}">
                      <a16:colId xmlns:a16="http://schemas.microsoft.com/office/drawing/2014/main" val="3234757597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3447505409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Change Number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solidFill>
                            <a:schemeClr val="bg1"/>
                          </a:solidFill>
                        </a:rPr>
                        <a:t>Change Title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Change Description / Impact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Decision made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Workstreams impacted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Owner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Mexico DSD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Approved 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Market Share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Rejected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Promotions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On-hold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W01 – Shipments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W02 – Perfect / Right Store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12891"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W02 – OTC / Inventory / EPOS / Lenses / PVC / VR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b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15658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775F68-F242-17A1-B0DA-5D7433E7D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178">
            <a:extLst>
              <a:ext uri="{FF2B5EF4-FFF2-40B4-BE49-F238E27FC236}">
                <a16:creationId xmlns:a16="http://schemas.microsoft.com/office/drawing/2014/main" id="{73986947-4D29-F869-97E1-287D96235EB4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950678" cy="4709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738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415007825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447797983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453017017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1900126916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8447813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698180120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1452867323"/>
                    </a:ext>
                  </a:extLst>
                </a:gridCol>
                <a:gridCol w="531041">
                  <a:extLst>
                    <a:ext uri="{9D8B030D-6E8A-4147-A177-3AD203B41FA5}">
                      <a16:colId xmlns:a16="http://schemas.microsoft.com/office/drawing/2014/main" val="833641694"/>
                    </a:ext>
                  </a:extLst>
                </a:gridCol>
                <a:gridCol w="531041">
                  <a:extLst>
                    <a:ext uri="{9D8B030D-6E8A-4147-A177-3AD203B41FA5}">
                      <a16:colId xmlns:a16="http://schemas.microsoft.com/office/drawing/2014/main" val="1538850044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Mar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Apr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May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Jun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Jul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Aug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Sept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Oct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52" name="Title 3">
            <a:extLst>
              <a:ext uri="{FF2B5EF4-FFF2-40B4-BE49-F238E27FC236}">
                <a16:creationId xmlns:a16="http://schemas.microsoft.com/office/drawing/2014/main" id="{45635BD0-C03C-E5BA-21A9-943A4ACD25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Executive timeline (Plan in a Page)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13CA714E-D209-2476-2DC6-962EE2B9F623}"/>
              </a:ext>
            </a:extLst>
          </p:cNvPr>
          <p:cNvSpPr/>
          <p:nvPr/>
        </p:nvSpPr>
        <p:spPr>
          <a:xfrm>
            <a:off x="7425142" y="1553769"/>
            <a:ext cx="904811" cy="3610695"/>
          </a:xfrm>
          <a:prstGeom prst="roundRect">
            <a:avLst>
              <a:gd name="adj" fmla="val 12516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Integration Testing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(~75 per BU / Function)</a:t>
            </a: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B5A0F5B2-64B3-7E51-0EDD-364829E52AB6}"/>
              </a:ext>
            </a:extLst>
          </p:cNvPr>
          <p:cNvSpPr/>
          <p:nvPr/>
        </p:nvSpPr>
        <p:spPr>
          <a:xfrm>
            <a:off x="119405" y="4789183"/>
            <a:ext cx="1358875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Biz Impact</a:t>
            </a:r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3BDB5C33-0ECF-6FD3-DB5F-0BA0C786E686}"/>
              </a:ext>
            </a:extLst>
          </p:cNvPr>
          <p:cNvSpPr/>
          <p:nvPr/>
        </p:nvSpPr>
        <p:spPr>
          <a:xfrm>
            <a:off x="1533702" y="4789183"/>
            <a:ext cx="1294258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Training design &amp; Build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053550F1-B464-7BDB-CBB6-ADEC69E888FA}"/>
              </a:ext>
            </a:extLst>
          </p:cNvPr>
          <p:cNvSpPr/>
          <p:nvPr/>
        </p:nvSpPr>
        <p:spPr>
          <a:xfrm>
            <a:off x="2893151" y="4789183"/>
            <a:ext cx="879386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Training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Sign-off</a:t>
            </a:r>
          </a:p>
        </p:txBody>
      </p:sp>
      <p:sp>
        <p:nvSpPr>
          <p:cNvPr id="104" name="Rectangle: Rounded Corners 103">
            <a:extLst>
              <a:ext uri="{FF2B5EF4-FFF2-40B4-BE49-F238E27FC236}">
                <a16:creationId xmlns:a16="http://schemas.microsoft.com/office/drawing/2014/main" id="{E4FA3DCF-E145-64FB-2BB6-50113BEF3D63}"/>
              </a:ext>
            </a:extLst>
          </p:cNvPr>
          <p:cNvSpPr/>
          <p:nvPr/>
        </p:nvSpPr>
        <p:spPr>
          <a:xfrm>
            <a:off x="3809899" y="4789183"/>
            <a:ext cx="807802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Train-Trainers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8819ED8E-033E-A2E4-6881-6F73B2FD994C}"/>
              </a:ext>
            </a:extLst>
          </p:cNvPr>
          <p:cNvSpPr/>
          <p:nvPr/>
        </p:nvSpPr>
        <p:spPr>
          <a:xfrm>
            <a:off x="8367314" y="1553769"/>
            <a:ext cx="851587" cy="3610695"/>
          </a:xfrm>
          <a:prstGeom prst="roundRect">
            <a:avLst>
              <a:gd name="adj" fmla="val 1251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UAT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(~200 per BU / Function)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E683F832-8F3D-1FA9-CD6A-FE9D365ADE8D}"/>
              </a:ext>
            </a:extLst>
          </p:cNvPr>
          <p:cNvSpPr/>
          <p:nvPr/>
        </p:nvSpPr>
        <p:spPr>
          <a:xfrm>
            <a:off x="10459051" y="1553769"/>
            <a:ext cx="496647" cy="3610695"/>
          </a:xfrm>
          <a:prstGeom prst="roundRect">
            <a:avLst>
              <a:gd name="adj" fmla="val 12516"/>
            </a:avLst>
          </a:prstGeom>
          <a:solidFill>
            <a:srgbClr val="B7FFFF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Go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C94D1EBA-2FFA-86FD-B3FA-617BCCA8B677}"/>
              </a:ext>
            </a:extLst>
          </p:cNvPr>
          <p:cNvSpPr/>
          <p:nvPr/>
        </p:nvSpPr>
        <p:spPr>
          <a:xfrm>
            <a:off x="11011120" y="1553769"/>
            <a:ext cx="1058959" cy="3610695"/>
          </a:xfrm>
          <a:prstGeom prst="roundRect">
            <a:avLst>
              <a:gd name="adj" fmla="val 7950"/>
            </a:avLst>
          </a:prstGeom>
          <a:solidFill>
            <a:srgbClr val="ABC5DD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HYPERCARE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ADOPTION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SUSTAIN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058898DE-17E1-9370-6CC6-00E0965DC801}"/>
              </a:ext>
            </a:extLst>
          </p:cNvPr>
          <p:cNvSpPr/>
          <p:nvPr/>
        </p:nvSpPr>
        <p:spPr>
          <a:xfrm>
            <a:off x="121821" y="1553770"/>
            <a:ext cx="269276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1. OTC / EPOS / Master Data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6A9604F8-780C-EF00-B333-C5AA0995A10B}"/>
              </a:ext>
            </a:extLst>
          </p:cNvPr>
          <p:cNvSpPr/>
          <p:nvPr/>
        </p:nvSpPr>
        <p:spPr>
          <a:xfrm>
            <a:off x="9258363" y="1553769"/>
            <a:ext cx="1143716" cy="3610695"/>
          </a:xfrm>
          <a:prstGeom prst="roundRect">
            <a:avLst>
              <a:gd name="adj" fmla="val 12516"/>
            </a:avLst>
          </a:prstGeom>
          <a:solidFill>
            <a:srgbClr val="E1FFFF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Production Readiness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Setup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B1072F94-EF0D-CD3E-A371-22A2C16D18EE}"/>
              </a:ext>
            </a:extLst>
          </p:cNvPr>
          <p:cNvSpPr/>
          <p:nvPr/>
        </p:nvSpPr>
        <p:spPr>
          <a:xfrm>
            <a:off x="4677513" y="2319607"/>
            <a:ext cx="2677638" cy="2844857"/>
          </a:xfrm>
          <a:prstGeom prst="roundRect">
            <a:avLst>
              <a:gd name="adj" fmla="val 21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Interactive final build and improvements , defects fixes, monitoring, quality improvements, changes, cost monitoring, jobs scheduling, data governance, refresh validation, consumption layers, KPIs logics fine tuning, scalability / reusability confirmation, Global rollout playbook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0C582E6-0625-2143-0767-9C88892BE615}"/>
              </a:ext>
            </a:extLst>
          </p:cNvPr>
          <p:cNvSpPr/>
          <p:nvPr/>
        </p:nvSpPr>
        <p:spPr>
          <a:xfrm>
            <a:off x="121821" y="191046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2. MDLZ INVENTORY &amp; SHIPMENT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E846FC0E-D988-9290-B1CC-7F459670DF42}"/>
              </a:ext>
            </a:extLst>
          </p:cNvPr>
          <p:cNvSpPr/>
          <p:nvPr/>
        </p:nvSpPr>
        <p:spPr>
          <a:xfrm>
            <a:off x="119405" y="2255287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3. MARKET MEASUREMENT AND PROMOTIONS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261233F-A684-2E7F-4DA0-CF52F1CEFE57}"/>
              </a:ext>
            </a:extLst>
          </p:cNvPr>
          <p:cNvSpPr/>
          <p:nvPr/>
        </p:nvSpPr>
        <p:spPr>
          <a:xfrm>
            <a:off x="119405" y="262077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4. MEXICO DSD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6D0CBE0B-EB57-8299-B24A-61DFDC60D23C}"/>
              </a:ext>
            </a:extLst>
          </p:cNvPr>
          <p:cNvSpPr/>
          <p:nvPr/>
        </p:nvSpPr>
        <p:spPr>
          <a:xfrm>
            <a:off x="2893151" y="1553770"/>
            <a:ext cx="810801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PROTOP. TESTING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F9586DFD-0294-2B2B-9AEA-BB5E5B095BA8}"/>
              </a:ext>
            </a:extLst>
          </p:cNvPr>
          <p:cNvSpPr/>
          <p:nvPr/>
        </p:nvSpPr>
        <p:spPr>
          <a:xfrm>
            <a:off x="121821" y="2977784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5. BRAZIL PVC / VR / EASTER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88DD0648-9F9F-8ACC-2419-3957F4FF1556}"/>
              </a:ext>
            </a:extLst>
          </p:cNvPr>
          <p:cNvSpPr/>
          <p:nvPr/>
        </p:nvSpPr>
        <p:spPr>
          <a:xfrm>
            <a:off x="119405" y="334898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6. STORE OPERATIONS (PERFECT &amp; RIGHT STORE)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CFFECD53-F126-1F95-5DE6-F7FBA49EB1D7}"/>
              </a:ext>
            </a:extLst>
          </p:cNvPr>
          <p:cNvSpPr/>
          <p:nvPr/>
        </p:nvSpPr>
        <p:spPr>
          <a:xfrm>
            <a:off x="119405" y="3696879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7. SNACKSYNC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13661963-79A9-8C93-185D-94A3B43747C5}"/>
              </a:ext>
            </a:extLst>
          </p:cNvPr>
          <p:cNvSpPr/>
          <p:nvPr/>
        </p:nvSpPr>
        <p:spPr>
          <a:xfrm>
            <a:off x="3806899" y="1553769"/>
            <a:ext cx="810801" cy="3171531"/>
          </a:xfrm>
          <a:prstGeom prst="roundRect">
            <a:avLst>
              <a:gd name="adj" fmla="val 4699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CODE MIGRATION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DATABRICKS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AWS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D9A18D82-ABA4-0987-EF66-8A281365977D}"/>
              </a:ext>
            </a:extLst>
          </p:cNvPr>
          <p:cNvSpPr/>
          <p:nvPr/>
        </p:nvSpPr>
        <p:spPr>
          <a:xfrm>
            <a:off x="4677513" y="1553769"/>
            <a:ext cx="874512" cy="686194"/>
          </a:xfrm>
          <a:prstGeom prst="roundRect">
            <a:avLst>
              <a:gd name="adj" fmla="val 7048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PROJECT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UNIT TESTING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DBX-AWS DEV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5CCC21A7-18DE-3C37-5851-27FEEE1B912D}"/>
              </a:ext>
            </a:extLst>
          </p:cNvPr>
          <p:cNvSpPr/>
          <p:nvPr/>
        </p:nvSpPr>
        <p:spPr>
          <a:xfrm>
            <a:off x="5610010" y="1553769"/>
            <a:ext cx="1755417" cy="666778"/>
          </a:xfrm>
          <a:prstGeom prst="roundRect">
            <a:avLst>
              <a:gd name="adj" fmla="val 6210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KEY USER TESTING IN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DBX-AWS DEV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(~20 PER BU/FUNCTION)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782F4E4-E4BD-E229-EE6D-95E510F675BB}"/>
              </a:ext>
            </a:extLst>
          </p:cNvPr>
          <p:cNvGrpSpPr/>
          <p:nvPr/>
        </p:nvGrpSpPr>
        <p:grpSpPr>
          <a:xfrm>
            <a:off x="15934" y="600255"/>
            <a:ext cx="855980" cy="5187088"/>
            <a:chOff x="5673459" y="1175657"/>
            <a:chExt cx="855980" cy="5765745"/>
          </a:xfrm>
        </p:grpSpPr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8B414D6-FE98-9C17-4187-8984474307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1E3A040A-3E1B-A63E-1E1A-44E7B16F63DF}"/>
                </a:ext>
              </a:extLst>
            </p:cNvPr>
            <p:cNvSpPr/>
            <p:nvPr/>
          </p:nvSpPr>
          <p:spPr>
            <a:xfrm flipH="1">
              <a:off x="5673459" y="6576577"/>
              <a:ext cx="855980" cy="364825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E9A39DC5-7DAD-15DC-CB49-F886F6672D3A}"/>
              </a:ext>
            </a:extLst>
          </p:cNvPr>
          <p:cNvSpPr/>
          <p:nvPr/>
        </p:nvSpPr>
        <p:spPr>
          <a:xfrm>
            <a:off x="70830" y="876300"/>
            <a:ext cx="3633121" cy="552500"/>
          </a:xfrm>
          <a:prstGeom prst="roundRect">
            <a:avLst>
              <a:gd name="adj" fmla="val 9962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01 – Blueprint &amp; Build into Databricks-GCP Dev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2C5C9631-DE89-5D6B-A992-570361E28DD6}"/>
              </a:ext>
            </a:extLst>
          </p:cNvPr>
          <p:cNvSpPr/>
          <p:nvPr/>
        </p:nvSpPr>
        <p:spPr>
          <a:xfrm>
            <a:off x="3772537" y="876300"/>
            <a:ext cx="845163" cy="552500"/>
          </a:xfrm>
          <a:prstGeom prst="roundRect">
            <a:avLst>
              <a:gd name="adj" fmla="val 9962"/>
            </a:avLst>
          </a:prstGeom>
          <a:gradFill flip="none" rotWithShape="1">
            <a:gsLst>
              <a:gs pos="0">
                <a:srgbClr val="22537F"/>
              </a:gs>
              <a:gs pos="51000">
                <a:srgbClr val="22537F"/>
              </a:gs>
              <a:gs pos="57000">
                <a:schemeClr val="accent3">
                  <a:lumMod val="50000"/>
                </a:schemeClr>
              </a:gs>
              <a:gs pos="100000">
                <a:schemeClr val="accent3">
                  <a:lumMod val="50000"/>
                </a:schemeClr>
              </a:gs>
            </a:gsLst>
            <a:lin ang="0" scaled="1"/>
            <a:tileRect/>
          </a:gra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02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Migration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 AWS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4E760496-6351-9E3A-08D7-14BC9394A88E}"/>
              </a:ext>
            </a:extLst>
          </p:cNvPr>
          <p:cNvSpPr/>
          <p:nvPr/>
        </p:nvSpPr>
        <p:spPr>
          <a:xfrm>
            <a:off x="4655061" y="876300"/>
            <a:ext cx="2677638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03 – Testing &amp; Improvements into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Dev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A6A4BD0-4EAF-498E-86C0-E71DB33D0521}"/>
              </a:ext>
            </a:extLst>
          </p:cNvPr>
          <p:cNvSpPr/>
          <p:nvPr/>
        </p:nvSpPr>
        <p:spPr>
          <a:xfrm>
            <a:off x="7425142" y="876300"/>
            <a:ext cx="1793759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03 – Acceptance into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QA</a:t>
            </a: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B0CACE57-2ED7-1B22-BA96-402C6DA5C9A5}"/>
              </a:ext>
            </a:extLst>
          </p:cNvPr>
          <p:cNvSpPr/>
          <p:nvPr/>
        </p:nvSpPr>
        <p:spPr>
          <a:xfrm>
            <a:off x="9267475" y="876300"/>
            <a:ext cx="1688223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04 – Production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Prod</a:t>
            </a:r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1E3D6934-DF0D-18A8-E0BD-91B62473246F}"/>
              </a:ext>
            </a:extLst>
          </p:cNvPr>
          <p:cNvSpPr/>
          <p:nvPr/>
        </p:nvSpPr>
        <p:spPr>
          <a:xfrm>
            <a:off x="11004272" y="876300"/>
            <a:ext cx="1058959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05 – Hypercare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Prod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6C54053B-AC7B-9158-D657-FE8DDA47896E}"/>
              </a:ext>
            </a:extLst>
          </p:cNvPr>
          <p:cNvSpPr/>
          <p:nvPr/>
        </p:nvSpPr>
        <p:spPr>
          <a:xfrm>
            <a:off x="9957816" y="1583991"/>
            <a:ext cx="134112" cy="12453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0A406A4-8BC8-262B-1400-59EA549FF45E}"/>
              </a:ext>
            </a:extLst>
          </p:cNvPr>
          <p:cNvSpPr/>
          <p:nvPr/>
        </p:nvSpPr>
        <p:spPr>
          <a:xfrm>
            <a:off x="10493482" y="1583991"/>
            <a:ext cx="134112" cy="12453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D009E2-099D-AC49-39CA-543A5C0F095B}"/>
              </a:ext>
            </a:extLst>
          </p:cNvPr>
          <p:cNvSpPr/>
          <p:nvPr/>
        </p:nvSpPr>
        <p:spPr>
          <a:xfrm>
            <a:off x="119405" y="5197600"/>
            <a:ext cx="7235746" cy="189644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Business Commitment 20%-35%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786FCFB-9B3D-27E6-55A7-C7710294AFA2}"/>
              </a:ext>
            </a:extLst>
          </p:cNvPr>
          <p:cNvSpPr/>
          <p:nvPr/>
        </p:nvSpPr>
        <p:spPr>
          <a:xfrm>
            <a:off x="7425141" y="5197600"/>
            <a:ext cx="4638089" cy="189644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Business Commitment 30%-40%</a:t>
            </a:r>
          </a:p>
        </p:txBody>
      </p:sp>
    </p:spTree>
    <p:extLst>
      <p:ext uri="{BB962C8B-B14F-4D97-AF65-F5344CB8AC3E}">
        <p14:creationId xmlns:p14="http://schemas.microsoft.com/office/powerpoint/2010/main" val="350336182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055575-7239-65BE-3891-FE509744A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le 1">
            <a:extLst>
              <a:ext uri="{FF2B5EF4-FFF2-40B4-BE49-F238E27FC236}">
                <a16:creationId xmlns:a16="http://schemas.microsoft.com/office/drawing/2014/main" id="{709D961A-C8F0-2E3C-2561-CD9577369042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5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PROGRAM STATUS REPORT – EXECUTIVE UPDATE</a:t>
            </a:r>
          </a:p>
        </p:txBody>
      </p:sp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5EA96354-BF31-2A72-D848-58DEB48DA5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95739"/>
              </p:ext>
            </p:extLst>
          </p:nvPr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sp>
        <p:nvSpPr>
          <p:cNvPr id="23" name="Rectangle 14">
            <a:extLst>
              <a:ext uri="{FF2B5EF4-FFF2-40B4-BE49-F238E27FC236}">
                <a16:creationId xmlns:a16="http://schemas.microsoft.com/office/drawing/2014/main" id="{47C8535A-A688-898F-D9D8-DA33B15C7B8E}"/>
              </a:ext>
            </a:extLst>
          </p:cNvPr>
          <p:cNvSpPr/>
          <p:nvPr/>
        </p:nvSpPr>
        <p:spPr>
          <a:xfrm>
            <a:off x="121390" y="575626"/>
            <a:ext cx="11961495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EXECUTIVE STATUS HEADLINE</a:t>
            </a:r>
          </a:p>
        </p:txBody>
      </p:sp>
      <p:graphicFrame>
        <p:nvGraphicFramePr>
          <p:cNvPr id="24" name="Tabla 49">
            <a:extLst>
              <a:ext uri="{FF2B5EF4-FFF2-40B4-BE49-F238E27FC236}">
                <a16:creationId xmlns:a16="http://schemas.microsoft.com/office/drawing/2014/main" id="{04BC20F0-1726-C99C-41AB-D73ABD8331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4395880"/>
              </p:ext>
            </p:extLst>
          </p:nvPr>
        </p:nvGraphicFramePr>
        <p:xfrm>
          <a:off x="133349" y="763200"/>
          <a:ext cx="11949537" cy="548640"/>
        </p:xfrm>
        <a:graphic>
          <a:graphicData uri="http://schemas.openxmlformats.org/drawingml/2006/table">
            <a:tbl>
              <a:tblPr firstRow="1" bandRow="1"/>
              <a:tblGrid>
                <a:gridCol w="11949537">
                  <a:extLst>
                    <a:ext uri="{9D8B030D-6E8A-4147-A177-3AD203B41FA5}">
                      <a16:colId xmlns:a16="http://schemas.microsoft.com/office/drawing/2014/main" val="2092899213"/>
                    </a:ext>
                  </a:extLst>
                </a:gridCol>
              </a:tblGrid>
              <a:tr h="5486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 panose="020B0604020202020204" pitchFamily="34" charset="0"/>
                        <a:buNone/>
                      </a:pPr>
                      <a:endParaRPr lang="en-US" sz="1000" b="0" i="0" u="none" strike="noStrike" kern="1200" baseline="0" noProof="0">
                        <a:solidFill>
                          <a:schemeClr val="tx2"/>
                        </a:solidFill>
                        <a:latin typeface="Calibri"/>
                        <a:ea typeface="Calibri"/>
                        <a:cs typeface="Calibri"/>
                      </a:endParaRPr>
                    </a:p>
                  </a:txBody>
                  <a:tcPr anchor="ctr">
                    <a:lnL w="12700" cmpd="sng">
                      <a:solidFill>
                        <a:sysClr val="windowText" lastClr="000000"/>
                      </a:solidFill>
                    </a:lnL>
                    <a:lnR w="12700" cmpd="sng">
                      <a:solidFill>
                        <a:sysClr val="windowText" lastClr="000000"/>
                      </a:solidFill>
                    </a:lnR>
                    <a:lnT w="12700" cmpd="sng">
                      <a:solidFill>
                        <a:sysClr val="windowText" lastClr="000000"/>
                      </a:solidFill>
                    </a:lnT>
                    <a:lnB w="12700" cmpd="sng">
                      <a:solidFill>
                        <a:sysClr val="windowText" lastClr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778931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563F54DE-C754-AC07-3297-87FED208E1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22070"/>
              </p:ext>
            </p:extLst>
          </p:nvPr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pic>
        <p:nvPicPr>
          <p:cNvPr id="26" name="Picture 25">
            <a:extLst>
              <a:ext uri="{FF2B5EF4-FFF2-40B4-BE49-F238E27FC236}">
                <a16:creationId xmlns:a16="http://schemas.microsoft.com/office/drawing/2014/main" id="{02863ABE-127A-DAB9-7AF4-A65974F86C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49" y="6375328"/>
            <a:ext cx="4467223" cy="360733"/>
          </a:xfrm>
          <a:prstGeom prst="rect">
            <a:avLst/>
          </a:prstGeom>
        </p:spPr>
      </p:pic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F2BB68B-B494-67B1-8B64-770E4EE940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448619"/>
              </p:ext>
            </p:extLst>
          </p:nvPr>
        </p:nvGraphicFramePr>
        <p:xfrm>
          <a:off x="133350" y="1671124"/>
          <a:ext cx="11949532" cy="3876065"/>
        </p:xfrm>
        <a:graphic>
          <a:graphicData uri="http://schemas.openxmlformats.org/drawingml/2006/table">
            <a:tbl>
              <a:tblPr firstRow="1" bandRow="1"/>
              <a:tblGrid>
                <a:gridCol w="1460183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860107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523240">
                  <a:extLst>
                    <a:ext uri="{9D8B030D-6E8A-4147-A177-3AD203B41FA5}">
                      <a16:colId xmlns:a16="http://schemas.microsoft.com/office/drawing/2014/main" val="3226996168"/>
                    </a:ext>
                  </a:extLst>
                </a:gridCol>
                <a:gridCol w="6716096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2389906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32300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Workstreams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Phase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Risk / Mitigation update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1. OTC / EPOS / Master Data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2. MDLZ INVENTORY &amp; SHIPMENT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3. MARKET MEASUREMENT AND PROMOTIONS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C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D6E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4. MEXICO DSD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NS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5. BRAZIL PVC / VR / EASTER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6. STORE OPERATIONS (PERFECT &amp; RIGHT STORE)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507580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7. SNACKSYNC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b="1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9158772"/>
                  </a:ext>
                </a:extLst>
              </a:tr>
            </a:tbl>
          </a:graphicData>
        </a:graphic>
      </p:graphicFrame>
      <p:sp>
        <p:nvSpPr>
          <p:cNvPr id="28" name="Rectangle 14">
            <a:extLst>
              <a:ext uri="{FF2B5EF4-FFF2-40B4-BE49-F238E27FC236}">
                <a16:creationId xmlns:a16="http://schemas.microsoft.com/office/drawing/2014/main" id="{8BD242D1-C170-70A1-3501-7DA3C7E3CA86}"/>
              </a:ext>
            </a:extLst>
          </p:cNvPr>
          <p:cNvSpPr/>
          <p:nvPr/>
        </p:nvSpPr>
        <p:spPr>
          <a:xfrm>
            <a:off x="133350" y="1449518"/>
            <a:ext cx="11949532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EXECUTIVE STATUS HEADLINE</a:t>
            </a:r>
          </a:p>
        </p:txBody>
      </p:sp>
    </p:spTree>
    <p:extLst>
      <p:ext uri="{BB962C8B-B14F-4D97-AF65-F5344CB8AC3E}">
        <p14:creationId xmlns:p14="http://schemas.microsoft.com/office/powerpoint/2010/main" val="277294807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98357-120B-50FE-E7FC-124672ED8A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24E20A-63C5-C816-AD29-F9F71B525C52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1. OTC / EPOS / Master Data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06B782FF-2AEB-5AF7-1229-8DF2F524C65C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01D2BF5-B8DF-1636-AEF1-C2E266E56D0F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81C3185-33F2-2598-872D-6A933D955B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48433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800" b="1" dirty="0">
                          <a:solidFill/>
                        </a:rPr>
                        <a:t>Development team </a:t>
                      </a:r>
                      <a:r>
                        <a:rPr lang="pl-PL" sz="800" b="1" dirty="0" err="1">
                          <a:solidFill/>
                        </a:rPr>
                        <a:t>established</a:t>
                      </a:r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members assigned to Data Products/ Workstreams</a:t>
                      </a:r>
                      <a:endParaRPr lang="pl-PL" sz="800" b="1" dirty="0">
                        <a:solidFill/>
                      </a:endParaRPr>
                    </a:p>
                    <a:p>
                      <a:r>
                        <a:rPr lang="pl-PL" sz="800" b="1" dirty="0">
                          <a:solidFill/>
                        </a:rPr>
                        <a:t>MDLZ </a:t>
                      </a:r>
                      <a:r>
                        <a:rPr lang="pl-PL" sz="800" b="1" dirty="0" err="1">
                          <a:solidFill/>
                        </a:rPr>
                        <a:t>accounts</a:t>
                      </a:r>
                      <a:r>
                        <a:rPr lang="pl-PL" sz="800" b="1" dirty="0">
                          <a:solidFill/>
                        </a:rPr>
                        <a:t> </a:t>
                      </a:r>
                      <a:r>
                        <a:rPr lang="pl-PL" sz="800" b="1" dirty="0" err="1">
                          <a:solidFill/>
                        </a:rPr>
                        <a:t>requested</a:t>
                      </a:r>
                      <a:endParaRPr lang="en-US" sz="800" b="1" dirty="0">
                        <a:solidFill/>
                      </a:endParaRPr>
                    </a:p>
                    <a:p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onboarding started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9FB58ED1-B6BB-2C18-2E93-C8F75B0E3E37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EDE79F7-99D9-781E-55B0-26CB4875D72F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157E485-B43A-BEF8-AFA4-C45B2CA652AA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AE097257-EAA1-EF66-3F79-0EC695EF3B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8726677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700" b="1" dirty="0">
                          <a:solidFill/>
                        </a:rPr>
                        <a:t>MDLZ </a:t>
                      </a:r>
                      <a:r>
                        <a:rPr lang="pl-PL" sz="700" b="1" dirty="0" err="1">
                          <a:solidFill/>
                        </a:rPr>
                        <a:t>accounts</a:t>
                      </a:r>
                      <a:r>
                        <a:rPr lang="pl-PL" sz="700" b="1" dirty="0">
                          <a:solidFill/>
                        </a:rPr>
                        <a:t> </a:t>
                      </a:r>
                      <a:r>
                        <a:rPr lang="en-US" sz="700" b="1" dirty="0">
                          <a:solidFill/>
                        </a:rPr>
                        <a:t>setup for new team members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Team onboarding completed.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Prototype:</a:t>
                      </a:r>
                      <a:br>
                        <a:rPr lang="en-US" sz="700" b="1" dirty="0">
                          <a:solidFill/>
                        </a:rPr>
                      </a:br>
                      <a:r>
                        <a:rPr lang="en-US" sz="700" b="1" dirty="0">
                          <a:solidFill/>
                        </a:rPr>
                        <a:t>KPI Inventory analysis and harmonization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endParaRPr sz="600" b="1" dirty="0">
                        <a:solidFill>
                          <a:srgbClr val="156082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0028AAE3-0634-8774-A26B-2F4B458645E5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4B21D200-2A2E-55B1-A80B-017CB558C106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4B5C276F-93A7-7E01-57AE-01C4BBA9A257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514EF74B-EC0A-7F71-8F16-4118903E22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7E2A784C-3962-8FCD-342C-7B7169C01B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623959"/>
              </p:ext>
            </p:extLst>
          </p:nvPr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Fabio A., Marvi M, Maria B. Gustavo P.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6129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45BEDE-83B8-C095-5E03-FA9EB44562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67F24D-9F1E-B7C5-DE50-CC8042142279}"/>
              </a:ext>
            </a:extLst>
          </p:cNvPr>
          <p:cNvSpPr txBox="1">
            <a:spLocks/>
          </p:cNvSpPr>
          <p:nvPr/>
        </p:nvSpPr>
        <p:spPr>
          <a:xfrm>
            <a:off x="109113" y="-1"/>
            <a:ext cx="6558388" cy="491483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2. MDLZ INVENTORY &amp; SHIPMENT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0FF197FE-D7A6-C972-7FD2-770A8288DD57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3FF62AD-CD75-BBEE-89C7-DBF4BEDF7B35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A8A3178-4C31-2609-668C-49BF02F40D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0376554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800" b="1" dirty="0">
                          <a:solidFill/>
                        </a:rPr>
                        <a:t>Development team </a:t>
                      </a:r>
                      <a:r>
                        <a:rPr lang="pl-PL" sz="800" b="1" dirty="0" err="1">
                          <a:solidFill/>
                        </a:rPr>
                        <a:t>established</a:t>
                      </a:r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members assigned to Data Products/ Workstreams</a:t>
                      </a:r>
                      <a:endParaRPr lang="pl-PL" sz="800" b="1" dirty="0">
                        <a:solidFill/>
                      </a:endParaRPr>
                    </a:p>
                    <a:p>
                      <a:r>
                        <a:rPr lang="pl-PL" sz="800" b="1" dirty="0">
                          <a:solidFill/>
                        </a:rPr>
                        <a:t>MDLZ </a:t>
                      </a:r>
                      <a:r>
                        <a:rPr lang="pl-PL" sz="800" b="1" dirty="0" err="1">
                          <a:solidFill/>
                        </a:rPr>
                        <a:t>accounts</a:t>
                      </a:r>
                      <a:r>
                        <a:rPr lang="pl-PL" sz="800" b="1" dirty="0">
                          <a:solidFill/>
                        </a:rPr>
                        <a:t> </a:t>
                      </a:r>
                      <a:r>
                        <a:rPr lang="pl-PL" sz="800" b="1" dirty="0" err="1">
                          <a:solidFill/>
                        </a:rPr>
                        <a:t>requested</a:t>
                      </a:r>
                      <a:endParaRPr lang="en-US" sz="800" b="1" dirty="0">
                        <a:solidFill/>
                      </a:endParaRPr>
                    </a:p>
                    <a:p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onboarding started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97EECF1-E90E-FA8C-2DB8-8F925AEB6B2D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424DFEF-8E05-F1AF-3EE5-B5B942C151C8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61137F15-692A-CE48-AF87-5FD7C64A0CF6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13455BD-82C8-A7F4-A4E4-99B1521959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0569540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700" b="1" dirty="0">
                          <a:solidFill/>
                        </a:rPr>
                        <a:t>MDLZ </a:t>
                      </a:r>
                      <a:r>
                        <a:rPr lang="pl-PL" sz="700" b="1" dirty="0" err="1">
                          <a:solidFill/>
                        </a:rPr>
                        <a:t>accounts</a:t>
                      </a:r>
                      <a:r>
                        <a:rPr lang="pl-PL" sz="700" b="1" dirty="0">
                          <a:solidFill/>
                        </a:rPr>
                        <a:t> </a:t>
                      </a:r>
                      <a:r>
                        <a:rPr lang="en-US" sz="700" b="1" dirty="0">
                          <a:solidFill/>
                        </a:rPr>
                        <a:t>setup for new team members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Team onboarding completed.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Prototype:</a:t>
                      </a:r>
                      <a:br>
                        <a:rPr lang="en-US" sz="700" b="1" dirty="0">
                          <a:solidFill/>
                        </a:rPr>
                      </a:br>
                      <a:r>
                        <a:rPr lang="en-US" sz="700" b="1" dirty="0">
                          <a:solidFill/>
                        </a:rPr>
                        <a:t>KPI Inventory analysis and harmonization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A5B0F2B9-D0FB-AEF5-344C-641C385B315A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F1C7489-B326-54E0-4884-8D13886001B7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A54A583-449C-3115-0761-7324CD2002B0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725199D-7DAD-FBA3-FECA-48013DE60D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D7BFF76-6FB5-1BD8-7BCB-9B76B81F7A0C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47653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9979A9-4A96-D835-46F1-1504F030B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BD66D6-62A2-741E-93C7-8DD61211F188}"/>
              </a:ext>
            </a:extLst>
          </p:cNvPr>
          <p:cNvSpPr txBox="1">
            <a:spLocks/>
          </p:cNvSpPr>
          <p:nvPr/>
        </p:nvSpPr>
        <p:spPr>
          <a:xfrm>
            <a:off x="109113" y="6875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lang="en-US" sz="2000" b="1">
                <a:solidFill>
                  <a:srgbClr val="4F2170"/>
                </a:solidFill>
                <a:latin typeface="Aptos Display" panose="02110004020202020204"/>
              </a:rPr>
              <a:t>3. MARKET MEASUREMENT AND PROMOTIONS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5CD34CDD-4DC9-FA17-611C-C602049658A6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8C3893F-43D0-3A0D-509B-05C858BE4D58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A589B2A-C5A5-938D-4A23-8E98CE26AF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693392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800" b="1" dirty="0">
                          <a:solidFill/>
                        </a:rPr>
                        <a:t>Development team </a:t>
                      </a:r>
                      <a:r>
                        <a:rPr lang="pl-PL" sz="800" b="1" dirty="0" err="1">
                          <a:solidFill/>
                        </a:rPr>
                        <a:t>established</a:t>
                      </a:r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members assigned to Data Products/ Workstreams</a:t>
                      </a:r>
                      <a:endParaRPr lang="pl-PL" sz="800" b="1" dirty="0">
                        <a:solidFill/>
                      </a:endParaRPr>
                    </a:p>
                    <a:p>
                      <a:r>
                        <a:rPr lang="pl-PL" sz="800" b="1" dirty="0">
                          <a:solidFill/>
                        </a:rPr>
                        <a:t>MDLZ </a:t>
                      </a:r>
                      <a:r>
                        <a:rPr lang="pl-PL" sz="800" b="1" dirty="0" err="1">
                          <a:solidFill/>
                        </a:rPr>
                        <a:t>accounts</a:t>
                      </a:r>
                      <a:r>
                        <a:rPr lang="pl-PL" sz="800" b="1" dirty="0">
                          <a:solidFill/>
                        </a:rPr>
                        <a:t> </a:t>
                      </a:r>
                      <a:r>
                        <a:rPr lang="pl-PL" sz="800" b="1" dirty="0" err="1">
                          <a:solidFill/>
                        </a:rPr>
                        <a:t>requested</a:t>
                      </a:r>
                      <a:endParaRPr lang="en-US" sz="800" b="1" dirty="0">
                        <a:solidFill/>
                      </a:endParaRPr>
                    </a:p>
                    <a:p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onboarding started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DA87E6F8-7A21-32BA-CFA5-10F960F7EFBC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7021E57-96D8-67F6-D4CE-0EACA48AC299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E37A27A9-4615-1F29-253F-471302D5B625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64404D12-883B-FD54-D533-6E4D20E2A1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548107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600" b="1" dirty="0">
                          <a:solidFill/>
                        </a:rPr>
                        <a:t>MDLZ </a:t>
                      </a:r>
                      <a:r>
                        <a:rPr lang="pl-PL" sz="600" b="1" dirty="0" err="1">
                          <a:solidFill/>
                        </a:rPr>
                        <a:t>accounts</a:t>
                      </a:r>
                      <a:r>
                        <a:rPr lang="pl-PL" sz="600" b="1" dirty="0">
                          <a:solidFill/>
                        </a:rPr>
                        <a:t> </a:t>
                      </a:r>
                      <a:r>
                        <a:rPr lang="en-US" sz="600" b="1" dirty="0">
                          <a:solidFill/>
                        </a:rPr>
                        <a:t>setup for new team members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/>
                        </a:rPr>
                        <a:t>Team onboarding completed.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/>
                        </a:rPr>
                        <a:t>Workshops preparation.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00" b="1" dirty="0">
                        <a:solidFill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/>
                        </a:rPr>
                        <a:t>Development: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/>
                        </a:rPr>
                        <a:t>Core Domain analysis. Lift and shift possibility consideration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E2AB9FD8-6302-77B9-D1DE-7E87C2179DF0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706C1E7-7A3E-980F-EF05-5D8FAD40F242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7931D922-CCF2-2709-CFA4-1ADF978FF425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C5821072-9A4D-2A54-04B4-F7BCEB2AA7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EC2C4D69-A050-C7DE-01EA-1A9A852723F0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708549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CA6833-236C-21E3-E698-FF5701960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101E1F-B6C8-3397-359E-F01691C92AA4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4. MEXICO DSD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DC9DDE59-222F-DAE6-7E55-4D7532643E5E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CBFEF98-9F12-2373-90BF-BF10141262B2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64DCAC4-FE2E-AC24-4EB0-1AF46A37D9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6084471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800" b="1" dirty="0">
                          <a:solidFill/>
                        </a:rPr>
                        <a:t>Development team </a:t>
                      </a:r>
                      <a:r>
                        <a:rPr lang="pl-PL" sz="800" b="1" dirty="0" err="1">
                          <a:solidFill/>
                        </a:rPr>
                        <a:t>established</a:t>
                      </a:r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members assigned to Data Products/ Workstreams</a:t>
                      </a:r>
                      <a:endParaRPr lang="pl-PL" sz="800" b="1" dirty="0">
                        <a:solidFill/>
                      </a:endParaRPr>
                    </a:p>
                    <a:p>
                      <a:r>
                        <a:rPr lang="pl-PL" sz="800" b="1" dirty="0">
                          <a:solidFill/>
                        </a:rPr>
                        <a:t>MDLZ </a:t>
                      </a:r>
                      <a:r>
                        <a:rPr lang="pl-PL" sz="800" b="1" dirty="0" err="1">
                          <a:solidFill/>
                        </a:rPr>
                        <a:t>accounts</a:t>
                      </a:r>
                      <a:r>
                        <a:rPr lang="pl-PL" sz="800" b="1" dirty="0">
                          <a:solidFill/>
                        </a:rPr>
                        <a:t> </a:t>
                      </a:r>
                      <a:r>
                        <a:rPr lang="pl-PL" sz="800" b="1" dirty="0" err="1">
                          <a:solidFill/>
                        </a:rPr>
                        <a:t>requested</a:t>
                      </a:r>
                      <a:endParaRPr lang="en-US" sz="800" b="1" dirty="0">
                        <a:solidFill/>
                      </a:endParaRPr>
                    </a:p>
                    <a:p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onboarding started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2BC22AFD-CCDD-B939-8362-096F2721BB0D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9278CB8-801A-449C-4383-703508E97F8D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21AB339-179A-0153-7CC6-14CC33B28AE0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2A0F88D-EFDC-D3F5-33BB-ECC721CDC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8913520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700" b="1" dirty="0">
                          <a:solidFill/>
                        </a:rPr>
                        <a:t>MDLZ </a:t>
                      </a:r>
                      <a:r>
                        <a:rPr lang="pl-PL" sz="700" b="1" dirty="0" err="1">
                          <a:solidFill/>
                        </a:rPr>
                        <a:t>accounts</a:t>
                      </a:r>
                      <a:r>
                        <a:rPr lang="pl-PL" sz="700" b="1" dirty="0">
                          <a:solidFill/>
                        </a:rPr>
                        <a:t> </a:t>
                      </a:r>
                      <a:r>
                        <a:rPr lang="en-US" sz="700" b="1" dirty="0">
                          <a:solidFill/>
                        </a:rPr>
                        <a:t>setup for new team members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Team onboarding completed.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Workshops preparation.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700" b="1" dirty="0">
                        <a:solidFill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Development: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Core Domain analysis. Lift and shift possibility consideration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16A7967F-E028-85F8-EB93-186C8114AD68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69291377-214C-0B8D-F97A-D1E35903F48E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43628BA2-4769-2403-3FB2-6796354D2DB0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88C907A6-6316-0B2D-A3C8-54F7231CDE4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B07FFCDE-D163-469D-DCD0-5F7E469E0B05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235158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6EE3F-4C9B-10C7-1A53-87714A5BDC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62318F-7535-A55A-D31C-43BCEC4520A0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5. BRAZIL PVC / VR / EASTER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9915C221-47EB-DCE9-193A-09203DB0006F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4C15CCA-7C7D-21D6-7F1E-041B96721295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24F9489-44BA-5218-D4F6-FEDED97213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6543794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800" b="1" dirty="0">
                          <a:solidFill/>
                        </a:rPr>
                        <a:t>Development team </a:t>
                      </a:r>
                      <a:r>
                        <a:rPr lang="pl-PL" sz="800" b="1" dirty="0" err="1">
                          <a:solidFill/>
                        </a:rPr>
                        <a:t>established</a:t>
                      </a:r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members assigned to Data Products/ Workstreams</a:t>
                      </a:r>
                      <a:endParaRPr lang="pl-PL" sz="800" b="1" dirty="0">
                        <a:solidFill/>
                      </a:endParaRPr>
                    </a:p>
                    <a:p>
                      <a:r>
                        <a:rPr lang="pl-PL" sz="800" b="1" dirty="0">
                          <a:solidFill/>
                        </a:rPr>
                        <a:t>MDLZ </a:t>
                      </a:r>
                      <a:r>
                        <a:rPr lang="pl-PL" sz="800" b="1" dirty="0" err="1">
                          <a:solidFill/>
                        </a:rPr>
                        <a:t>accounts</a:t>
                      </a:r>
                      <a:r>
                        <a:rPr lang="pl-PL" sz="800" b="1" dirty="0">
                          <a:solidFill/>
                        </a:rPr>
                        <a:t> </a:t>
                      </a:r>
                      <a:r>
                        <a:rPr lang="pl-PL" sz="800" b="1" dirty="0" err="1">
                          <a:solidFill/>
                        </a:rPr>
                        <a:t>requested</a:t>
                      </a:r>
                      <a:endParaRPr lang="en-US" sz="800" b="1" dirty="0">
                        <a:solidFill/>
                      </a:endParaRPr>
                    </a:p>
                    <a:p>
                      <a:endParaRPr lang="en-US" sz="800" b="1" dirty="0">
                        <a:solidFill/>
                      </a:endParaRPr>
                    </a:p>
                    <a:p>
                      <a:r>
                        <a:rPr lang="en-US" sz="800" b="1" dirty="0">
                          <a:solidFill/>
                        </a:rPr>
                        <a:t>Team onboarding started</a:t>
                      </a:r>
                    </a:p>
                    <a:p>
                      <a:endParaRPr lang="en-US" sz="800" b="1" dirty="0">
                        <a:solidFill/>
                      </a:endParaRP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9F9B367B-3E63-560C-3F28-DD1F64A9D3F3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416CAE6-566C-7FAC-F499-404A0139C486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559EC79-AE02-03AE-386E-782DDE2B6964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5821985-BA75-2CE6-78D5-02DCD58881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9065961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 dirty="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700" b="1" dirty="0">
                          <a:solidFill/>
                        </a:rPr>
                        <a:t>MDLZ </a:t>
                      </a:r>
                      <a:r>
                        <a:rPr lang="pl-PL" sz="700" b="1" dirty="0" err="1">
                          <a:solidFill/>
                        </a:rPr>
                        <a:t>accounts</a:t>
                      </a:r>
                      <a:r>
                        <a:rPr lang="pl-PL" sz="700" b="1" dirty="0">
                          <a:solidFill/>
                        </a:rPr>
                        <a:t> </a:t>
                      </a:r>
                      <a:r>
                        <a:rPr lang="en-US" sz="700" b="1" dirty="0">
                          <a:solidFill/>
                        </a:rPr>
                        <a:t>setup for new team members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Team onboarding completed.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/>
                        </a:rPr>
                        <a:t>Prototype:</a:t>
                      </a:r>
                      <a:br>
                        <a:rPr lang="en-US" sz="700" b="1" dirty="0">
                          <a:solidFill/>
                        </a:rPr>
                      </a:br>
                      <a:r>
                        <a:rPr lang="en-US" sz="700" b="1" dirty="0">
                          <a:solidFill/>
                        </a:rPr>
                        <a:t>KPI Inventory analysis and harmonization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C25C5475-64AE-5928-70A4-6DF9382FA6A6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7C53D042-984C-A6E9-6EEC-433991120698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24884A2-AD7B-35C6-22DB-90469CCA3F54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41DBF61E-4F0B-34B6-AF40-289D8A30DFA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923417E7-E1EB-1DB3-3684-92BDB059AE74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691854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5191A-33DC-E575-98C7-CE894BE7A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18A03D-306B-A51A-9D6B-C554095C41AC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6. STORE OPERATIONS (PERFECT &amp; RIGHT STORE)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75A94A20-03B3-0A01-8712-FFC3ADD0CDDD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8FDE255-C47D-F4A3-496F-D753381F65D1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5A5F988-E8E3-85FD-F606-0E21A794D55E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/>
                        </a:rPr>
                        <a:t>Text ….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C9EF2E0D-1847-103C-DD40-E9817FB8546B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BF0CFAB-5ADF-11BE-2787-6DB04AA531A1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6688F154-291F-F6EE-B79D-B902910694F6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6BED198-0BA7-5A80-41CF-B55E9E0AFF76}"/>
              </a:ext>
            </a:extLst>
          </p:cNvPr>
          <p:cNvGraphicFramePr>
            <a:graphicFrameLocks noGrp="1"/>
          </p:cNvGraphicFramePr>
          <p:nvPr/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1.1 Ingestion from Source System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1.1.1 Inventory and lock multi-BU source system ingestion scope (BRD, HLD, IIT):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Confirm source systems, tables, grain, volumetrics, refresh windows and access per BU; classify each source as global-common vs BU-specific;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J01]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1.1.2 Harvest and validate existing GCP ingestion design as build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ingestion logic per source; validate against current business behavior;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J01]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1.2 Ingestion from Manual Files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1.2.1 Inventory and standardize manual files across the 4 BUs (BRD, HLD, IIT):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manual files across 4 BUs; standardize file formats, naming conventions and delivery schedules;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1.2.2 Harvest existing GCP manual file ingestion design as build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manual file processing logic; validate against current behavior; classify as carry-forward, refactor or retire;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1.3 Core Domain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1.3.1 Assess Core Domain 1.0 and document target 2.0 vision (CDM &amp; LDM):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Assess current Core Domain 1.0; document the target 2.0 vision for CDM (Conceptual Data Model) and LDM (Logical Data Model);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B01, C01, G01, H01]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1.3.2 Harvest existing GCP data model and transformation logic as design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data model and transformation logic; validate against business behavior; classify as carry-forward, refactor or retire;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B01, C01, G01, H01]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1.4 KPIs (Core &amp; Derived) and Metric View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1.4.1 Inventory existing KPIs and calculation logic across the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existing KPIs across 4 BUs including code, formula, filters, adjustments, units, calendars, additivity, owner, version;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F01, F02, F03, F07, F08]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1.4.2 Harvest existing GCP KPI calculation logic (stored procedures, Power BI DAX):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KPI calculation logic from GCP and Power BI; validate against business definitions; identify discrepancies between BUs;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F01, F02, F03, F07, F08]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1.5 Gen BI Consumption (AI/BI, Genie, Knowledge Assistant and Supervisor)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1.5.1 Inventory dashboards, users, personas and business decisions across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existing dashboards, active users, personas and business decisions; classify by frequency, criticality and persona;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A12]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1.6 Change Management &amp; Training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1.6.1 Develop Training Needs Assessment and Training Strategy per persona: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Develop Training Needs Assessment identifying all user personas (commercial analysts, KAMs, field sales, trade marketing, technical ops, data engineer…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1.6.2 Map stakeholders, personas and business impacts across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Map all stakeholders per BU; identify business impacts of platform migration; classify change impact per persona; create stakeholder engagement plan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1.7 Data Governance / Architecture / Quality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1.7.1 Define OSA 2.0 governance framework aligned to CDO and global standards: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Define the OSA 2.0 governance framework aligned to CDO and global standards; integrate with POET governance model;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G07, K01, K02, K03, K04]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CFB0857D-F7BC-1D2B-D8A6-AFF52ECAE7DB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6E2FA6D-3E58-7282-8A1A-22656A1663F5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617D916-880D-F8BB-8CE2-5504CB664604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A8EB173-9664-44A3-5FF5-B1F1B1B4EF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50D42B3-76D3-7ECF-63DE-A209C8010B82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007975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F9604-F884-0929-472A-1A49EE9EBA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3522A3-30B2-0B24-606F-A50D16864E8F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7. SNACKSYNC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1E3CE45E-B6DF-CB69-26DB-B64DE2AC4C7D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FC03F6F-3549-B8C3-C2AF-607155766F12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Oct 30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BAF5B06-7C63-23F9-29EE-629CCB77F5DB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/>
                        </a:rPr>
                        <a:t>Text ….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A3C289F-367B-EF86-5D7A-433F076CB41F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29CF065-A28A-278C-F526-D8E456764D39}"/>
              </a:ext>
            </a:extLst>
          </p:cNvPr>
          <p:cNvGraphicFramePr>
            <a:graphicFrameLocks noGrp="1"/>
          </p:cNvGraphicFramePr>
          <p:nvPr/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B07B804-180E-9EA8-9CDA-43945149CB21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4935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 b="1"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7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lang="en-US" sz="8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F21AE95-F64B-7BF6-E4B0-AAE3098B144E}"/>
              </a:ext>
            </a:extLst>
          </p:cNvPr>
          <p:cNvGraphicFramePr>
            <a:graphicFrameLocks noGrp="1"/>
          </p:cNvGraphicFramePr>
          <p:nvPr/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1.1 Ingestion from Source System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1.1.1 Inventory and lock multi-BU source system ingestion scope (BRD, HLD, IIT):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Confirm source systems, tables, grain, volumetrics, refresh windows and access per BU; classify each source as global-common vs BU-specific;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J01]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1.1.2 Harvest and validate existing GCP ingestion design as build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ingestion logic per source; validate against current business behavior;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J01]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1.2 Ingestion from Manual Files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1.2.1 Inventory and standardize manual files across the 4 BUs (BRD, HLD, IIT):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manual files across 4 BUs; standardize file formats, naming conventions and delivery schedules;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1.2.2 Harvest existing GCP manual file ingestion design as build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manual file processing logic; validate against current behavior; classify as carry-forward, refactor or retire;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1.3 Core Domain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1.3.1 Assess Core Domain 1.0 and document target 2.0 vision (CDM &amp; LDM):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Assess current Core Domain 1.0; document the target 2.0 vision for CDM (Conceptual Data Model) and LDM (Logical Data Model);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B01, C01, G01, H01]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1.3.2 Harvest existing GCP data model and transformation logic as design baseline: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GCP data model and transformation logic; validate against business behavior; classify as carry-forward, refactor or retire;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B01, C01, G01, H01]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1.4 KPIs (Core &amp; Derived) and Metric View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1.4.1 Inventory existing KPIs and calculation logic across the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existing KPIs across 4 BUs including code, formula, filters, adjustments, units, calendars, additivity, owner, version;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F01, F02, F03, F07, F08]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1.4.2 Harvest existing GCP KPI calculation logic (stored procedures, Power BI DAX):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Extract production KPI calculation logic from GCP and Power BI; validate against business definitions; identify discrepancies between BUs;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F01, F02, F03, F07, F08]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1.5 Gen BI Consumption (AI/BI, Genie, Knowledge Assistant and Supervisor)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1.5.1 Inventory dashboards, users, personas and business decisions across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Inventory all existing dashboards, active users, personas and business decisions; classify by frequency, criticality and persona;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A12]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1.6 Change Management &amp; Training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1.6.1 Develop Training Needs Assessment and Training Strategy per persona: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Develop Training Needs Assessment identifying all user personas (commercial analysts, KAMs, field sales, trade marketing, technical ops, data engineer…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1.6.2 Map stakeholders, personas and business impacts across 4 BUs: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Map all stakeholders per BU; identify business impacts of platform migration; classify change impact per persona; create stakeholder engagement plan</a:t>
                      </a:r>
                      <a:r>
                        <a:rPr sz="600" b="1">
                          <a:solidFill>
                            <a:srgbClr val="999999"/>
                          </a:solidFill>
                        </a:rPr>
                        <a:t> [No direct CDRB ref]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sz="700" b="1">
                          <a:solidFill>
                            <a:srgbClr val="000000"/>
                          </a:solidFill>
                        </a:rPr>
                        <a:t>1.7 Data Governance / Architecture / Quality</a:t>
                      </a:r>
                    </a:p>
                    <a:p>
                      <a:pPr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sz="600" b="0">
                          <a:solidFill>
                            <a:srgbClr val="000000"/>
                          </a:solidFill>
                        </a:rPr>
                        <a:t>• </a:t>
                      </a:r>
                      <a:r>
                        <a:rPr sz="600" b="1">
                          <a:solidFill>
                            <a:srgbClr val="000000"/>
                          </a:solidFill>
                        </a:rPr>
                        <a:t>1.7.1 Define OSA 2.0 governance framework aligned to CDO and global standards: </a:t>
                      </a:r>
                      <a:r>
                        <a:rPr sz="600" b="0">
                          <a:solidFill>
                            <a:srgbClr val="333333"/>
                          </a:solidFill>
                        </a:rPr>
                        <a:t>Define the OSA 2.0 governance framework aligned to CDO and global standards; integrate with POET governance model;</a:t>
                      </a:r>
                      <a:r>
                        <a:rPr sz="600" b="1">
                          <a:solidFill>
                            <a:srgbClr val="156082"/>
                          </a:solidFill>
                        </a:rPr>
                        <a:t> [CDRB: E03, G01, G07, K01, K02, K03, K04]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9844304C-D8A7-14D3-2AA7-BD87871F9ADB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E43C5C2-1410-770E-1425-00AF331290F9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14BAB78F-8566-B1BE-A00B-DE949DCA77A3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53EF6E8-FB23-A791-004C-C447E1F06E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6DE9F88-8C26-8E53-AE68-CCC17189457E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Market Share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Name 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30167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6E13F8-60E4-9FBC-7F65-79D423DB40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F84A290-BD22-4CD0-40FD-5F5B147C42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503" t="2040" r="6424"/>
          <a:stretch>
            <a:fillRect/>
          </a:stretch>
        </p:blipFill>
        <p:spPr>
          <a:xfrm>
            <a:off x="9212325" y="4012660"/>
            <a:ext cx="1729739" cy="1646867"/>
          </a:xfrm>
          <a:prstGeom prst="ellipse">
            <a:avLst/>
          </a:prstGeo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C12ACA54-80DC-EC19-237A-3975E48CE7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01054" y="810638"/>
            <a:ext cx="6320709" cy="3393781"/>
          </a:xfrm>
        </p:spPr>
        <p:txBody>
          <a:bodyPr anchor="ctr"/>
          <a:lstStyle/>
          <a:p>
            <a:pPr algn="r" fontAlgn="auto">
              <a:spcAft>
                <a:spcPts val="0"/>
              </a:spcAft>
              <a:defRPr/>
            </a:pPr>
            <a:r>
              <a:rPr lang="en-US" sz="6000">
                <a:solidFill>
                  <a:schemeClr val="tx1"/>
                </a:solidFill>
              </a:rPr>
              <a:t>Q&amp;A</a:t>
            </a:r>
          </a:p>
        </p:txBody>
      </p:sp>
    </p:spTree>
    <p:extLst>
      <p:ext uri="{BB962C8B-B14F-4D97-AF65-F5344CB8AC3E}">
        <p14:creationId xmlns:p14="http://schemas.microsoft.com/office/powerpoint/2010/main" val="7289492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DFB03-AF88-0292-93E8-25D6213BA6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14DC61CB-04B9-CB8A-507C-25F356DC2E57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1557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E407F0C4-DE83-50B0-2EEC-AFD0FC02AA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1. PROTOTYPE OTC / EPOS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3AF7260A-D42D-7DAB-A945-87C32BF1F463}"/>
              </a:ext>
            </a:extLst>
          </p:cNvPr>
          <p:cNvSpPr/>
          <p:nvPr/>
        </p:nvSpPr>
        <p:spPr>
          <a:xfrm>
            <a:off x="119405" y="2099896"/>
            <a:ext cx="267603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Wacam &amp; Mexico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372760A0-1212-088C-7D46-21C693BC7C4C}"/>
              </a:ext>
            </a:extLst>
          </p:cNvPr>
          <p:cNvSpPr/>
          <p:nvPr/>
        </p:nvSpPr>
        <p:spPr>
          <a:xfrm>
            <a:off x="9248729" y="3192450"/>
            <a:ext cx="885303" cy="801657"/>
          </a:xfrm>
          <a:prstGeom prst="roundRect">
            <a:avLst>
              <a:gd name="adj" fmla="val 271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AI / BI, Genie Agent, Knowledge, Orchestration 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 &amp; SC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FD85F5C9-9050-7291-E245-563CFB4336F0}"/>
              </a:ext>
            </a:extLst>
          </p:cNvPr>
          <p:cNvSpPr/>
          <p:nvPr/>
        </p:nvSpPr>
        <p:spPr>
          <a:xfrm>
            <a:off x="10209088" y="2099896"/>
            <a:ext cx="1693780" cy="248264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B5B2EC1-0682-EE53-5289-64D02CACF560}"/>
              </a:ext>
            </a:extLst>
          </p:cNvPr>
          <p:cNvSpPr/>
          <p:nvPr/>
        </p:nvSpPr>
        <p:spPr>
          <a:xfrm>
            <a:off x="161201" y="4527001"/>
            <a:ext cx="996851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CB9F6EE-1430-AE62-6640-10D4C6D624C5}"/>
              </a:ext>
            </a:extLst>
          </p:cNvPr>
          <p:cNvSpPr/>
          <p:nvPr/>
        </p:nvSpPr>
        <p:spPr>
          <a:xfrm>
            <a:off x="161201" y="4912247"/>
            <a:ext cx="9968510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8CCAD4DC-AEB1-CDCC-4955-5D5910009391}"/>
              </a:ext>
            </a:extLst>
          </p:cNvPr>
          <p:cNvSpPr/>
          <p:nvPr/>
        </p:nvSpPr>
        <p:spPr>
          <a:xfrm>
            <a:off x="161200" y="5281296"/>
            <a:ext cx="9968509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C67B527A-EA00-1D55-FFE7-03DF06447448}"/>
              </a:ext>
            </a:extLst>
          </p:cNvPr>
          <p:cNvSpPr/>
          <p:nvPr/>
        </p:nvSpPr>
        <p:spPr>
          <a:xfrm>
            <a:off x="10209089" y="4675633"/>
            <a:ext cx="1693780" cy="182291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3DFB1E50-5AC6-DE41-6F1C-ABD135F933EE}"/>
              </a:ext>
            </a:extLst>
          </p:cNvPr>
          <p:cNvSpPr/>
          <p:nvPr/>
        </p:nvSpPr>
        <p:spPr>
          <a:xfrm>
            <a:off x="1080551" y="4061135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8EE12CE7-1A36-89C1-1DEA-75C7304DD42F}"/>
              </a:ext>
            </a:extLst>
          </p:cNvPr>
          <p:cNvSpPr/>
          <p:nvPr/>
        </p:nvSpPr>
        <p:spPr>
          <a:xfrm>
            <a:off x="119405" y="885999"/>
            <a:ext cx="2676034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Layer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74F8986-F406-7E38-431E-183AE67BD264}"/>
              </a:ext>
            </a:extLst>
          </p:cNvPr>
          <p:cNvSpPr/>
          <p:nvPr/>
        </p:nvSpPr>
        <p:spPr>
          <a:xfrm>
            <a:off x="2898390" y="2099896"/>
            <a:ext cx="3538479" cy="1001444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WC &amp; MX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06E44C99-7F80-47B7-0AEB-F616BDD5E8EA}"/>
              </a:ext>
            </a:extLst>
          </p:cNvPr>
          <p:cNvSpPr/>
          <p:nvPr/>
        </p:nvSpPr>
        <p:spPr>
          <a:xfrm>
            <a:off x="2885170" y="173838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B22D96E-1D17-E794-645E-60FD4E00327C}"/>
              </a:ext>
            </a:extLst>
          </p:cNvPr>
          <p:cNvSpPr/>
          <p:nvPr/>
        </p:nvSpPr>
        <p:spPr>
          <a:xfrm>
            <a:off x="6547103" y="2099896"/>
            <a:ext cx="3582611" cy="1001444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MX &amp; WC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0E7124E3-3C39-A886-C172-E02887D82972}"/>
              </a:ext>
            </a:extLst>
          </p:cNvPr>
          <p:cNvSpPr/>
          <p:nvPr/>
        </p:nvSpPr>
        <p:spPr>
          <a:xfrm>
            <a:off x="4707393" y="174371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92BAFA08-2E19-4BA0-28D5-803D97378BDF}"/>
              </a:ext>
            </a:extLst>
          </p:cNvPr>
          <p:cNvSpPr/>
          <p:nvPr/>
        </p:nvSpPr>
        <p:spPr>
          <a:xfrm>
            <a:off x="8338519" y="174371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59C4607F-6B3E-1476-E191-2F20D8E2DFFC}"/>
              </a:ext>
            </a:extLst>
          </p:cNvPr>
          <p:cNvSpPr/>
          <p:nvPr/>
        </p:nvSpPr>
        <p:spPr>
          <a:xfrm>
            <a:off x="119405" y="3192450"/>
            <a:ext cx="5025620" cy="801657"/>
          </a:xfrm>
          <a:prstGeom prst="roundRect">
            <a:avLst>
              <a:gd name="adj" fmla="val 3266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Brazil &amp; S. Cone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28" name="Rectangle: Rounded Corners 127">
            <a:extLst>
              <a:ext uri="{FF2B5EF4-FFF2-40B4-BE49-F238E27FC236}">
                <a16:creationId xmlns:a16="http://schemas.microsoft.com/office/drawing/2014/main" id="{9577C4AE-D711-DBAB-833E-762DFF1BFA43}"/>
              </a:ext>
            </a:extLst>
          </p:cNvPr>
          <p:cNvSpPr/>
          <p:nvPr/>
        </p:nvSpPr>
        <p:spPr>
          <a:xfrm>
            <a:off x="5189583" y="3192450"/>
            <a:ext cx="4016715" cy="801657"/>
          </a:xfrm>
          <a:prstGeom prst="roundRect">
            <a:avLst>
              <a:gd name="adj" fmla="val 3266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BR &amp; SC onto KPI engine proven with WC &amp; MX, config-only, zero code changes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Market-specific rules (currency, UOMs, hierarchies) via parameterized config tables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Refresh Metric Views from certified WC &amp; MX template, proving global reusability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KPI-by-KPI reconciliation vs legacy GCP to confirm calculation parity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Validates parametrization design for future market rollouts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AE32A14B-0162-13D1-269E-E6CE39669757}"/>
              </a:ext>
            </a:extLst>
          </p:cNvPr>
          <p:cNvCxnSpPr>
            <a:cxnSpLocks/>
          </p:cNvCxnSpPr>
          <p:nvPr/>
        </p:nvCxnSpPr>
        <p:spPr>
          <a:xfrm>
            <a:off x="5245632" y="3006706"/>
            <a:ext cx="0" cy="315614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ABEF613D-A637-478E-09D7-5CD13B3425F2}"/>
              </a:ext>
            </a:extLst>
          </p:cNvPr>
          <p:cNvCxnSpPr>
            <a:cxnSpLocks/>
          </p:cNvCxnSpPr>
          <p:nvPr/>
        </p:nvCxnSpPr>
        <p:spPr>
          <a:xfrm>
            <a:off x="9380752" y="2976226"/>
            <a:ext cx="0" cy="315614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Rectangle 131">
            <a:extLst>
              <a:ext uri="{FF2B5EF4-FFF2-40B4-BE49-F238E27FC236}">
                <a16:creationId xmlns:a16="http://schemas.microsoft.com/office/drawing/2014/main" id="{BF794B41-C985-7C61-C427-0D79EE94B0C2}"/>
              </a:ext>
            </a:extLst>
          </p:cNvPr>
          <p:cNvSpPr/>
          <p:nvPr/>
        </p:nvSpPr>
        <p:spPr>
          <a:xfrm>
            <a:off x="161200" y="5640758"/>
            <a:ext cx="9968509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6EDD0E6-6DCB-5DFC-1B79-97DDDCFA2FA1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E673CAE1-853A-9E5A-2774-72F2555C1B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88ED162A-E926-1B73-8B28-78C24E599467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3AB1EE7-8A46-5919-E813-527B1B358958}"/>
              </a:ext>
            </a:extLst>
          </p:cNvPr>
          <p:cNvSpPr/>
          <p:nvPr/>
        </p:nvSpPr>
        <p:spPr>
          <a:xfrm>
            <a:off x="161200" y="5933849"/>
            <a:ext cx="9968509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AF80630-24BB-8861-3F83-E85733CAB507}"/>
              </a:ext>
            </a:extLst>
          </p:cNvPr>
          <p:cNvSpPr/>
          <p:nvPr/>
        </p:nvSpPr>
        <p:spPr>
          <a:xfrm>
            <a:off x="161200" y="6299880"/>
            <a:ext cx="9968509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149" name="Rectangle: Rounded Corners 148">
            <a:extLst>
              <a:ext uri="{FF2B5EF4-FFF2-40B4-BE49-F238E27FC236}">
                <a16:creationId xmlns:a16="http://schemas.microsoft.com/office/drawing/2014/main" id="{8F616E96-E5CF-7FAD-DFC6-FF92C7F7BA7C}"/>
              </a:ext>
            </a:extLst>
          </p:cNvPr>
          <p:cNvSpPr/>
          <p:nvPr/>
        </p:nvSpPr>
        <p:spPr>
          <a:xfrm>
            <a:off x="1080551" y="4287694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51" name="Rectangle: Rounded Corners 150">
            <a:extLst>
              <a:ext uri="{FF2B5EF4-FFF2-40B4-BE49-F238E27FC236}">
                <a16:creationId xmlns:a16="http://schemas.microsoft.com/office/drawing/2014/main" id="{1869AD62-E7FC-C037-D19F-BDA95F437DE8}"/>
              </a:ext>
            </a:extLst>
          </p:cNvPr>
          <p:cNvSpPr/>
          <p:nvPr/>
        </p:nvSpPr>
        <p:spPr>
          <a:xfrm>
            <a:off x="4740071" y="4053750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F6AA6D19-8031-8968-9BA5-5AB36643EA84}"/>
              </a:ext>
            </a:extLst>
          </p:cNvPr>
          <p:cNvSpPr/>
          <p:nvPr/>
        </p:nvSpPr>
        <p:spPr>
          <a:xfrm>
            <a:off x="4740071" y="4280309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55" name="Rectangle: Rounded Corners 154">
            <a:extLst>
              <a:ext uri="{FF2B5EF4-FFF2-40B4-BE49-F238E27FC236}">
                <a16:creationId xmlns:a16="http://schemas.microsoft.com/office/drawing/2014/main" id="{D650CEF3-D374-6BDB-D089-5B42E8646A92}"/>
              </a:ext>
            </a:extLst>
          </p:cNvPr>
          <p:cNvSpPr/>
          <p:nvPr/>
        </p:nvSpPr>
        <p:spPr>
          <a:xfrm>
            <a:off x="9196674" y="4056482"/>
            <a:ext cx="1012413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57" name="Rectangle: Rounded Corners 156">
            <a:extLst>
              <a:ext uri="{FF2B5EF4-FFF2-40B4-BE49-F238E27FC236}">
                <a16:creationId xmlns:a16="http://schemas.microsoft.com/office/drawing/2014/main" id="{C9AA7BEB-ED6A-284A-DF00-04002E0087FA}"/>
              </a:ext>
            </a:extLst>
          </p:cNvPr>
          <p:cNvSpPr/>
          <p:nvPr/>
        </p:nvSpPr>
        <p:spPr>
          <a:xfrm>
            <a:off x="9196674" y="4283041"/>
            <a:ext cx="1012413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</p:spTree>
    <p:extLst>
      <p:ext uri="{BB962C8B-B14F-4D97-AF65-F5344CB8AC3E}">
        <p14:creationId xmlns:p14="http://schemas.microsoft.com/office/powerpoint/2010/main" val="315531906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94BBB3-257B-DA0D-9DE5-F05845A0C7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CE6B249E-318E-4A1A-B0B5-8612A05FD91F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8AEA23E7-4CD1-0D73-1FA9-FE6CA43EA5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2. MDLZ INVENTORY &amp; SHIPMENT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9B0AAF64-8D29-C072-B933-0187128A483F}"/>
              </a:ext>
            </a:extLst>
          </p:cNvPr>
          <p:cNvSpPr/>
          <p:nvPr/>
        </p:nvSpPr>
        <p:spPr>
          <a:xfrm>
            <a:off x="119405" y="2099896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5024126A-1D28-A271-098E-22F1186265E7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6244D82C-526D-382A-C060-4064BF6FF022}"/>
              </a:ext>
            </a:extLst>
          </p:cNvPr>
          <p:cNvSpPr/>
          <p:nvPr/>
        </p:nvSpPr>
        <p:spPr>
          <a:xfrm>
            <a:off x="161201" y="4453849"/>
            <a:ext cx="10402617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517FE7B-14D7-44DF-47A3-BDC255B132BE}"/>
              </a:ext>
            </a:extLst>
          </p:cNvPr>
          <p:cNvSpPr/>
          <p:nvPr/>
        </p:nvSpPr>
        <p:spPr>
          <a:xfrm>
            <a:off x="161201" y="4839095"/>
            <a:ext cx="10402616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850056D2-354E-0049-608C-D4E60BFFB4CC}"/>
              </a:ext>
            </a:extLst>
          </p:cNvPr>
          <p:cNvSpPr/>
          <p:nvPr/>
        </p:nvSpPr>
        <p:spPr>
          <a:xfrm>
            <a:off x="161200" y="5208144"/>
            <a:ext cx="10402615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1A2A3B7-2B23-55B3-5756-2B46ED65CE7A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572E829C-2BE7-18FB-CD26-5728BB25EC45}"/>
              </a:ext>
            </a:extLst>
          </p:cNvPr>
          <p:cNvSpPr/>
          <p:nvPr/>
        </p:nvSpPr>
        <p:spPr>
          <a:xfrm>
            <a:off x="2310140" y="316296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6DD44175-484E-6472-BFF4-05FC790293D6}"/>
              </a:ext>
            </a:extLst>
          </p:cNvPr>
          <p:cNvSpPr/>
          <p:nvPr/>
        </p:nvSpPr>
        <p:spPr>
          <a:xfrm>
            <a:off x="119404" y="885999"/>
            <a:ext cx="3464799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3224A6F4-357B-0F5B-3E62-D9CC5A69EADF}"/>
              </a:ext>
            </a:extLst>
          </p:cNvPr>
          <p:cNvSpPr/>
          <p:nvPr/>
        </p:nvSpPr>
        <p:spPr>
          <a:xfrm>
            <a:off x="4345926" y="2099894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2306975E-D8CB-A0C6-DE6D-287691848DBE}"/>
              </a:ext>
            </a:extLst>
          </p:cNvPr>
          <p:cNvSpPr/>
          <p:nvPr/>
        </p:nvSpPr>
        <p:spPr>
          <a:xfrm>
            <a:off x="3636571" y="129790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F3B7393-14FF-B221-F262-3A4D9494B6FC}"/>
              </a:ext>
            </a:extLst>
          </p:cNvPr>
          <p:cNvSpPr/>
          <p:nvPr/>
        </p:nvSpPr>
        <p:spPr>
          <a:xfrm>
            <a:off x="7846074" y="1868732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E115E063-5BDD-3AA1-289A-84360AC66873}"/>
              </a:ext>
            </a:extLst>
          </p:cNvPr>
          <p:cNvSpPr/>
          <p:nvPr/>
        </p:nvSpPr>
        <p:spPr>
          <a:xfrm>
            <a:off x="6257880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0958BDDF-F343-B719-A4B4-8CD06583442A}"/>
              </a:ext>
            </a:extLst>
          </p:cNvPr>
          <p:cNvSpPr/>
          <p:nvPr/>
        </p:nvSpPr>
        <p:spPr>
          <a:xfrm>
            <a:off x="8965455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35DD68E9-1425-0556-EC26-6D02AEC35ED6}"/>
              </a:ext>
            </a:extLst>
          </p:cNvPr>
          <p:cNvSpPr/>
          <p:nvPr/>
        </p:nvSpPr>
        <p:spPr>
          <a:xfrm>
            <a:off x="161200" y="5567606"/>
            <a:ext cx="10402615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542B3F7D-1655-76A8-0A2C-BF74A05A44E5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98759308-644A-8617-1024-74F407CC6F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EBDC288-C434-61C3-1BF8-279F7D876316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CE12999E-5BDD-F10E-6FE4-8DBE5CE39440}"/>
              </a:ext>
            </a:extLst>
          </p:cNvPr>
          <p:cNvSpPr/>
          <p:nvPr/>
        </p:nvSpPr>
        <p:spPr>
          <a:xfrm>
            <a:off x="161200" y="5860697"/>
            <a:ext cx="10402615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B8781D1-6982-8357-13E4-9ECC668BE8F0}"/>
              </a:ext>
            </a:extLst>
          </p:cNvPr>
          <p:cNvSpPr/>
          <p:nvPr/>
        </p:nvSpPr>
        <p:spPr>
          <a:xfrm>
            <a:off x="161200" y="6226728"/>
            <a:ext cx="10402615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B77FCAC9-B817-3194-FAD5-2579E39119D3}"/>
              </a:ext>
            </a:extLst>
          </p:cNvPr>
          <p:cNvSpPr/>
          <p:nvPr/>
        </p:nvSpPr>
        <p:spPr>
          <a:xfrm>
            <a:off x="8623793" y="316296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</p:spTree>
    <p:extLst>
      <p:ext uri="{BB962C8B-B14F-4D97-AF65-F5344CB8AC3E}">
        <p14:creationId xmlns:p14="http://schemas.microsoft.com/office/powerpoint/2010/main" val="27142698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4C313E-7D38-4204-A674-4996CA93C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94692D57-0797-F24C-B5B7-FF447D29C5F6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7D5E8FEB-6E87-92C0-4A88-3B36DA9D86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3. MARKET MEASUREMENT AND PROMOTIONS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A44B438E-33FA-49A8-AC3B-E11DDCF5B806}"/>
              </a:ext>
            </a:extLst>
          </p:cNvPr>
          <p:cNvSpPr/>
          <p:nvPr/>
        </p:nvSpPr>
        <p:spPr>
          <a:xfrm>
            <a:off x="119405" y="2967743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25778736-976A-0A85-9748-549D9EE55965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953A267-A9AB-8295-2E3F-F3D8AD684715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C75E6BC-ED97-BEAF-7B4A-DD3DEC0660EA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C9D8861C-D24A-58EE-3E72-252287CC036B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2D470075-0933-C045-3FB2-6937757731D6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4DF3102E-29EF-A72B-7F77-DF47618D1BB9}"/>
              </a:ext>
            </a:extLst>
          </p:cNvPr>
          <p:cNvSpPr/>
          <p:nvPr/>
        </p:nvSpPr>
        <p:spPr>
          <a:xfrm>
            <a:off x="2296388" y="4030810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61B7CFDB-E3C2-2A97-BAB4-AC717E4C3498}"/>
              </a:ext>
            </a:extLst>
          </p:cNvPr>
          <p:cNvSpPr/>
          <p:nvPr/>
        </p:nvSpPr>
        <p:spPr>
          <a:xfrm>
            <a:off x="119404" y="1753846"/>
            <a:ext cx="3428467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079368E6-0025-B36E-3FC9-5345E3CA266F}"/>
              </a:ext>
            </a:extLst>
          </p:cNvPr>
          <p:cNvSpPr/>
          <p:nvPr/>
        </p:nvSpPr>
        <p:spPr>
          <a:xfrm>
            <a:off x="4345926" y="2967741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2307CEFA-A946-50E4-EF18-4329071AC9AD}"/>
              </a:ext>
            </a:extLst>
          </p:cNvPr>
          <p:cNvSpPr/>
          <p:nvPr/>
        </p:nvSpPr>
        <p:spPr>
          <a:xfrm>
            <a:off x="3624379" y="2165748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F1273AC-5CF5-A842-3B15-A197439CD4E4}"/>
              </a:ext>
            </a:extLst>
          </p:cNvPr>
          <p:cNvSpPr/>
          <p:nvPr/>
        </p:nvSpPr>
        <p:spPr>
          <a:xfrm>
            <a:off x="7846074" y="2736579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4273E0E9-2C66-32C0-550D-5B801FBA1E3A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AB849E40-FB5B-89EC-70A2-00DBDA002996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1FA717B8-B8D2-41EE-B756-E2535B138D7F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DEA1BE8-E8E8-22B0-CF0D-ADDC4910DFE8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D63B3FE-9E89-41C9-0222-07A0AA0B85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1A408D47-28D4-E10A-5ADD-B977E740A1BB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DD99F5A-6411-457C-19C2-EBBFC3503146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ABE8CDB-B409-C622-1613-47747BECCADB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E434E83-6E67-EFB6-4F54-2D748C74214E}"/>
              </a:ext>
            </a:extLst>
          </p:cNvPr>
          <p:cNvSpPr/>
          <p:nvPr/>
        </p:nvSpPr>
        <p:spPr>
          <a:xfrm>
            <a:off x="8623793" y="4030810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1BE18BE6-2E14-683D-960D-AF3FB8413FE3}"/>
              </a:ext>
            </a:extLst>
          </p:cNvPr>
          <p:cNvSpPr/>
          <p:nvPr/>
        </p:nvSpPr>
        <p:spPr>
          <a:xfrm>
            <a:off x="119404" y="886968"/>
            <a:ext cx="3428467" cy="809066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</p:spTree>
    <p:extLst>
      <p:ext uri="{BB962C8B-B14F-4D97-AF65-F5344CB8AC3E}">
        <p14:creationId xmlns:p14="http://schemas.microsoft.com/office/powerpoint/2010/main" val="424301854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FCB48D-C206-9242-8585-71914BAC00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903519D9-B7A6-977F-1659-6C9DBB4FE061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6797EEC1-227C-9882-4CB5-99C73C0F2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4. MEXICO DSD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27FE286E-D459-6D68-A901-35B3A59AE6B2}"/>
              </a:ext>
            </a:extLst>
          </p:cNvPr>
          <p:cNvSpPr/>
          <p:nvPr/>
        </p:nvSpPr>
        <p:spPr>
          <a:xfrm>
            <a:off x="119405" y="2099896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MEXICO DSD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3955172B-1EAB-B0DE-AD62-BE02768B067B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AC54AADF-D19D-667A-AAAA-D64568169209}"/>
              </a:ext>
            </a:extLst>
          </p:cNvPr>
          <p:cNvSpPr/>
          <p:nvPr/>
        </p:nvSpPr>
        <p:spPr>
          <a:xfrm>
            <a:off x="161201" y="4453849"/>
            <a:ext cx="10388206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753FA5D-F8FD-80A6-2074-B262A0BA4ED5}"/>
              </a:ext>
            </a:extLst>
          </p:cNvPr>
          <p:cNvSpPr/>
          <p:nvPr/>
        </p:nvSpPr>
        <p:spPr>
          <a:xfrm>
            <a:off x="161200" y="4839095"/>
            <a:ext cx="10388205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5110DFAA-E74D-73EF-D4CE-9909D8F19FAF}"/>
              </a:ext>
            </a:extLst>
          </p:cNvPr>
          <p:cNvSpPr/>
          <p:nvPr/>
        </p:nvSpPr>
        <p:spPr>
          <a:xfrm>
            <a:off x="161200" y="5208144"/>
            <a:ext cx="10388204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9057EDEE-1378-C1B1-EA2E-25E35EF6359D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C785C5A9-C86C-0DB8-EC6F-2333F0486A6C}"/>
              </a:ext>
            </a:extLst>
          </p:cNvPr>
          <p:cNvSpPr/>
          <p:nvPr/>
        </p:nvSpPr>
        <p:spPr>
          <a:xfrm>
            <a:off x="119404" y="885999"/>
            <a:ext cx="3474723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EEE1256-33CB-A656-145C-3B49A729A569}"/>
              </a:ext>
            </a:extLst>
          </p:cNvPr>
          <p:cNvSpPr/>
          <p:nvPr/>
        </p:nvSpPr>
        <p:spPr>
          <a:xfrm>
            <a:off x="4345926" y="2099894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MEXICO DSD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AF7F7D30-CF57-E22A-D724-241F9F084D8F}"/>
              </a:ext>
            </a:extLst>
          </p:cNvPr>
          <p:cNvSpPr/>
          <p:nvPr/>
        </p:nvSpPr>
        <p:spPr>
          <a:xfrm>
            <a:off x="3654859" y="129790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4F38C8F7-D32B-BE5C-D80B-107650181025}"/>
              </a:ext>
            </a:extLst>
          </p:cNvPr>
          <p:cNvSpPr/>
          <p:nvPr/>
        </p:nvSpPr>
        <p:spPr>
          <a:xfrm>
            <a:off x="7846074" y="1868732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MEXICO DSD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34808A13-8EB3-542E-EA0D-7DD3C02FA571}"/>
              </a:ext>
            </a:extLst>
          </p:cNvPr>
          <p:cNvSpPr/>
          <p:nvPr/>
        </p:nvSpPr>
        <p:spPr>
          <a:xfrm>
            <a:off x="6257880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0EBBE926-0B0A-2574-0FCE-61ABE047ED27}"/>
              </a:ext>
            </a:extLst>
          </p:cNvPr>
          <p:cNvSpPr/>
          <p:nvPr/>
        </p:nvSpPr>
        <p:spPr>
          <a:xfrm>
            <a:off x="8965455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7C6A014-4E6D-3D86-7B56-9D654B561000}"/>
              </a:ext>
            </a:extLst>
          </p:cNvPr>
          <p:cNvSpPr/>
          <p:nvPr/>
        </p:nvSpPr>
        <p:spPr>
          <a:xfrm>
            <a:off x="161200" y="5567606"/>
            <a:ext cx="10388204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56412AC1-9B14-2222-679E-0F13D0F3C13F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EDD7C9CE-9CD4-DEAC-31D0-C29E67DBBF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6B08543C-D582-B66A-0032-0CD4731BD302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618E4266-E754-87C4-09C9-DB1B7071101F}"/>
              </a:ext>
            </a:extLst>
          </p:cNvPr>
          <p:cNvSpPr/>
          <p:nvPr/>
        </p:nvSpPr>
        <p:spPr>
          <a:xfrm>
            <a:off x="161200" y="5860697"/>
            <a:ext cx="10388204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AB1ED4C-BD94-E37F-E4F9-32ECCAAEE871}"/>
              </a:ext>
            </a:extLst>
          </p:cNvPr>
          <p:cNvSpPr/>
          <p:nvPr/>
        </p:nvSpPr>
        <p:spPr>
          <a:xfrm>
            <a:off x="161200" y="6226728"/>
            <a:ext cx="10388204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DB733B6-0328-6D38-759F-43ED52F39748}"/>
              </a:ext>
            </a:extLst>
          </p:cNvPr>
          <p:cNvSpPr/>
          <p:nvPr/>
        </p:nvSpPr>
        <p:spPr>
          <a:xfrm>
            <a:off x="9913619" y="3162963"/>
            <a:ext cx="792481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Mexico</a:t>
            </a:r>
          </a:p>
        </p:txBody>
      </p:sp>
    </p:spTree>
    <p:extLst>
      <p:ext uri="{BB962C8B-B14F-4D97-AF65-F5344CB8AC3E}">
        <p14:creationId xmlns:p14="http://schemas.microsoft.com/office/powerpoint/2010/main" val="106401573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8D73DA-583F-565A-BA24-E836AADC90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5DCB9F32-EA64-C763-6F19-5AD71289C33C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C5EEA93A-DC9D-D155-0B34-02408BB835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5. BRAZIL PVC / VR / EASTER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757307A5-27DE-6A0D-D4D1-A419D66DA941}"/>
              </a:ext>
            </a:extLst>
          </p:cNvPr>
          <p:cNvSpPr/>
          <p:nvPr/>
        </p:nvSpPr>
        <p:spPr>
          <a:xfrm>
            <a:off x="119405" y="3248610"/>
            <a:ext cx="4174154" cy="809067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BRAZIL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AF75A609-48A3-E24C-F971-3A70B4A731FB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C129FC8D-D751-43E9-043C-3F2A7217343F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403FD2D-7D33-4417-A3C9-FA8B0671DB4B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1A9EB4B0-4397-60DF-82EE-DD02D66E7862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4410073-ECB4-8B46-8BC4-3C48CE979E39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1598029B-AB38-15E9-2F44-E6DD76EBC300}"/>
              </a:ext>
            </a:extLst>
          </p:cNvPr>
          <p:cNvSpPr/>
          <p:nvPr/>
        </p:nvSpPr>
        <p:spPr>
          <a:xfrm>
            <a:off x="850900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9152B132-59F8-0964-2732-7B2C323D28C3}"/>
              </a:ext>
            </a:extLst>
          </p:cNvPr>
          <p:cNvSpPr/>
          <p:nvPr/>
        </p:nvSpPr>
        <p:spPr>
          <a:xfrm>
            <a:off x="119404" y="2464390"/>
            <a:ext cx="4174154" cy="712274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150EBB4-0806-9961-B775-F3A437F298F3}"/>
              </a:ext>
            </a:extLst>
          </p:cNvPr>
          <p:cNvSpPr/>
          <p:nvPr/>
        </p:nvSpPr>
        <p:spPr>
          <a:xfrm>
            <a:off x="4345926" y="3248609"/>
            <a:ext cx="3447781" cy="809068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BRAZIL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C96133AD-8756-24CE-F9F5-731BB4A1598C}"/>
              </a:ext>
            </a:extLst>
          </p:cNvPr>
          <p:cNvSpPr/>
          <p:nvPr/>
        </p:nvSpPr>
        <p:spPr>
          <a:xfrm>
            <a:off x="7846074" y="2805403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BRAZIL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F2604488-A1C9-A5AB-EF92-6D8F08E8942B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AC74847A-6227-2BAA-8820-D6D732E84399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80391927-9761-60BD-45E7-54A16081EE9A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AB61196-A7B3-27AD-8563-A532496C52C5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BE543D36-DA71-1A7B-85C4-7D6C2BEB18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48B7D66E-08D5-4B91-9027-6390A9337EB0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D62CDC4-AF5E-E900-D89D-C04F092513D9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5A11EA6A-FB76-A82D-AD18-0EEB05C28A93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B0B06BE-4C08-FFAD-0873-8FE4DDC72B95}"/>
              </a:ext>
            </a:extLst>
          </p:cNvPr>
          <p:cNvSpPr/>
          <p:nvPr/>
        </p:nvSpPr>
        <p:spPr>
          <a:xfrm>
            <a:off x="119404" y="1673504"/>
            <a:ext cx="4174154" cy="715950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EC553ED-3B79-9945-7FC1-5A0358E82284}"/>
              </a:ext>
            </a:extLst>
          </p:cNvPr>
          <p:cNvSpPr/>
          <p:nvPr/>
        </p:nvSpPr>
        <p:spPr>
          <a:xfrm>
            <a:off x="119404" y="866669"/>
            <a:ext cx="4174154" cy="713719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Reverse-engineer Brazil PVC/VR/Easter GCP pipelines, stored procs, and DAX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 calculation flows, business rules, and exception handling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Extract GCP production reconciliation baselines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Map legacy logic to 8-Block Architecture and KPI engine design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Formalize undocumented rules and workarounds into config objects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7E28898-59D3-588F-204E-E09DB54D2322}"/>
              </a:ext>
            </a:extLst>
          </p:cNvPr>
          <p:cNvSpPr/>
          <p:nvPr/>
        </p:nvSpPr>
        <p:spPr>
          <a:xfrm>
            <a:off x="3632738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D39EBDC7-E340-5785-FE5F-13B58C7A70B2}"/>
              </a:ext>
            </a:extLst>
          </p:cNvPr>
          <p:cNvSpPr/>
          <p:nvPr/>
        </p:nvSpPr>
        <p:spPr>
          <a:xfrm>
            <a:off x="7133352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6378DFE-7B3E-49DE-1487-A1C7D62D41B8}"/>
              </a:ext>
            </a:extLst>
          </p:cNvPr>
          <p:cNvSpPr/>
          <p:nvPr/>
        </p:nvSpPr>
        <p:spPr>
          <a:xfrm>
            <a:off x="9944086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</p:spTree>
    <p:extLst>
      <p:ext uri="{BB962C8B-B14F-4D97-AF65-F5344CB8AC3E}">
        <p14:creationId xmlns:p14="http://schemas.microsoft.com/office/powerpoint/2010/main" val="39311655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43435-6AAB-C949-5BA6-D474A69D7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361FE32A-A09F-85B0-7A80-77DD5DFFF721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B10EB7E2-EC22-A5F2-B42B-E696AA129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6. STORE OPERATIONS (PERFECT &amp; RIGHT STORE)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151F8976-3A18-FE49-B3B8-9B41E3355008}"/>
              </a:ext>
            </a:extLst>
          </p:cNvPr>
          <p:cNvSpPr/>
          <p:nvPr/>
        </p:nvSpPr>
        <p:spPr>
          <a:xfrm>
            <a:off x="119405" y="3248610"/>
            <a:ext cx="4174154" cy="809067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CC23D86A-6B94-C5A9-FF2D-267EAEE52CA7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194FF9A-6A84-D021-FD9B-EF8FF09479BE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8777DFCE-4A1A-0C54-DC62-EDF383647FAA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5450C174-E29F-53B7-E7C8-E51ECF219EC0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AEA09643-06E7-CF04-378C-6F407421F432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D37DCF98-DDF7-521D-631B-107DE38F0277}"/>
              </a:ext>
            </a:extLst>
          </p:cNvPr>
          <p:cNvSpPr/>
          <p:nvPr/>
        </p:nvSpPr>
        <p:spPr>
          <a:xfrm>
            <a:off x="873760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38D4F4CF-FA6A-C12D-6272-924487111C1F}"/>
              </a:ext>
            </a:extLst>
          </p:cNvPr>
          <p:cNvSpPr/>
          <p:nvPr/>
        </p:nvSpPr>
        <p:spPr>
          <a:xfrm>
            <a:off x="119404" y="2464390"/>
            <a:ext cx="4174154" cy="712274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B9550D60-D911-B1BA-BE3B-7713FC153551}"/>
              </a:ext>
            </a:extLst>
          </p:cNvPr>
          <p:cNvSpPr/>
          <p:nvPr/>
        </p:nvSpPr>
        <p:spPr>
          <a:xfrm>
            <a:off x="4345926" y="3248609"/>
            <a:ext cx="3447781" cy="809068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71B42453-B7C7-AD6E-4BDA-8C3BC5FD068C}"/>
              </a:ext>
            </a:extLst>
          </p:cNvPr>
          <p:cNvSpPr/>
          <p:nvPr/>
        </p:nvSpPr>
        <p:spPr>
          <a:xfrm>
            <a:off x="7846074" y="2805403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81133670-7A19-4B59-BC43-E833A32DB696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7666917E-D15F-BFFA-CE55-021703C917BA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49F18ADD-B592-1230-C260-929FF65885AA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5303610-6AA5-2D56-238F-E66E1A373901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D0597551-9594-291E-3C59-0942BB3E97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1D518F00-D9D3-292F-A763-C16BE9D87640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1F73B990-FC17-DEC6-45C3-892820CADF05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8EB2D03-6A2D-85CA-0EE9-7380A9E8236A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D00699A-3E2D-04F3-75DA-F04DCCDFAD9E}"/>
              </a:ext>
            </a:extLst>
          </p:cNvPr>
          <p:cNvSpPr/>
          <p:nvPr/>
        </p:nvSpPr>
        <p:spPr>
          <a:xfrm>
            <a:off x="119404" y="1673504"/>
            <a:ext cx="4174154" cy="715950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EAD034B-0B79-16A7-6367-22852DE28FDA}"/>
              </a:ext>
            </a:extLst>
          </p:cNvPr>
          <p:cNvSpPr/>
          <p:nvPr/>
        </p:nvSpPr>
        <p:spPr>
          <a:xfrm>
            <a:off x="3632738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DAEFC83A-264E-ED20-7916-1AF9DE8F6D4B}"/>
              </a:ext>
            </a:extLst>
          </p:cNvPr>
          <p:cNvSpPr/>
          <p:nvPr/>
        </p:nvSpPr>
        <p:spPr>
          <a:xfrm>
            <a:off x="7179072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0D66D96-C24D-8277-BB94-CD5D98E52DAF}"/>
              </a:ext>
            </a:extLst>
          </p:cNvPr>
          <p:cNvSpPr/>
          <p:nvPr/>
        </p:nvSpPr>
        <p:spPr>
          <a:xfrm>
            <a:off x="9913606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3B60B27D-437F-0C79-AD86-A709DEDB0BB5}"/>
              </a:ext>
            </a:extLst>
          </p:cNvPr>
          <p:cNvSpPr/>
          <p:nvPr/>
        </p:nvSpPr>
        <p:spPr>
          <a:xfrm>
            <a:off x="119404" y="904091"/>
            <a:ext cx="4174154" cy="676297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Evaluate MC1 ingestion and standardization via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Assess data quality, completeness, and schema consistency for Store Ops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logic, refresh cadence, and known gaps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Federated integration from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into Databricks Harmonized Layer</a:t>
            </a:r>
          </a:p>
        </p:txBody>
      </p:sp>
    </p:spTree>
    <p:extLst>
      <p:ext uri="{BB962C8B-B14F-4D97-AF65-F5344CB8AC3E}">
        <p14:creationId xmlns:p14="http://schemas.microsoft.com/office/powerpoint/2010/main" val="297941501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94BBB3-257B-DA0D-9DE5-F05845A0C7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CE6B249E-318E-4A1A-B0B5-8612A05FD91F}"/>
              </a:ext>
            </a:extLst>
          </p:cNvPr>
          <p:cNvGraphicFramePr>
            <a:graphicFrameLocks noGrp="1"/>
          </p:cNvGraphicFramePr>
          <p:nvPr/>
        </p:nvGraphicFramePr>
        <p:xfrm>
          <a:off x="858545" y="596574"/>
          <a:ext cx="11153173" cy="504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6069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808698034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8AEA23E7-4CD1-0D73-1FA9-FE6CA43EA5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WORKSHOPS IN A PAGE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655256F-347B-2C4C-7A28-42F20A178257}"/>
              </a:ext>
            </a:extLst>
          </p:cNvPr>
          <p:cNvSpPr/>
          <p:nvPr/>
        </p:nvSpPr>
        <p:spPr>
          <a:xfrm>
            <a:off x="1618523" y="926046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4153F13-2819-3210-D397-6C087A6DE312}"/>
              </a:ext>
            </a:extLst>
          </p:cNvPr>
          <p:cNvSpPr/>
          <p:nvPr/>
        </p:nvSpPr>
        <p:spPr>
          <a:xfrm>
            <a:off x="1618523" y="1152605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B6CECB15-B12F-24ED-160A-680A398184AB}"/>
              </a:ext>
            </a:extLst>
          </p:cNvPr>
          <p:cNvSpPr/>
          <p:nvPr/>
        </p:nvSpPr>
        <p:spPr>
          <a:xfrm>
            <a:off x="4381931" y="918661"/>
            <a:ext cx="1321639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10CA2AB-8FBE-896A-649F-6DCA82D02150}"/>
              </a:ext>
            </a:extLst>
          </p:cNvPr>
          <p:cNvSpPr/>
          <p:nvPr/>
        </p:nvSpPr>
        <p:spPr>
          <a:xfrm>
            <a:off x="4381931" y="1145220"/>
            <a:ext cx="1321639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28AB688-8CBC-B9D9-DDDD-CC6AF46F9A84}"/>
              </a:ext>
            </a:extLst>
          </p:cNvPr>
          <p:cNvSpPr/>
          <p:nvPr/>
        </p:nvSpPr>
        <p:spPr>
          <a:xfrm>
            <a:off x="7888939" y="921393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C4E55A9-8768-04B9-A324-15944356B15C}"/>
              </a:ext>
            </a:extLst>
          </p:cNvPr>
          <p:cNvSpPr/>
          <p:nvPr/>
        </p:nvSpPr>
        <p:spPr>
          <a:xfrm>
            <a:off x="7888939" y="1147952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F4AA038E-77D5-6267-D8F5-DDFA2F3948FE}"/>
              </a:ext>
            </a:extLst>
          </p:cNvPr>
          <p:cNvSpPr/>
          <p:nvPr/>
        </p:nvSpPr>
        <p:spPr>
          <a:xfrm>
            <a:off x="3049280" y="156784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16B6D98-A054-3758-52CE-23125E1ED8CD}"/>
              </a:ext>
            </a:extLst>
          </p:cNvPr>
          <p:cNvSpPr/>
          <p:nvPr/>
        </p:nvSpPr>
        <p:spPr>
          <a:xfrm>
            <a:off x="10733295" y="1559439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6C6559EC-69A4-1956-8B54-363F60D100B3}"/>
              </a:ext>
            </a:extLst>
          </p:cNvPr>
          <p:cNvSpPr/>
          <p:nvPr/>
        </p:nvSpPr>
        <p:spPr>
          <a:xfrm>
            <a:off x="3049280" y="210793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2716162-5335-4D65-BBEE-6A03184A618E}"/>
              </a:ext>
            </a:extLst>
          </p:cNvPr>
          <p:cNvSpPr/>
          <p:nvPr/>
        </p:nvSpPr>
        <p:spPr>
          <a:xfrm>
            <a:off x="10733295" y="2099529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35FA9A7-E00C-6B0E-C956-2D167106DC2A}"/>
              </a:ext>
            </a:extLst>
          </p:cNvPr>
          <p:cNvSpPr/>
          <p:nvPr/>
        </p:nvSpPr>
        <p:spPr>
          <a:xfrm>
            <a:off x="10652746" y="2682903"/>
            <a:ext cx="1309117" cy="290393"/>
          </a:xfrm>
          <a:prstGeom prst="roundRect">
            <a:avLst>
              <a:gd name="adj" fmla="val 9962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Mexico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82F3A406-7D86-AE2A-5C37-807D3A2AD6C7}"/>
              </a:ext>
            </a:extLst>
          </p:cNvPr>
          <p:cNvSpPr/>
          <p:nvPr/>
        </p:nvSpPr>
        <p:spPr>
          <a:xfrm>
            <a:off x="1590040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6DDAD9A9-D59F-9804-5673-DD1E5B7074F6}"/>
              </a:ext>
            </a:extLst>
          </p:cNvPr>
          <p:cNvSpPr/>
          <p:nvPr/>
        </p:nvSpPr>
        <p:spPr>
          <a:xfrm>
            <a:off x="4371878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E50B6E9D-BB4C-8724-DA06-7660F1363C09}"/>
              </a:ext>
            </a:extLst>
          </p:cNvPr>
          <p:cNvSpPr/>
          <p:nvPr/>
        </p:nvSpPr>
        <p:spPr>
          <a:xfrm>
            <a:off x="7872492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F8BCC57E-8AA3-6374-0DA2-1957E8CF07B9}"/>
              </a:ext>
            </a:extLst>
          </p:cNvPr>
          <p:cNvSpPr/>
          <p:nvPr/>
        </p:nvSpPr>
        <p:spPr>
          <a:xfrm>
            <a:off x="10652746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9C3A92C9-BBC2-7B11-BCA8-66B5D82DA525}"/>
              </a:ext>
            </a:extLst>
          </p:cNvPr>
          <p:cNvSpPr/>
          <p:nvPr/>
        </p:nvSpPr>
        <p:spPr>
          <a:xfrm>
            <a:off x="1612900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C6FD1D3D-E0EA-B3C6-5D6C-E50D6E07A7B8}"/>
              </a:ext>
            </a:extLst>
          </p:cNvPr>
          <p:cNvSpPr/>
          <p:nvPr/>
        </p:nvSpPr>
        <p:spPr>
          <a:xfrm>
            <a:off x="4371878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08F3F75A-BB0A-28D6-EB51-53F12D7C71D3}"/>
              </a:ext>
            </a:extLst>
          </p:cNvPr>
          <p:cNvSpPr/>
          <p:nvPr/>
        </p:nvSpPr>
        <p:spPr>
          <a:xfrm>
            <a:off x="7872492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5BE993FB-F91C-9141-DBC0-BE07D3B5CC96}"/>
              </a:ext>
            </a:extLst>
          </p:cNvPr>
          <p:cNvSpPr/>
          <p:nvPr/>
        </p:nvSpPr>
        <p:spPr>
          <a:xfrm>
            <a:off x="10652746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40F138B-EAD2-EB0A-8E16-992DEBF16CF7}"/>
              </a:ext>
            </a:extLst>
          </p:cNvPr>
          <p:cNvCxnSpPr/>
          <p:nvPr/>
        </p:nvCxnSpPr>
        <p:spPr>
          <a:xfrm>
            <a:off x="152400" y="1424940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6B58DD9E-048E-B8ED-E8A2-B920B77622CF}"/>
              </a:ext>
            </a:extLst>
          </p:cNvPr>
          <p:cNvCxnSpPr/>
          <p:nvPr/>
        </p:nvCxnSpPr>
        <p:spPr>
          <a:xfrm>
            <a:off x="152400" y="197839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5E4BBAA-8F47-F9B2-749F-8377E5336E6E}"/>
              </a:ext>
            </a:extLst>
          </p:cNvPr>
          <p:cNvCxnSpPr/>
          <p:nvPr/>
        </p:nvCxnSpPr>
        <p:spPr>
          <a:xfrm>
            <a:off x="119405" y="252703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53577AB8-D59A-B1D4-1E7C-1DCD362AD740}"/>
              </a:ext>
            </a:extLst>
          </p:cNvPr>
          <p:cNvCxnSpPr/>
          <p:nvPr/>
        </p:nvCxnSpPr>
        <p:spPr>
          <a:xfrm>
            <a:off x="119405" y="308329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D325DAD-FAD4-4190-BAF5-676F058F0109}"/>
              </a:ext>
            </a:extLst>
          </p:cNvPr>
          <p:cNvCxnSpPr/>
          <p:nvPr/>
        </p:nvCxnSpPr>
        <p:spPr>
          <a:xfrm>
            <a:off x="119405" y="3697908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BC238B74-F02E-9B4D-7C63-7E8DA6CFC315}"/>
              </a:ext>
            </a:extLst>
          </p:cNvPr>
          <p:cNvCxnSpPr/>
          <p:nvPr/>
        </p:nvCxnSpPr>
        <p:spPr>
          <a:xfrm>
            <a:off x="152400" y="4421808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C2AFA662-C8F2-823C-1F3E-92F0EF92ECC3}"/>
              </a:ext>
            </a:extLst>
          </p:cNvPr>
          <p:cNvSpPr/>
          <p:nvPr/>
        </p:nvSpPr>
        <p:spPr>
          <a:xfrm>
            <a:off x="200680" y="918661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OTC / EPOS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985BC8F-69BD-967A-F02B-602BBEA12E3F}"/>
              </a:ext>
            </a:extLst>
          </p:cNvPr>
          <p:cNvSpPr/>
          <p:nvPr/>
        </p:nvSpPr>
        <p:spPr>
          <a:xfrm>
            <a:off x="200680" y="1514354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Inventory/ Shipment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0E23A748-E3DD-39C5-BB6B-936C3BB5C877}"/>
              </a:ext>
            </a:extLst>
          </p:cNvPr>
          <p:cNvSpPr/>
          <p:nvPr/>
        </p:nvSpPr>
        <p:spPr>
          <a:xfrm>
            <a:off x="200679" y="206407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Market Measurement / Promotions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D5DDB8D1-1D98-07C0-9465-6F1A61D4D891}"/>
              </a:ext>
            </a:extLst>
          </p:cNvPr>
          <p:cNvSpPr/>
          <p:nvPr/>
        </p:nvSpPr>
        <p:spPr>
          <a:xfrm>
            <a:off x="200679" y="262979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Mexico DSD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B554BE50-892B-9E69-0138-7EA398E59C76}"/>
              </a:ext>
            </a:extLst>
          </p:cNvPr>
          <p:cNvSpPr/>
          <p:nvPr/>
        </p:nvSpPr>
        <p:spPr>
          <a:xfrm>
            <a:off x="200678" y="317151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Brazil PVC/ VR/ Easter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12097C65-7E02-883C-BC28-A7210C91503A}"/>
              </a:ext>
            </a:extLst>
          </p:cNvPr>
          <p:cNvSpPr/>
          <p:nvPr/>
        </p:nvSpPr>
        <p:spPr>
          <a:xfrm>
            <a:off x="200677" y="3802579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Store Operations</a:t>
            </a:r>
          </a:p>
        </p:txBody>
      </p:sp>
    </p:spTree>
    <p:extLst>
      <p:ext uri="{BB962C8B-B14F-4D97-AF65-F5344CB8AC3E}">
        <p14:creationId xmlns:p14="http://schemas.microsoft.com/office/powerpoint/2010/main" val="370031585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14DDF-80C4-3B46-5F25-B80DB1659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B564F947-513C-CB03-120A-257FE9EA0E3D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458A54AD-040E-C968-FD83-A126470A51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7. SNACKSYNC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CA01BCB-F19D-3D89-9361-E5841999EDB7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99C00F1-8EE6-3B5B-00C9-9EEE40F692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3D78B69-9657-DA97-906E-3CC927CF92B2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971296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9_f.d6YGbJCbK0.Pg2_A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Documenttyp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ubtitl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Title"/>
</p:tagLst>
</file>

<file path=ppt/theme/theme1.xml><?xml version="1.0" encoding="utf-8"?>
<a:theme xmlns:a="http://schemas.openxmlformats.org/drawingml/2006/main" name="MDS_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Presentation1" id="{172CD2A0-A70D-43A5-B0E5-FA7D89FD821C}" vid="{4B2187F5-585B-451F-9A94-AF560FB21162}"/>
    </a:ext>
  </a:extLst>
</a:theme>
</file>

<file path=ppt/theme/theme2.xml><?xml version="1.0" encoding="utf-8"?>
<a:theme xmlns:a="http://schemas.openxmlformats.org/drawingml/2006/main" name="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MDLZ_Widescreen" id="{2074B8E5-CB94-4F43-AD07-1FABF61ECE5D}" vid="{06F1992E-0308-4275-8211-203BF2D4BAA2}"/>
    </a:ext>
  </a:extLst>
</a:theme>
</file>

<file path=ppt/theme/theme3.xml><?xml version="1.0" encoding="utf-8"?>
<a:theme xmlns:a="http://schemas.openxmlformats.org/drawingml/2006/main" name="2_MDS_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MDS-MDLZ PPT Template  -  Read-Only" id="{8D9DF51B-570F-4D07-B855-E390A7DF7537}" vid="{70EE1B35-0284-482E-ABF9-9DFD1C24BFC7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2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3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4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5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6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7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8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9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0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1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2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3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99" row="4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941B0381-076A-4D28-B3FD-32B4A551FCA9}">
  <we:reference id="7c42e8b1-3a5f-4d92-b6e1-f0a8c3d72e49" version="1.0.11635.0" store="EXCatalog" storeType="EXCatalog"/>
  <we:alternateReferences>
    <we:reference id="WA200010606" version="1.0.11635.0" store="en-US" storeType="OMEX"/>
  </we:alternateReferences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?mso-contentType ?>
<SharedContentType xmlns="Microsoft.SharePoint.Taxonomy.ContentTypeSync" SourceId="097b8a8d-5f3c-4193-8680-60a4d695ab07" ContentTypeId="0x0101" PreviousValue="false"/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8AF7A088C346F345BCA394D60937F716" ma:contentTypeVersion="5" ma:contentTypeDescription="Create a new document." ma:contentTypeScope="" ma:versionID="7fb3c4252b764d51beb667639a2fef61">
  <xsd:schema xmlns:xsd="http://www.w3.org/2001/XMLSchema" xmlns:xs="http://www.w3.org/2001/XMLSchema" xmlns:p="http://schemas.microsoft.com/office/2006/metadata/properties" xmlns:ns2="5c801c27-1a67-42b9-b7e9-5cda40cc31e5" xmlns:ns3="64f2da0d-c55c-42c2-bb8d-62a211847555" targetNamespace="http://schemas.microsoft.com/office/2006/metadata/properties" ma:root="true" ma:fieldsID="149877003bfa162700bf80dfb7d0a5a6" ns2:_="" ns3:_="">
    <xsd:import namespace="5c801c27-1a67-42b9-b7e9-5cda40cc31e5"/>
    <xsd:import namespace="64f2da0d-c55c-42c2-bb8d-62a211847555"/>
    <xsd:element name="properties">
      <xsd:complexType>
        <xsd:sequence>
          <xsd:element name="documentManagement">
            <xsd:complexType>
              <xsd:all>
                <xsd:element ref="ns2:TaxCatchAll" minOccurs="0"/>
                <xsd:element ref="ns2:TaxCatchAllLabel" minOccurs="0"/>
                <xsd:element ref="ns3:MediaServiceMetadata" minOccurs="0"/>
                <xsd:element ref="ns3:MediaServiceFastMetadata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c801c27-1a67-42b9-b7e9-5cda40cc31e5" elementFormDefault="qualified">
    <xsd:import namespace="http://schemas.microsoft.com/office/2006/documentManagement/types"/>
    <xsd:import namespace="http://schemas.microsoft.com/office/infopath/2007/PartnerControls"/>
    <xsd:element name="TaxCatchAll" ma:index="3" nillable="true" ma:displayName="Taxonomy Catch All Column" ma:hidden="true" ma:list="{6f1daef2-9b74-48cb-baef-5b18a42c4e76}" ma:internalName="TaxCatchAll" ma:showField="CatchAllData" ma:web="032a44c3-1b97-4bd8-a0e8-7444805c94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axCatchAllLabel" ma:index="4" nillable="true" ma:displayName="Taxonomy Catch All Column1" ma:hidden="true" ma:list="{6f1daef2-9b74-48cb-baef-5b18a42c4e76}" ma:internalName="TaxCatchAllLabel" ma:readOnly="true" ma:showField="CatchAllDataLabel" ma:web="032a44c3-1b97-4bd8-a0e8-7444805c94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4f2da0d-c55c-42c2-bb8d-62a21184755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2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5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4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c801c27-1a67-42b9-b7e9-5cda40cc31e5" xsi:nil="true"/>
  </documentManagement>
</p:properties>
</file>

<file path=customXml/itemProps1.xml><?xml version="1.0" encoding="utf-8"?>
<ds:datastoreItem xmlns:ds="http://schemas.openxmlformats.org/officeDocument/2006/customXml" ds:itemID="{42CDBEC7-6492-4F61-A098-20A2EEBDD3C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AD1D7467-4CC0-468C-A330-AFD4544FE10E}">
  <ds:schemaRefs>
    <ds:schemaRef ds:uri="Microsoft.SharePoint.Taxonomy.ContentTypeSync"/>
  </ds:schemaRefs>
</ds:datastoreItem>
</file>

<file path=customXml/itemProps3.xml><?xml version="1.0" encoding="utf-8"?>
<ds:datastoreItem xmlns:ds="http://schemas.openxmlformats.org/officeDocument/2006/customXml" ds:itemID="{B866DF23-ED0E-4172-BE1F-A6F82EAC143B}">
  <ds:schemaRefs>
    <ds:schemaRef ds:uri="5c801c27-1a67-42b9-b7e9-5cda40cc31e5"/>
    <ds:schemaRef ds:uri="64f2da0d-c55c-42c2-bb8d-62a211847555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4.xml><?xml version="1.0" encoding="utf-8"?>
<ds:datastoreItem xmlns:ds="http://schemas.openxmlformats.org/officeDocument/2006/customXml" ds:itemID="{D843BE1D-7827-473F-9254-5EE3A281AAE1}">
  <ds:schemaRefs>
    <ds:schemaRef ds:uri="5c801c27-1a67-42b9-b7e9-5cda40cc31e5"/>
    <ds:schemaRef ds:uri="64f2da0d-c55c-42c2-bb8d-62a211847555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a9324442-4656-4fca-b26e-099b64ea741e}" enabled="1" method="Standard" siteId="{18a01ad8-9727-498a-a47d-17374c6fd9f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9578</Words>
  <Application>Microsoft Office PowerPoint</Application>
  <PresentationFormat>Widescreen</PresentationFormat>
  <Paragraphs>1607</Paragraphs>
  <Slides>23</Slides>
  <Notes>9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3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36" baseType="lpstr">
      <vt:lpstr>Aptos</vt:lpstr>
      <vt:lpstr>Aptos Display</vt:lpstr>
      <vt:lpstr>Arial</vt:lpstr>
      <vt:lpstr>Calibri</vt:lpstr>
      <vt:lpstr>Calibri Light</vt:lpstr>
      <vt:lpstr>Candara</vt:lpstr>
      <vt:lpstr>Graphik Semibold</vt:lpstr>
      <vt:lpstr>Maven Pro</vt:lpstr>
      <vt:lpstr>MDLZ BITE TYPE</vt:lpstr>
      <vt:lpstr>MDS_MDLZ Widescreen</vt:lpstr>
      <vt:lpstr>MDLZ Widescreen</vt:lpstr>
      <vt:lpstr>2_MDS_MDLZ Widescreen</vt:lpstr>
      <vt:lpstr>think-cell Slide</vt:lpstr>
      <vt:lpstr>   Weekly Status  Update  date</vt:lpstr>
      <vt:lpstr>PowerPoint Presentation</vt:lpstr>
      <vt:lpstr>PowerPoint Presentation</vt:lpstr>
      <vt:lpstr>PowerPoint Presentation</vt:lpstr>
      <vt:lpstr>PowerPoint Presentation</vt:lpstr>
      <vt:lpstr>Executive timeline (Plan in a Page)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Q&amp;A</vt:lpstr>
      <vt:lpstr>1. PROTOTYPE OTC / EPOS</vt:lpstr>
      <vt:lpstr>2. MDLZ INVENTORY &amp; SHIPMENT</vt:lpstr>
      <vt:lpstr>3. MARKET MEASUREMENT AND PROMOTIONS</vt:lpstr>
      <vt:lpstr>4. MEXICO DSD</vt:lpstr>
      <vt:lpstr>5. BRAZIL PVC / VR / EASTER</vt:lpstr>
      <vt:lpstr>6. STORE OPERATIONS (PERFECT &amp; RIGHT STORE)</vt:lpstr>
      <vt:lpstr>WORKSHOPS IN A PAGE</vt:lpstr>
      <vt:lpstr>7. SNACKSYNC</vt:lpstr>
    </vt:vector>
  </TitlesOfParts>
  <Company>Mondelez International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Cerqueira, Marcelo</dc:creator>
  <cp:lastModifiedBy>Vadzim Nazarau</cp:lastModifiedBy>
  <cp:revision>2</cp:revision>
  <dcterms:created xsi:type="dcterms:W3CDTF">2026-09-07T19:53:22Z</dcterms:created>
  <dcterms:modified xsi:type="dcterms:W3CDTF">2026-10-29T17:46:34Z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0x0101008AF7A088C346F345BCA394D60937F716</vt:lpwstr>
  </property>
  <property fmtid="{D5CDD505-2E9C-101B-9397-08002B2CF9AE}" pid="3" name="MediaServiceImageTags">
    <vt:lpwstr/>
  </property>
  <property fmtid="{D5CDD505-2E9C-101B-9397-08002B2CF9AE}" pid="4" name="ClassificationContentMarkingFooterLocations">
    <vt:lpwstr>MDS_MDLZ Widescreen:4\MDLZ Widescreen:8\2_MDS_MDLZ Widescreen:8\1_MDS_MDLZ Widescreen:4</vt:lpwstr>
  </property>
  <property fmtid="{D5CDD505-2E9C-101B-9397-08002B2CF9AE}" pid="5" name="ClassificationContentMarkingFooterText">
    <vt:lpwstr>Mondelez International Internal</vt:lpwstr>
  </property>
  <property fmtid="{D5CDD505-2E9C-101B-9397-08002B2CF9AE}" pid="6" name="MSIP_Label_b76518f2-583d-4083-bd6a-d7f47288537e_Enabled">
    <vt:lpwstr>true</vt:lpwstr>
  </property>
  <property fmtid="{D5CDD505-2E9C-101B-9397-08002B2CF9AE}" pid="7" name="MSIP_Label_b76518f2-583d-4083-bd6a-d7f47288537e_SetDate">
    <vt:lpwstr>2026-10-29T15:24:17Z</vt:lpwstr>
  </property>
  <property fmtid="{D5CDD505-2E9C-101B-9397-08002B2CF9AE}" pid="8" name="MSIP_Label_b76518f2-583d-4083-bd6a-d7f47288537e_Method">
    <vt:lpwstr>Privileged</vt:lpwstr>
  </property>
  <property fmtid="{D5CDD505-2E9C-101B-9397-08002B2CF9AE}" pid="9" name="MSIP_Label_b76518f2-583d-4083-bd6a-d7f47288537e_Name">
    <vt:lpwstr>Restricted-External</vt:lpwstr>
  </property>
  <property fmtid="{D5CDD505-2E9C-101B-9397-08002B2CF9AE}" pid="10" name="MSIP_Label_b76518f2-583d-4083-bd6a-d7f47288537e_SiteId">
    <vt:lpwstr>2ee548e1-6be8-4729-b86e-f482e29d2c9f</vt:lpwstr>
  </property>
  <property fmtid="{D5CDD505-2E9C-101B-9397-08002B2CF9AE}" pid="11" name="MSIP_Label_b76518f2-583d-4083-bd6a-d7f47288537e_ActionId">
    <vt:lpwstr>18ebd173-9bab-4e7b-b872-65baf8661dcf</vt:lpwstr>
  </property>
  <property fmtid="{D5CDD505-2E9C-101B-9397-08002B2CF9AE}" pid="12" name="MSIP_Label_b76518f2-583d-4083-bd6a-d7f47288537e_ContentBits">
    <vt:lpwstr>0</vt:lpwstr>
  </property>
  <property fmtid="{D5CDD505-2E9C-101B-9397-08002B2CF9AE}" pid="13" name="MSIP_Label_b76518f2-583d-4083-bd6a-d7f47288537e_Tag">
    <vt:lpwstr>10, 0, 1, 1</vt:lpwstr>
  </property>
</Properties>
</file>